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Internet Telephony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05200" y="4267200"/>
            <a:ext cx="5105400" cy="19050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Prepared By: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Er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.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Amit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 Kr.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Tewari</a:t>
            </a:r>
            <a:endParaRPr lang="en-US" dirty="0" smtClean="0">
              <a:solidFill>
                <a:schemeClr val="tx1"/>
              </a:solidFill>
              <a:latin typeface="+mj-lt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                             Associate Professor</a:t>
            </a:r>
          </a:p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         CS Dept.</a:t>
            </a:r>
          </a:p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                 ACEIT,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Jaipur</a:t>
            </a:r>
            <a:endParaRPr lang="en-US" dirty="0" smtClean="0">
              <a:solidFill>
                <a:schemeClr val="tx1"/>
              </a:solidFill>
              <a:latin typeface="+mj-lt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Basics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33400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Internet telephony, also called Internet Protocol (IP) telephony or Voice over Internet Protocol (VoIP), uses the Internet to carry digital voice telephone calls. </a:t>
            </a:r>
          </a:p>
          <a:p>
            <a:r>
              <a:rPr lang="en-US" dirty="0" smtClean="0"/>
              <a:t>VoIP, in effect, for the most part, bypasses the existing telephone system, but not completely.</a:t>
            </a:r>
          </a:p>
          <a:p>
            <a:r>
              <a:rPr lang="en-US" dirty="0" smtClean="0"/>
              <a:t>VoIP is a highly complex digital voice system that relies on high-speed Internet connections from cable TV companies, phone companies supplying DSL, and other broadband systems including wireless. </a:t>
            </a:r>
          </a:p>
          <a:p>
            <a:r>
              <a:rPr lang="en-US" dirty="0" smtClean="0"/>
              <a:t>It uses the Internet’s vast fiber-optic cabling network to carry phone calls without phone company charges.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VoIP Fundamentals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There are two basic parts to an IP phone call: </a:t>
            </a:r>
          </a:p>
          <a:p>
            <a:r>
              <a:rPr lang="en-US" dirty="0" smtClean="0"/>
              <a:t>The “dialing” process, which establishes an initial connection, and the voice signal flow.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Voice Signal Flow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The voice signal is first amplified and digitized by an analog-to-digital converter (ADC) that is part of a coder-decoder (codec) circuit, which also includes a digital-to-analog converter (DAC). </a:t>
            </a:r>
          </a:p>
          <a:p>
            <a:r>
              <a:rPr lang="en-US" dirty="0" smtClean="0"/>
              <a:t>The ADC usually samples the voice signal at 8 kHz and produces an 8-bit word for each sample. </a:t>
            </a:r>
          </a:p>
          <a:p>
            <a:r>
              <a:rPr lang="en-US" dirty="0" smtClean="0"/>
              <a:t>These samples occur one after another serially and therefore produce a 64-kbps digital signal. </a:t>
            </a:r>
          </a:p>
          <a:p>
            <a:r>
              <a:rPr lang="en-US" dirty="0" smtClean="0"/>
              <a:t>A relatively wide bandwidth is needed to transmit this bit stream (64 kHz or more). 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2400"/>
            <a:ext cx="9143999" cy="655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Voice Signal Flow (</a:t>
            </a:r>
            <a:r>
              <a:rPr lang="en-US" b="1" dirty="0" err="1" smtClean="0">
                <a:solidFill>
                  <a:srgbClr val="FF0000"/>
                </a:solidFill>
              </a:rPr>
              <a:t>Contd</a:t>
            </a:r>
            <a:r>
              <a:rPr lang="en-US" b="1" dirty="0" smtClean="0">
                <a:solidFill>
                  <a:srgbClr val="FF0000"/>
                </a:solidFill>
              </a:rPr>
              <a:t>…)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To reduce the data rate and the need for bandwidth, the bit stream is processed by a voice encoder that compresses the voice signal. </a:t>
            </a:r>
          </a:p>
          <a:p>
            <a:r>
              <a:rPr lang="en-US" dirty="0" smtClean="0"/>
              <a:t>This compression is usually done by DSP either in a separate DSP processor chip or as hardwired logic on a larger chip. </a:t>
            </a:r>
          </a:p>
          <a:p>
            <a:r>
              <a:rPr lang="en-US" dirty="0" smtClean="0"/>
              <a:t>The 64-kbps digital signal is designated as standard G.711 and is better known as pulse-code modulation (PCM),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096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Voice Signal Flow (</a:t>
            </a:r>
            <a:r>
              <a:rPr lang="en-US" b="1" dirty="0" err="1" smtClean="0">
                <a:solidFill>
                  <a:srgbClr val="FF0000"/>
                </a:solidFill>
              </a:rPr>
              <a:t>Contd</a:t>
            </a:r>
            <a:r>
              <a:rPr lang="en-US" b="1" dirty="0" smtClean="0">
                <a:solidFill>
                  <a:srgbClr val="FF0000"/>
                </a:solidFill>
              </a:rPr>
              <a:t>…)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912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The resulting serial digital signal is put into a special packet by a microcomputer processor running a VoIP protocol and then transmitted by Ethernet over a LAN or via a high-speed Internet connection such as is available from a cable TV company or on DSL. </a:t>
            </a:r>
          </a:p>
          <a:p>
            <a:r>
              <a:rPr lang="en-US" dirty="0" smtClean="0"/>
              <a:t>From there the signal travels over standard available Internet connections using TCP/IP through multiple servers and routers until it comes to the desired location. </a:t>
            </a:r>
          </a:p>
          <a:p>
            <a:r>
              <a:rPr lang="en-US" dirty="0" smtClean="0"/>
              <a:t>At the receiving phone, the process is reversed. </a:t>
            </a:r>
          </a:p>
          <a:p>
            <a:r>
              <a:rPr lang="en-US" dirty="0" smtClean="0"/>
              <a:t>The Internet signal gets converted back to Ethernet, and then the VoIP processor recovers the original packet. </a:t>
            </a:r>
          </a:p>
          <a:p>
            <a:r>
              <a:rPr lang="en-US" dirty="0" smtClean="0"/>
              <a:t>From there, the compressed data is extracted, decompressed by a DSP, and sent to the DAC in the codec where the original voice is heard.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Voice Signal Flow Draw Backs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It takes a relatively long time to transmit the voice data over the Internet.</a:t>
            </a:r>
          </a:p>
          <a:p>
            <a:r>
              <a:rPr lang="en-US" dirty="0" smtClean="0"/>
              <a:t>The packets may take different routes through the Internet. </a:t>
            </a:r>
          </a:p>
          <a:p>
            <a:r>
              <a:rPr lang="en-US" dirty="0" smtClean="0"/>
              <a:t>They all do eventually arrive at their intended destination, but often the packets are out of sequence. </a:t>
            </a:r>
          </a:p>
          <a:p>
            <a:r>
              <a:rPr lang="en-US" dirty="0" smtClean="0"/>
              <a:t>The receiving phone must put them back together in the correct sequence. This takes time.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Link Establishment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In Internet telephony, There is no temporary dedicated link is established because of the packetized nature of the system. </a:t>
            </a:r>
          </a:p>
          <a:p>
            <a:r>
              <a:rPr lang="en-US" dirty="0" smtClean="0"/>
              <a:t>Yet some method must be used to get the voice data to the desired phone. </a:t>
            </a:r>
          </a:p>
          <a:p>
            <a:r>
              <a:rPr lang="en-US" dirty="0" smtClean="0"/>
              <a:t>This is taken care of by a special protocol developed for this purpose.</a:t>
            </a:r>
          </a:p>
          <a:p>
            <a:r>
              <a:rPr lang="en-US" dirty="0" smtClean="0"/>
              <a:t> The initial protocol used was the ITU H.323. </a:t>
            </a:r>
          </a:p>
          <a:p>
            <a:r>
              <a:rPr lang="en-US" dirty="0" smtClean="0"/>
              <a:t>Today, however, a newer protocol established by the Internet Engineering Task Force (IETF) called the session initiation protocol (SIP) has been adopted as the de facto standard. </a:t>
            </a:r>
          </a:p>
          <a:p>
            <a:r>
              <a:rPr lang="en-US" dirty="0" smtClean="0"/>
              <a:t>In both cases, the protocol sets up the call and then makes sure that the voice packets produced by the calling phone get sent to the receiving phone in a timely manner.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5611</TotalTime>
  <Words>646</Words>
  <Application>Microsoft Office PowerPoint</Application>
  <PresentationFormat>On-screen Show (4:3)</PresentationFormat>
  <Paragraphs>40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Internet Telephony</vt:lpstr>
      <vt:lpstr>Basics</vt:lpstr>
      <vt:lpstr>VoIP Fundamentals</vt:lpstr>
      <vt:lpstr>Voice Signal Flow</vt:lpstr>
      <vt:lpstr>Slide 5</vt:lpstr>
      <vt:lpstr>Voice Signal Flow (Contd…)</vt:lpstr>
      <vt:lpstr>Voice Signal Flow (Contd…)</vt:lpstr>
      <vt:lpstr>Voice Signal Flow Draw Backs</vt:lpstr>
      <vt:lpstr>Link Establishment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Optical Communication</dc:title>
  <dc:creator>arya</dc:creator>
  <cp:lastModifiedBy>arya</cp:lastModifiedBy>
  <cp:revision>344</cp:revision>
  <dcterms:created xsi:type="dcterms:W3CDTF">2006-08-16T00:00:00Z</dcterms:created>
  <dcterms:modified xsi:type="dcterms:W3CDTF">2022-08-23T06:47:33Z</dcterms:modified>
</cp:coreProperties>
</file>