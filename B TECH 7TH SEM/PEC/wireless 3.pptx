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Wireless Technologies</a:t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(</a:t>
            </a:r>
            <a:r>
              <a:rPr lang="en-US" b="1" dirty="0" err="1" smtClean="0">
                <a:solidFill>
                  <a:srgbClr val="FF0000"/>
                </a:solidFill>
              </a:rPr>
              <a:t>WiMAX</a:t>
            </a:r>
            <a:r>
              <a:rPr lang="en-US" b="1" dirty="0" smtClean="0">
                <a:solidFill>
                  <a:srgbClr val="FF0000"/>
                </a:solidFill>
              </a:rPr>
              <a:t> and Wireless Metropolitan-Area Networks)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5200" y="4267200"/>
            <a:ext cx="5105400" cy="1905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Prepared By: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Er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Amit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Kr.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Tewari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            Associate Professor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CS Dept.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ACEIT,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Jaipur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Introduction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Metropolitan-area networks (MANs) are primarily fiber-optic networks, most often SONET rings, that connect enterprise LANs to WANs.</a:t>
            </a:r>
          </a:p>
          <a:p>
            <a:r>
              <a:rPr lang="en-US" dirty="0" smtClean="0"/>
              <a:t>Another typical MAN is a local cable TV network.</a:t>
            </a:r>
          </a:p>
          <a:p>
            <a:r>
              <a:rPr lang="en-US" dirty="0" smtClean="0"/>
              <a:t>Now there is wireless contender for metropolitan-area networking. Known as </a:t>
            </a:r>
            <a:r>
              <a:rPr lang="en-US" dirty="0" err="1" smtClean="0"/>
              <a:t>WiMAX</a:t>
            </a:r>
            <a:r>
              <a:rPr lang="en-US" dirty="0" smtClean="0"/>
              <a:t>, it is the wireless system defined by the IEEE 802.16 standard.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was developed to provide a wireless alternative to consumers for broadband Internet connections.</a:t>
            </a:r>
          </a:p>
          <a:p>
            <a:r>
              <a:rPr lang="en-US" dirty="0" smtClean="0"/>
              <a:t> These connections are now dominated by cable TV and DSL, but with the new </a:t>
            </a:r>
            <a:r>
              <a:rPr lang="en-US" dirty="0" err="1" smtClean="0"/>
              <a:t>WiMAX</a:t>
            </a:r>
            <a:r>
              <a:rPr lang="en-US" dirty="0" smtClean="0"/>
              <a:t> standard, wireless Internet service providers (WISPs) may soon be offering wireless broadband connections.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IEEE 802.16-2004 or 802.16d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Its primary applications will </a:t>
            </a:r>
            <a:r>
              <a:rPr lang="en-US" dirty="0" smtClean="0"/>
              <a:t>fit </a:t>
            </a:r>
            <a:r>
              <a:rPr lang="en-US" dirty="0" smtClean="0"/>
              <a:t>into two basic categories: point-to-point (P2P) or point-to-multipoint (PMP). </a:t>
            </a:r>
          </a:p>
          <a:p>
            <a:r>
              <a:rPr lang="en-US" dirty="0" smtClean="0"/>
              <a:t>Common examples are cell site backhaul from a base station to the </a:t>
            </a:r>
            <a:r>
              <a:rPr lang="en-US" smtClean="0"/>
              <a:t>switching </a:t>
            </a:r>
            <a:r>
              <a:rPr lang="en-US" smtClean="0"/>
              <a:t>office </a:t>
            </a:r>
            <a:r>
              <a:rPr lang="en-US" dirty="0" smtClean="0"/>
              <a:t>or Wi-Fi hot spot interconnections to the ISP.</a:t>
            </a:r>
          </a:p>
          <a:p>
            <a:r>
              <a:rPr lang="en-US" dirty="0" smtClean="0"/>
              <a:t>Both of these applications typically rely on hardwired T1 or T3 connections, which are very expensive.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point-to-multipoint (PMP)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PMP mode is a broadcast mode from a central base station to multiple surrounding nodes. In this mode, </a:t>
            </a:r>
            <a:r>
              <a:rPr lang="en-US" dirty="0" err="1" smtClean="0"/>
              <a:t>WiMAX</a:t>
            </a:r>
            <a:r>
              <a:rPr lang="en-US" dirty="0" smtClean="0"/>
              <a:t> serves as a WISP for homes or businesses.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WiMAX</a:t>
            </a:r>
            <a:r>
              <a:rPr lang="en-US" b="1" dirty="0" smtClean="0">
                <a:solidFill>
                  <a:srgbClr val="FF0000"/>
                </a:solidFill>
              </a:rPr>
              <a:t> Features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WiMAX</a:t>
            </a:r>
            <a:r>
              <a:rPr lang="en-US" dirty="0" smtClean="0"/>
              <a:t> was designed to operate anywhere in the 2- to 6-GHz range wherever appropriate spectrum is available. </a:t>
            </a:r>
          </a:p>
          <a:p>
            <a:r>
              <a:rPr lang="en-US" dirty="0" smtClean="0"/>
              <a:t>The spectrum may be licensed or unlicensed depending upon its location and the host country.</a:t>
            </a:r>
          </a:p>
          <a:p>
            <a:r>
              <a:rPr lang="en-US" dirty="0" smtClean="0"/>
              <a:t>The most common bands are 2.3, 2.5, and 5.8 GHz in the United States and 3.5 GHz in Europe, Asia, and Canada.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WiMAX</a:t>
            </a:r>
            <a:r>
              <a:rPr lang="en-US" b="1" dirty="0" smtClean="0">
                <a:solidFill>
                  <a:srgbClr val="FF0000"/>
                </a:solidFill>
              </a:rPr>
              <a:t>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maximum data rate is 75 Mbps, but that is usually divided up among a large number of users. Speed is set by bandwidth, which can be anything from 1.75 to 20 </a:t>
            </a:r>
            <a:r>
              <a:rPr lang="en-US" dirty="0" err="1" smtClean="0"/>
              <a:t>MHz.</a:t>
            </a:r>
            <a:endParaRPr lang="en-US" dirty="0" smtClean="0"/>
          </a:p>
          <a:p>
            <a:r>
              <a:rPr lang="en-US" dirty="0" smtClean="0"/>
              <a:t>The maximum data rate is 75 Mbps, but that is usually divided up among a large number of users. Speed is set by bandwidth, which can be anything from 1.75 to 20 </a:t>
            </a:r>
            <a:r>
              <a:rPr lang="en-US" dirty="0" err="1" smtClean="0"/>
              <a:t>MHz.</a:t>
            </a:r>
            <a:endParaRPr lang="en-US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WiMAX</a:t>
            </a:r>
            <a:r>
              <a:rPr lang="en-US" b="1" dirty="0" smtClean="0">
                <a:solidFill>
                  <a:srgbClr val="FF0000"/>
                </a:solidFill>
              </a:rPr>
              <a:t>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WISP will allocate bandwidth and speed to users based on their needs and charge accordingly.</a:t>
            </a:r>
          </a:p>
          <a:p>
            <a:r>
              <a:rPr lang="en-US" dirty="0" smtClean="0"/>
              <a:t>Full duplex using time-division </a:t>
            </a:r>
            <a:r>
              <a:rPr lang="en-US" dirty="0" err="1" smtClean="0"/>
              <a:t>duplexing</a:t>
            </a:r>
            <a:r>
              <a:rPr lang="en-US" dirty="0" smtClean="0"/>
              <a:t> (TDD) or frequency-division </a:t>
            </a:r>
            <a:r>
              <a:rPr lang="en-US" dirty="0" err="1" smtClean="0"/>
              <a:t>duplexing</a:t>
            </a:r>
            <a:r>
              <a:rPr lang="en-US" dirty="0" smtClean="0"/>
              <a:t> (FDD) is supported by the standard.</a:t>
            </a:r>
          </a:p>
          <a:p>
            <a:r>
              <a:rPr lang="en-US" dirty="0" err="1" smtClean="0"/>
              <a:t>WiMAX</a:t>
            </a:r>
            <a:r>
              <a:rPr lang="en-US" dirty="0" smtClean="0"/>
              <a:t> uses a 256-carrier OFDM system with adaptive modulation.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WiMAX</a:t>
            </a:r>
            <a:r>
              <a:rPr lang="en-US" b="1" dirty="0" smtClean="0">
                <a:solidFill>
                  <a:srgbClr val="FF0000"/>
                </a:solidFill>
              </a:rPr>
              <a:t>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WiMAX</a:t>
            </a:r>
            <a:r>
              <a:rPr lang="en-US" dirty="0" smtClean="0"/>
              <a:t> uses a 256-carrier OFDM system with adaptive modulation. </a:t>
            </a:r>
          </a:p>
          <a:p>
            <a:r>
              <a:rPr lang="en-US" dirty="0" smtClean="0"/>
              <a:t>OFDM is a superior method that tackles the line-of-sight (LOS) problems that occur in serving a large area.</a:t>
            </a:r>
          </a:p>
          <a:p>
            <a:r>
              <a:rPr lang="en-US" dirty="0" smtClean="0"/>
              <a:t>The modulation method of each OFDM channel is selected automatically depending upon the range, noise, and data rate.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WiMAX</a:t>
            </a:r>
            <a:r>
              <a:rPr lang="en-US" b="1" dirty="0" smtClean="0">
                <a:solidFill>
                  <a:srgbClr val="FF0000"/>
                </a:solidFill>
              </a:rPr>
              <a:t>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standard supports BPSK, QPSK, 16-QAM, 64-QAM, and 256-QAM. </a:t>
            </a:r>
          </a:p>
          <a:p>
            <a:r>
              <a:rPr lang="en-US" dirty="0" smtClean="0"/>
              <a:t>BPSK would be selected for longer range and lower speeds; 64-QAM or 256-QAM would be selected for shorter ranges to give higher speeds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Mobile Version of </a:t>
            </a:r>
            <a:r>
              <a:rPr lang="en-US" b="1" dirty="0" err="1" smtClean="0">
                <a:solidFill>
                  <a:srgbClr val="FF0000"/>
                </a:solidFill>
              </a:rPr>
              <a:t>WiMAX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standard is IEEE 802.16e 2005</a:t>
            </a:r>
          </a:p>
          <a:p>
            <a:r>
              <a:rPr lang="en-US" dirty="0" smtClean="0"/>
              <a:t>It is designed to permit nodes to be mobile while maintaining contact with a base station.</a:t>
            </a:r>
          </a:p>
          <a:p>
            <a:r>
              <a:rPr lang="en-US" dirty="0" smtClean="0"/>
              <a:t>An example is a </a:t>
            </a:r>
            <a:r>
              <a:rPr lang="en-US" dirty="0" err="1" smtClean="0"/>
              <a:t>WiMAX</a:t>
            </a:r>
            <a:r>
              <a:rPr lang="en-US" dirty="0" smtClean="0"/>
              <a:t>-enabled laptop on a commuter train or in a car.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Mobile Version of </a:t>
            </a:r>
            <a:r>
              <a:rPr lang="en-US" b="1" dirty="0" err="1" smtClean="0">
                <a:solidFill>
                  <a:srgbClr val="FF0000"/>
                </a:solidFill>
              </a:rPr>
              <a:t>WiMAX</a:t>
            </a:r>
            <a:r>
              <a:rPr lang="en-US" b="1" dirty="0" smtClean="0">
                <a:solidFill>
                  <a:srgbClr val="FF0000"/>
                </a:solidFill>
              </a:rPr>
              <a:t>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maximum range is about 3 mi, but that will depend upon the environment and terrain. Speeds up to about 75 mi/h can be accommodated.</a:t>
            </a:r>
          </a:p>
          <a:p>
            <a:r>
              <a:rPr lang="en-US" dirty="0" smtClean="0"/>
              <a:t>Data rates are adaptable to the environment and range but can hit a maximum of 15 Mbps under ideal conditions. </a:t>
            </a:r>
          </a:p>
          <a:p>
            <a:r>
              <a:rPr lang="en-US" dirty="0" smtClean="0"/>
              <a:t>IEEE 802.16e uses 2048-channel OFDM to achieve these characteristics.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Mobile Version of </a:t>
            </a:r>
            <a:r>
              <a:rPr lang="en-US" b="1" dirty="0" err="1" smtClean="0">
                <a:solidFill>
                  <a:srgbClr val="FF0000"/>
                </a:solidFill>
              </a:rPr>
              <a:t>WiMAX</a:t>
            </a:r>
            <a:r>
              <a:rPr lang="en-US" b="1" smtClean="0">
                <a:solidFill>
                  <a:srgbClr val="FF0000"/>
                </a:solidFill>
              </a:rPr>
              <a:t>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access method is OFDMA (access) where the 2048 channel OFDM signal is divided among multiple users.</a:t>
            </a:r>
          </a:p>
          <a:p>
            <a:r>
              <a:rPr lang="en-US" dirty="0" smtClean="0"/>
              <a:t>With 64 channels assigned to each subscriber, one OFDMA bandwidth can accommodate up to 32 users.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5425</TotalTime>
  <Words>621</Words>
  <Application>Microsoft Office PowerPoint</Application>
  <PresentationFormat>On-screen Show (4:3)</PresentationFormat>
  <Paragraphs>47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Wireless Technologies (WiMAX and Wireless Metropolitan-Area Networks)</vt:lpstr>
      <vt:lpstr>Introduction</vt:lpstr>
      <vt:lpstr>Introduction</vt:lpstr>
      <vt:lpstr>IEEE 802.16-2004 or 802.16d</vt:lpstr>
      <vt:lpstr>point-to-multipoint (PMP)</vt:lpstr>
      <vt:lpstr>WiMAX Features</vt:lpstr>
      <vt:lpstr>WiMAX Features</vt:lpstr>
      <vt:lpstr>WiMAX Features</vt:lpstr>
      <vt:lpstr>WiMAX Features</vt:lpstr>
      <vt:lpstr>WiMAX Features</vt:lpstr>
      <vt:lpstr>Mobile Version of WiMAX</vt:lpstr>
      <vt:lpstr>Mobile Version of WiMAX Features</vt:lpstr>
      <vt:lpstr>Mobile Version of WiMAX Features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Communication</dc:title>
  <dc:creator>arya</dc:creator>
  <cp:lastModifiedBy>arya</cp:lastModifiedBy>
  <cp:revision>268</cp:revision>
  <dcterms:created xsi:type="dcterms:W3CDTF">2006-08-16T00:00:00Z</dcterms:created>
  <dcterms:modified xsi:type="dcterms:W3CDTF">2022-11-09T03:54:01Z</dcterms:modified>
</cp:coreProperties>
</file>