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Token Ring LAN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kr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History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Token Ring is a data link technology for local area networks (LANs) in which devices are connected in a star or ring topology. </a:t>
            </a:r>
          </a:p>
          <a:p>
            <a:r>
              <a:rPr lang="en-US" dirty="0" smtClean="0"/>
              <a:t>IBM developed it during the 1980s as an alternative to Ethernet. </a:t>
            </a:r>
          </a:p>
          <a:p>
            <a:r>
              <a:rPr lang="en-US" dirty="0" smtClean="0"/>
              <a:t>It operates at layer 2 of the OSI model. </a:t>
            </a:r>
          </a:p>
          <a:p>
            <a:r>
              <a:rPr lang="en-US" dirty="0" smtClean="0"/>
              <a:t>Starting in the 1990s, token ring significantly decreased in popularity, and business networks gradually phased it out as Ethernet technology began to dominate LAN designs.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Token ring (IEEE 802.5) is a communication protocol in a local area network (LAN) where all stations are connected in a ring topology and pass one or more tokens for channel acquisition.</a:t>
            </a:r>
          </a:p>
          <a:p>
            <a:r>
              <a:rPr lang="en-US" dirty="0" smtClean="0"/>
              <a:t> A token is a special frame of 3 bytes that circulates along the ring of stations.</a:t>
            </a:r>
          </a:p>
          <a:p>
            <a:r>
              <a:rPr lang="en-US" dirty="0" smtClean="0"/>
              <a:t> A station can send data frames only if it holds a token. The tokens are released on successful receipt of the data frame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Mechanism in Token Ring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If a station has a frame to transmit when it receives a token, it sends the frame and then passes the token to the next station; otherwise it simply passes the token to the next station.</a:t>
            </a:r>
          </a:p>
          <a:p>
            <a:r>
              <a:rPr lang="en-US" dirty="0" smtClean="0"/>
              <a:t> Passing the token means receiving the token from the preceding station and transmitting to the successor station. </a:t>
            </a:r>
          </a:p>
          <a:p>
            <a:r>
              <a:rPr lang="en-US" dirty="0" smtClean="0"/>
              <a:t>The data flow is unidirectional in the direction of the token passing. </a:t>
            </a:r>
          </a:p>
          <a:p>
            <a:r>
              <a:rPr lang="en-US" dirty="0" smtClean="0"/>
              <a:t>In order that tokens are not circulated infinitely, they are removed from the network once their purpose is completed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8915399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Token Ring Comparison with Ethernet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Unlike an Ethernet network, devices within a token ring network can have the same MAC address without causing issues.</a:t>
            </a:r>
          </a:p>
          <a:p>
            <a:r>
              <a:rPr lang="en-US" dirty="0" smtClean="0"/>
              <a:t>Cabling for token ring networks is more expensive than Ethernet CAT 3/5e cable. </a:t>
            </a:r>
          </a:p>
          <a:p>
            <a:r>
              <a:rPr lang="en-US" dirty="0" smtClean="0"/>
              <a:t>Token ring network cards and ports are also more expensive.</a:t>
            </a:r>
          </a:p>
          <a:p>
            <a:r>
              <a:rPr lang="en-US" dirty="0" smtClean="0"/>
              <a:t>Administrators can configure token ring networks so that certain nodes have more priority than others. </a:t>
            </a:r>
          </a:p>
          <a:p>
            <a:r>
              <a:rPr lang="en-US" dirty="0" smtClean="0"/>
              <a:t>Token ring networks use tokens to avoid collisions. Ethernet networks are more prone to collisions.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5507</TotalTime>
  <Words>223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Token Ring LAN</vt:lpstr>
      <vt:lpstr>History</vt:lpstr>
      <vt:lpstr>Introduction</vt:lpstr>
      <vt:lpstr> Mechanism in Token Ring </vt:lpstr>
      <vt:lpstr>Slide 5</vt:lpstr>
      <vt:lpstr>Token Ring Comparison with Ethernet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301</cp:revision>
  <dcterms:created xsi:type="dcterms:W3CDTF">2006-08-16T00:00:00Z</dcterms:created>
  <dcterms:modified xsi:type="dcterms:W3CDTF">2022-09-26T06:00:31Z</dcterms:modified>
</cp:coreProperties>
</file>