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4" r:id="rId16"/>
    <p:sldId id="271" r:id="rId17"/>
    <p:sldId id="272" r:id="rId18"/>
    <p:sldId id="273" r:id="rId19"/>
    <p:sldId id="276" r:id="rId20"/>
    <p:sldId id="275" r:id="rId21"/>
    <p:sldId id="27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Network Fundamentals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5200" y="4267200"/>
            <a:ext cx="5105400" cy="1905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Prepared By: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Er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.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Amit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kr</a:t>
            </a:r>
            <a:r>
              <a:rPr lang="en-US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Tewari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            Associate Professor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CS Dept.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                 ACEIT, </a:t>
            </a:r>
            <a:r>
              <a:rPr lang="en-US" dirty="0" err="1" smtClean="0">
                <a:solidFill>
                  <a:schemeClr val="tx1"/>
                </a:solidFill>
                <a:latin typeface="+mj-lt"/>
              </a:rPr>
              <a:t>Jaipur</a:t>
            </a:r>
            <a:endParaRPr lang="en-US" dirty="0" smtClean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Network Fundamentals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network is a communication system with two or more stations that can communicate with one another. </a:t>
            </a:r>
          </a:p>
          <a:p>
            <a:endParaRPr lang="en-US" dirty="0" smtClean="0"/>
          </a:p>
          <a:p>
            <a:r>
              <a:rPr lang="en-US" dirty="0" smtClean="0"/>
              <a:t>When it is desired to have each computer communicate with two or more additional computers, the interconnections can become complex.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9351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Network Fundamentals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sz="3600" dirty="0" smtClean="0"/>
              <a:t>The number of links L required between N PCs (nodes) is determined by using the formula.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2743200"/>
            <a:ext cx="76200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Network Fundamentals (</a:t>
            </a:r>
            <a:r>
              <a:rPr lang="en-US" b="1" dirty="0" err="1" smtClean="0">
                <a:solidFill>
                  <a:srgbClr val="FF0000"/>
                </a:solidFill>
              </a:rPr>
              <a:t>Contd</a:t>
            </a:r>
            <a:r>
              <a:rPr lang="en-US" b="1" dirty="0" smtClean="0">
                <a:solidFill>
                  <a:srgbClr val="FF0000"/>
                </a:solidFill>
              </a:rPr>
              <a:t>…)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number of links or cables increases in proportion to the number of nodes involved.</a:t>
            </a:r>
          </a:p>
          <a:p>
            <a:r>
              <a:rPr lang="en-US" dirty="0" smtClean="0"/>
              <a:t>Figure indicates, if four computers are to be interconnected, there must be three links to each PC.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Network Examples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752600"/>
            <a:ext cx="7315199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Types of Networks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943600"/>
          </a:xfrm>
        </p:spPr>
        <p:txBody>
          <a:bodyPr>
            <a:normAutofit/>
          </a:bodyPr>
          <a:lstStyle/>
          <a:p>
            <a:r>
              <a:rPr lang="en-US" dirty="0" smtClean="0"/>
              <a:t>Each computer or user in a network is referred to as a node. </a:t>
            </a:r>
          </a:p>
          <a:p>
            <a:endParaRPr lang="en-US" dirty="0" smtClean="0"/>
          </a:p>
          <a:p>
            <a:r>
              <a:rPr lang="en-US" dirty="0" smtClean="0"/>
              <a:t>The interconnection between the nodes is referred to as the communication link. </a:t>
            </a:r>
          </a:p>
          <a:p>
            <a:endParaRPr lang="en-US" dirty="0" smtClean="0"/>
          </a:p>
          <a:p>
            <a:r>
              <a:rPr lang="en-US" dirty="0" smtClean="0"/>
              <a:t>In most computer networks, each node is a personal computer, but in some cases a peripheral device such as a laser printer or an embedded controller built into another piece of equipment can be a node.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Types of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four basic types of electronic networks in common use: </a:t>
            </a:r>
          </a:p>
          <a:p>
            <a:pPr>
              <a:buNone/>
            </a:pPr>
            <a:r>
              <a:rPr lang="en-US" dirty="0" smtClean="0"/>
              <a:t>Wide-Area Networks (WANs)</a:t>
            </a:r>
          </a:p>
          <a:p>
            <a:pPr>
              <a:buNone/>
            </a:pPr>
            <a:r>
              <a:rPr lang="en-US" dirty="0" smtClean="0"/>
              <a:t>Metropolitan-Area Networks (MANs)</a:t>
            </a:r>
          </a:p>
          <a:p>
            <a:pPr>
              <a:buNone/>
            </a:pPr>
            <a:r>
              <a:rPr lang="en-US" dirty="0" smtClean="0"/>
              <a:t>Local-Area Networks (LANs)</a:t>
            </a:r>
          </a:p>
          <a:p>
            <a:pPr>
              <a:buNone/>
            </a:pPr>
            <a:r>
              <a:rPr lang="en-US" dirty="0" smtClean="0"/>
              <a:t>Personal-Area Networks (PANs)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Wide-Area Networks (WANs)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WAN covers a significant geographic area.</a:t>
            </a:r>
          </a:p>
          <a:p>
            <a:r>
              <a:rPr lang="en-US" dirty="0" smtClean="0"/>
              <a:t>Local telephone systems are WANs, as are the many long-distance telephone systems linked together across the country and to WANs in other countries.</a:t>
            </a:r>
          </a:p>
          <a:p>
            <a:r>
              <a:rPr lang="en-US" dirty="0" smtClean="0"/>
              <a:t>Any node can contact any other node in the system.</a:t>
            </a:r>
          </a:p>
          <a:p>
            <a:r>
              <a:rPr lang="en-US" dirty="0" smtClean="0"/>
              <a:t>The nationwide and worldwide fiber-optic networks set up since the to carry Internet traffic are also WANs.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Metropolitan-Area Networks (MANs)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MANs are smaller networks that generally cover a city, town, or village. </a:t>
            </a:r>
          </a:p>
          <a:p>
            <a:r>
              <a:rPr lang="en-US" dirty="0" smtClean="0"/>
              <a:t>Cable TV systems are MANs.</a:t>
            </a:r>
          </a:p>
          <a:p>
            <a:r>
              <a:rPr lang="en-US" dirty="0" smtClean="0"/>
              <a:t>The cable TV channel selector boxes are all nodes in the system.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Local-Area Networks (LANs)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715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LAN consists primarily of personal computers interconnected within an office or building.</a:t>
            </a:r>
          </a:p>
          <a:p>
            <a:r>
              <a:rPr lang="en-US" dirty="0" smtClean="0"/>
              <a:t>Most LAN systems connect 10 to several thousand users.</a:t>
            </a:r>
          </a:p>
          <a:p>
            <a:r>
              <a:rPr lang="en-US" dirty="0" smtClean="0"/>
              <a:t>Small LANs can be used by a company to interconnect several offices in the same building; in such cases, wiring can be run between different floors of the building to make the connection. </a:t>
            </a:r>
          </a:p>
          <a:p>
            <a:r>
              <a:rPr lang="en-US" dirty="0" smtClean="0"/>
              <a:t>Larger LANs can interconnect several buildings within a complex, e.g., large companies with multiple buildings, military installations, and college campuses.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Personal-Area Networks (PANs)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PAN is a short-range wireless network that is set up automatically between two or more devices such as laptop computers, peripheral devices, or cell phones. </a:t>
            </a:r>
          </a:p>
          <a:p>
            <a:r>
              <a:rPr lang="en-US" dirty="0" smtClean="0"/>
              <a:t>The distance between the devices is very short, no  more than about 10 m and usually much less.</a:t>
            </a:r>
          </a:p>
          <a:p>
            <a:r>
              <a:rPr lang="en-US" dirty="0" smtClean="0"/>
              <a:t>PANs are referred to as ad hoc networks that are set up for a specific single purpose, such as the transfer of data between the devices as required by some application.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304800"/>
            <a:ext cx="8229600" cy="5477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Network Topologies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topology of a network describes the basic communication paths between, and methods used to connect, the nodes on a network. </a:t>
            </a:r>
          </a:p>
          <a:p>
            <a:r>
              <a:rPr lang="en-US" dirty="0" smtClean="0"/>
              <a:t>The three most common topologies used are star, ring, and bus. These topologies apply to the LAN, MAN, and WAN.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Star Topology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basic star configuration consists of a central controller node and multiple individual stations connected to it.</a:t>
            </a:r>
          </a:p>
          <a:p>
            <a:r>
              <a:rPr lang="en-US" dirty="0" smtClean="0"/>
              <a:t>The resulting system resembles a </a:t>
            </a:r>
            <a:r>
              <a:rPr lang="en-US" dirty="0" err="1" smtClean="0"/>
              <a:t>multipointed</a:t>
            </a:r>
            <a:r>
              <a:rPr lang="en-US" dirty="0" smtClean="0"/>
              <a:t> star. The central or controlling PC, often referred to as the server, is typically larger and faster than the other PCs and contains a large hard drive where shared data and programs are stored. </a:t>
            </a:r>
          </a:p>
          <a:p>
            <a:r>
              <a:rPr lang="en-US" dirty="0" smtClean="0"/>
              <a:t>Any communication between two PCs passes through the server.</a:t>
            </a:r>
          </a:p>
          <a:p>
            <a:r>
              <a:rPr lang="en-US" dirty="0" smtClean="0"/>
              <a:t>The server and its software manage the linkup of individual computers and the transfer of data between them.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8600"/>
            <a:ext cx="8333772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Advantages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star-type LAN is extremely simple and straightforward. </a:t>
            </a:r>
          </a:p>
          <a:p>
            <a:r>
              <a:rPr lang="en-US" dirty="0" smtClean="0"/>
              <a:t>New nodes can be quickly and easily added to the system. Furthermore, the failure of one node does not disable the entire system. </a:t>
            </a:r>
          </a:p>
          <a:p>
            <a:r>
              <a:rPr lang="en-US" dirty="0" smtClean="0"/>
              <a:t>Of course, if the server node goes down, the network is disabled, although the individual PCs will continue to operate independently.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Disadvantages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 networks generally require more cable than other network topologies.</a:t>
            </a:r>
          </a:p>
          <a:p>
            <a:r>
              <a:rPr lang="en-US" dirty="0" smtClean="0"/>
              <a:t>The fact that all communication must pass through the node does place some speed restrictions on the transfer of data.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Bus Topology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867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 bus is simply a common cable to which all the nodes are attached. </a:t>
            </a:r>
          </a:p>
          <a:p>
            <a:r>
              <a:rPr lang="en-US" dirty="0" smtClean="0"/>
              <a:t>The bus is bidirectional in that signals can be transmitted in either direction between any two of the nodes; however, only one of the nodes can transmit at a given time.</a:t>
            </a:r>
          </a:p>
          <a:p>
            <a:r>
              <a:rPr lang="en-US" dirty="0" smtClean="0"/>
              <a:t>The primary advantage of the bus is that it is faster than any of the other topologies. The wiring is simple, and the bus can be easily expanded.</a:t>
            </a:r>
          </a:p>
          <a:p>
            <a:r>
              <a:rPr lang="en-US" dirty="0" smtClean="0"/>
              <a:t>Bus topology is not great for large networks.</a:t>
            </a:r>
          </a:p>
          <a:p>
            <a:r>
              <a:rPr lang="en-US" dirty="0" smtClean="0"/>
              <a:t>Identification of problem becomes difficult if whole network goes down.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Bus Topology</a:t>
            </a:r>
            <a:endParaRPr lang="en-US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752600"/>
            <a:ext cx="35814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Mesh Topology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6019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A mesh network is one in which each node is connected to all other nodes.</a:t>
            </a:r>
          </a:p>
          <a:p>
            <a:r>
              <a:rPr lang="en-US" dirty="0" smtClean="0"/>
              <a:t>Of course this leads to major costs and complications as the number of nodes increases. </a:t>
            </a:r>
          </a:p>
          <a:p>
            <a:r>
              <a:rPr lang="en-US" dirty="0" smtClean="0"/>
              <a:t>The primary value of the mesh network is that there are multiple paths for data to take from one node to another. </a:t>
            </a:r>
          </a:p>
          <a:p>
            <a:r>
              <a:rPr lang="en-US" dirty="0" smtClean="0"/>
              <a:t>This provides for redundancy that can provide a continuous connection when one or more of the links are broken.</a:t>
            </a:r>
          </a:p>
          <a:p>
            <a:r>
              <a:rPr lang="en-US" dirty="0" smtClean="0"/>
              <a:t>The lack of one link does not keep the data from reaching its destination by another path. </a:t>
            </a:r>
          </a:p>
          <a:p>
            <a:r>
              <a:rPr lang="en-US" dirty="0" smtClean="0"/>
              <a:t>This redundancy provides increased network reliability.</a:t>
            </a:r>
          </a:p>
          <a:p>
            <a:r>
              <a:rPr lang="en-US" dirty="0" smtClean="0"/>
              <a:t> Most partial mesh networks are implemented with wireless links. 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Other Topologies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daisy chain topology is simply a ring that has been broken. </a:t>
            </a:r>
          </a:p>
          <a:p>
            <a:r>
              <a:rPr lang="en-US" dirty="0" smtClean="0"/>
              <a:t>Another variation is called the tree topology. This topology is simply a bus design in which each node has multiple interconnections to other nodes through a star interconnection. </a:t>
            </a:r>
            <a:endParaRPr lang="en-US" smtClean="0"/>
          </a:p>
          <a:p>
            <a:r>
              <a:rPr lang="en-US" smtClean="0"/>
              <a:t>In </a:t>
            </a:r>
            <a:r>
              <a:rPr lang="en-US" dirty="0" smtClean="0"/>
              <a:t>others, the network consists of branches from one node to two or more other nodes.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5437</TotalTime>
  <Words>971</Words>
  <Application>Microsoft Office PowerPoint</Application>
  <PresentationFormat>On-screen Show (4:3)</PresentationFormat>
  <Paragraphs>78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Network Fundamentals</vt:lpstr>
      <vt:lpstr>Network Fundamentals</vt:lpstr>
      <vt:lpstr>Network Fundamentals The number of links L required between N PCs (nodes) is determined by using the formula. </vt:lpstr>
      <vt:lpstr>Network Fundamentals (Contd…)</vt:lpstr>
      <vt:lpstr>Network Examples</vt:lpstr>
      <vt:lpstr>Types of Networks</vt:lpstr>
      <vt:lpstr>Types of Networks</vt:lpstr>
      <vt:lpstr>Wide-Area Networks (WANs)</vt:lpstr>
      <vt:lpstr>Metropolitan-Area Networks (MANs)</vt:lpstr>
      <vt:lpstr>Local-Area Networks (LANs)</vt:lpstr>
      <vt:lpstr>Personal-Area Networks (PANs)</vt:lpstr>
      <vt:lpstr>Slide 12</vt:lpstr>
      <vt:lpstr>Network Topologies</vt:lpstr>
      <vt:lpstr>Star Topology</vt:lpstr>
      <vt:lpstr>Slide 15</vt:lpstr>
      <vt:lpstr>Advantages</vt:lpstr>
      <vt:lpstr>Disadvantages</vt:lpstr>
      <vt:lpstr>Bus Topology</vt:lpstr>
      <vt:lpstr>Bus Topology</vt:lpstr>
      <vt:lpstr>Mesh Topology</vt:lpstr>
      <vt:lpstr>Other Topologies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Optical Communication</dc:title>
  <dc:creator>arya</dc:creator>
  <cp:lastModifiedBy>arya</cp:lastModifiedBy>
  <cp:revision>262</cp:revision>
  <dcterms:created xsi:type="dcterms:W3CDTF">2006-08-16T00:00:00Z</dcterms:created>
  <dcterms:modified xsi:type="dcterms:W3CDTF">2022-09-26T05:59:33Z</dcterms:modified>
</cp:coreProperties>
</file>