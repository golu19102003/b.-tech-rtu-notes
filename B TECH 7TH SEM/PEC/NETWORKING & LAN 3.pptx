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7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Ethernet LANs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05200" y="4267200"/>
            <a:ext cx="5105400" cy="190500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>
                <a:solidFill>
                  <a:schemeClr val="tx1"/>
                </a:solidFill>
                <a:latin typeface="+mj-lt"/>
              </a:rPr>
              <a:t>Prepared By: </a:t>
            </a:r>
            <a:r>
              <a:rPr lang="en-US" dirty="0" err="1" smtClean="0">
                <a:solidFill>
                  <a:schemeClr val="tx1"/>
                </a:solidFill>
                <a:latin typeface="+mj-lt"/>
              </a:rPr>
              <a:t>Er</a:t>
            </a:r>
            <a:r>
              <a:rPr lang="en-US" dirty="0" smtClean="0">
                <a:solidFill>
                  <a:schemeClr val="tx1"/>
                </a:solidFill>
                <a:latin typeface="+mj-lt"/>
              </a:rPr>
              <a:t>. </a:t>
            </a:r>
            <a:r>
              <a:rPr lang="en-US" dirty="0" err="1" smtClean="0">
                <a:solidFill>
                  <a:schemeClr val="tx1"/>
                </a:solidFill>
                <a:latin typeface="+mj-lt"/>
              </a:rPr>
              <a:t>Amit</a:t>
            </a:r>
            <a:r>
              <a:rPr lang="en-US" dirty="0" smtClean="0">
                <a:solidFill>
                  <a:schemeClr val="tx1"/>
                </a:solidFill>
                <a:latin typeface="+mj-lt"/>
              </a:rPr>
              <a:t> Kr </a:t>
            </a:r>
            <a:r>
              <a:rPr lang="en-US" smtClean="0">
                <a:solidFill>
                  <a:schemeClr val="tx1"/>
                </a:solidFill>
                <a:latin typeface="+mj-lt"/>
              </a:rPr>
              <a:t>Tewari</a:t>
            </a:r>
            <a:endParaRPr lang="en-US" dirty="0" smtClean="0">
              <a:solidFill>
                <a:schemeClr val="tx1"/>
              </a:solidFill>
              <a:latin typeface="+mj-lt"/>
            </a:endParaRPr>
          </a:p>
          <a:p>
            <a:r>
              <a:rPr lang="en-US" dirty="0" smtClean="0">
                <a:solidFill>
                  <a:schemeClr val="tx1"/>
                </a:solidFill>
                <a:latin typeface="+mj-lt"/>
              </a:rPr>
              <a:t>                             Associate Professor</a:t>
            </a:r>
          </a:p>
          <a:p>
            <a:r>
              <a:rPr lang="en-US" dirty="0" smtClean="0">
                <a:solidFill>
                  <a:schemeClr val="tx1"/>
                </a:solidFill>
                <a:latin typeface="+mj-lt"/>
              </a:rPr>
              <a:t>         CS Dept.</a:t>
            </a:r>
          </a:p>
          <a:p>
            <a:r>
              <a:rPr lang="en-US" dirty="0" smtClean="0">
                <a:solidFill>
                  <a:schemeClr val="tx1"/>
                </a:solidFill>
                <a:latin typeface="+mj-lt"/>
              </a:rPr>
              <a:t>                 ACEIT, </a:t>
            </a:r>
            <a:r>
              <a:rPr lang="en-US" dirty="0" err="1" smtClean="0">
                <a:solidFill>
                  <a:schemeClr val="tx1"/>
                </a:solidFill>
                <a:latin typeface="+mj-lt"/>
              </a:rPr>
              <a:t>Jaipur</a:t>
            </a:r>
            <a:endParaRPr lang="en-US" dirty="0" smtClean="0">
              <a:solidFill>
                <a:schemeClr val="tx1"/>
              </a:solidFill>
              <a:latin typeface="+mj-lt"/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History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One of the oldest and by far the most widely used of all LANs is Ethernet. </a:t>
            </a:r>
          </a:p>
          <a:p>
            <a:r>
              <a:rPr lang="en-US" dirty="0" smtClean="0"/>
              <a:t>Ethernet, which was developed by Xerox Corporation at Palo Alto Research Center in the 1970s.</a:t>
            </a:r>
          </a:p>
          <a:p>
            <a:r>
              <a:rPr lang="en-US" dirty="0" smtClean="0"/>
              <a:t>In 1980, Xerox joined with Digital Equipment Corporation (now part of </a:t>
            </a:r>
            <a:r>
              <a:rPr lang="en-US" dirty="0" err="1" smtClean="0"/>
              <a:t>HewlettPackard</a:t>
            </a:r>
            <a:r>
              <a:rPr lang="en-US" dirty="0" smtClean="0"/>
              <a:t>) and Intel to sponsor a joint standard for Ethernet. </a:t>
            </a:r>
          </a:p>
          <a:p>
            <a:r>
              <a:rPr lang="en-US" dirty="0" smtClean="0"/>
              <a:t>The collaboration resulted in a </a:t>
            </a:r>
            <a:r>
              <a:rPr lang="en-US" dirty="0" err="1" smtClean="0"/>
              <a:t>defi</a:t>
            </a:r>
            <a:r>
              <a:rPr lang="en-US" dirty="0" smtClean="0"/>
              <a:t> </a:t>
            </a:r>
            <a:r>
              <a:rPr lang="en-US" dirty="0" err="1" smtClean="0"/>
              <a:t>nition</a:t>
            </a:r>
            <a:r>
              <a:rPr lang="en-US" dirty="0" smtClean="0"/>
              <a:t> that became the basis for the IEEE 802.3 standard. 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Topology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original versions of Ethernet used a bus topology. </a:t>
            </a:r>
          </a:p>
          <a:p>
            <a:r>
              <a:rPr lang="en-US" dirty="0" smtClean="0"/>
              <a:t>Today, most use a physical star configuration.</a:t>
            </a:r>
          </a:p>
          <a:p>
            <a:r>
              <a:rPr lang="en-US" dirty="0" smtClean="0"/>
              <a:t>Each node uses a twisted-pair cable to connect into a centrally located hub or switch.</a:t>
            </a:r>
          </a:p>
          <a:p>
            <a:r>
              <a:rPr lang="en-US" dirty="0" smtClean="0"/>
              <a:t> The switch is then connected to a router or gateway that provides access to the services needed by each user.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81000" y="304800"/>
            <a:ext cx="85344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Encoding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Ethernet uses baseband data transmission methods. </a:t>
            </a:r>
          </a:p>
          <a:p>
            <a:r>
              <a:rPr lang="en-US" dirty="0" smtClean="0"/>
              <a:t>This means that the serial data to be transmitted is placed directly on the bus media. </a:t>
            </a:r>
          </a:p>
          <a:p>
            <a:r>
              <a:rPr lang="en-US" dirty="0" smtClean="0"/>
              <a:t>Before transmission, however, the binary data is encoded into a unique variation of the binary code known as the Manchester code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Speed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The standard transmission speed for original basic Ethernet LANs is 10 Mbps.</a:t>
            </a:r>
          </a:p>
          <a:p>
            <a:r>
              <a:rPr lang="en-US" dirty="0" smtClean="0"/>
              <a:t>A more widely used version of Ethernet is called Fast Ethernet. It has a speed of 100 Mbps. </a:t>
            </a:r>
          </a:p>
          <a:p>
            <a:r>
              <a:rPr lang="en-US" dirty="0" smtClean="0"/>
              <a:t>Other versions of Ethernet run at speeds of 1 </a:t>
            </a:r>
            <a:r>
              <a:rPr lang="en-US" dirty="0" err="1" smtClean="0"/>
              <a:t>Gbps</a:t>
            </a:r>
            <a:r>
              <a:rPr lang="en-US" dirty="0" smtClean="0"/>
              <a:t> or 10 </a:t>
            </a:r>
            <a:r>
              <a:rPr lang="en-US" dirty="0" err="1" smtClean="0"/>
              <a:t>Gbps</a:t>
            </a:r>
            <a:r>
              <a:rPr lang="en-US" dirty="0" smtClean="0"/>
              <a:t>, typically over fiber-optic cable but also on shorter lengths of coaxial or twisted-pair cable. </a:t>
            </a:r>
          </a:p>
          <a:p>
            <a:r>
              <a:rPr lang="en-US" dirty="0" smtClean="0"/>
              <a:t>The most common version of Ethernet today is Gigabit Ethernet (GE), which is essentially an integral part of every PC and laptop.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Transmission Medium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60960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The original transmission medium for Ethernet was coaxial cable. </a:t>
            </a:r>
          </a:p>
          <a:p>
            <a:r>
              <a:rPr lang="en-US" dirty="0" smtClean="0"/>
              <a:t>However, today twisted-pair versions of Ethernet are more popular.</a:t>
            </a:r>
          </a:p>
          <a:p>
            <a:r>
              <a:rPr lang="en-US" dirty="0" smtClean="0"/>
              <a:t>The two main types of coaxial cable used in Ethernet networks are RG-8/U and RG-58/U</a:t>
            </a:r>
          </a:p>
          <a:p>
            <a:r>
              <a:rPr lang="en-US" dirty="0" smtClean="0"/>
              <a:t>Ethernet systems using thick coaxial cable are generally referred to as 10Base-5 systems, where 10 means a 10-Mbps speed.</a:t>
            </a:r>
          </a:p>
          <a:p>
            <a:r>
              <a:rPr lang="en-US" dirty="0" smtClean="0"/>
              <a:t>More recent versions of Ethernet use twisted-pair cable. </a:t>
            </a:r>
          </a:p>
          <a:p>
            <a:r>
              <a:rPr lang="en-US" dirty="0" smtClean="0"/>
              <a:t>The twisted-pair version of Ethernet is referred to as a 10Base-T network, where the T stands for twisted-pair.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Hub for Ethernet 10Base-T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33400" y="2133601"/>
            <a:ext cx="7924800" cy="2801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100-Mbps Ethernet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Several 100-Mbps versions have been developed including 100Base-T or 100Base-TX, also called Fast Ethernet, 100VG-AnyLAN, 100Base-T4, and 100Base-FX. </a:t>
            </a:r>
          </a:p>
          <a:p>
            <a:r>
              <a:rPr lang="en-US" dirty="0" smtClean="0"/>
              <a:t>All use twisted-pair cable except the FX version, which uses fiber-optic cable.</a:t>
            </a:r>
          </a:p>
          <a:p>
            <a:r>
              <a:rPr lang="en-US" dirty="0" smtClean="0"/>
              <a:t>The TX and FX methods use the carrier sense multiple access with collision detection (CSMA/CD) access method.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100-Mbps Ethernet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The 100VG-AnyLAN and -T4 versions use unique access methods. </a:t>
            </a:r>
          </a:p>
          <a:p>
            <a:r>
              <a:rPr lang="en-US" dirty="0" smtClean="0"/>
              <a:t>Most, if not all, NICs support 10-Mbps, 100-Mbps, and 1-Gbps rates.</a:t>
            </a:r>
          </a:p>
          <a:p>
            <a:r>
              <a:rPr lang="en-US" dirty="0" smtClean="0"/>
              <a:t>By far the most popular version of 100-Mbps Ethernet is 100Base-TX, or Fast Ethernet. </a:t>
            </a:r>
          </a:p>
          <a:p>
            <a:r>
              <a:rPr lang="en-US" dirty="0" smtClean="0"/>
              <a:t>It uses two unshielded twisted pairs instead of the single pair used in standard 10Base-T.</a:t>
            </a:r>
          </a:p>
          <a:p>
            <a:r>
              <a:rPr lang="en-US" dirty="0" smtClean="0"/>
              <a:t>One pair is used for transmitting, and the other is used for receiving, permitting full duplex operation, which is not possible with standard Ethernet.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620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100-Mbps Ethernet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60198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To achieve such high speeds on UTP, several important technical changes were implemented in Fast Ethernet:</a:t>
            </a:r>
          </a:p>
          <a:p>
            <a:pPr marL="514350" indent="-514350">
              <a:buAutoNum type="arabicPeriod"/>
            </a:pPr>
            <a:r>
              <a:rPr lang="en-US" b="1" dirty="0" smtClean="0"/>
              <a:t>Cable length is restricted to 100 m of category 5 UTP (minimal inductance, capacitance, and resistance)</a:t>
            </a:r>
          </a:p>
          <a:p>
            <a:pPr marL="514350" indent="-514350">
              <a:buAutoNum type="arabicPeriod"/>
            </a:pPr>
            <a:r>
              <a:rPr lang="en-US" b="1" dirty="0" smtClean="0"/>
              <a:t>Second, a new type of encoding method is used. Called MLT-3</a:t>
            </a:r>
          </a:p>
          <a:p>
            <a:pPr marL="514350" indent="-514350">
              <a:buNone/>
            </a:pPr>
            <a:r>
              <a:rPr lang="en-US" dirty="0" smtClean="0"/>
              <a:t>       As for access method, 100Base-T uses CSMA/CD. Most 100-Mbps Ethernet systems use the 100Base-T format described here. </a:t>
            </a:r>
          </a:p>
          <a:p>
            <a:pPr marL="514350" indent="-514350">
              <a:buNone/>
            </a:pPr>
            <a:r>
              <a:rPr lang="en-US" dirty="0" smtClean="0"/>
              <a:t>       100Base-FX is a fiber-optic cable version of Ethernet. </a:t>
            </a:r>
            <a:endParaRPr lang="en-US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Gigabit Ethernet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Gigabit Ethernet (1 GE) is capable of achieving 1000 Mbps or 1 </a:t>
            </a:r>
            <a:r>
              <a:rPr lang="en-US" dirty="0" err="1" smtClean="0"/>
              <a:t>Gbps</a:t>
            </a:r>
            <a:r>
              <a:rPr lang="en-US" dirty="0" smtClean="0"/>
              <a:t> over category 5 UTP or fiber-optic cable. </a:t>
            </a:r>
          </a:p>
          <a:p>
            <a:r>
              <a:rPr lang="en-US" dirty="0" smtClean="0"/>
              <a:t>The 1-Gbps speed is more readily achieved with fiber-optic cable, but it is more expensive. </a:t>
            </a:r>
          </a:p>
          <a:p>
            <a:r>
              <a:rPr lang="en-US" dirty="0" smtClean="0"/>
              <a:t>The UTP version of Gigabit Ethernet is defined by the IEEE standard 802.3ab and is generally referred to as 1000Base-T.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Gigabit Ethernet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2 bits is transmitted for each baud or symbol level, the data rate on each twisted pair is 250 Mbps. </a:t>
            </a:r>
          </a:p>
          <a:p>
            <a:r>
              <a:rPr lang="en-US" dirty="0" smtClean="0"/>
              <a:t>Together, the four pairs produce a composite data rate of 4 3 250 5 1000 Mbps or 1 </a:t>
            </a:r>
            <a:r>
              <a:rPr lang="en-US" dirty="0" err="1" smtClean="0"/>
              <a:t>Gbps</a:t>
            </a:r>
            <a:r>
              <a:rPr lang="en-US" dirty="0" smtClean="0"/>
              <a:t>. </a:t>
            </a:r>
          </a:p>
          <a:p>
            <a:r>
              <a:rPr lang="en-US" dirty="0" smtClean="0"/>
              <a:t>Maximum distance is 100 m. </a:t>
            </a:r>
          </a:p>
          <a:p>
            <a:r>
              <a:rPr lang="en-US" dirty="0" smtClean="0"/>
              <a:t>The CSMA/CD access method is used, and communication can be half or full duplex.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Gigabit Ethernet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066800" y="1676400"/>
            <a:ext cx="72390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Fiber-Optic Cable Versions of Gigabit Ethernet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Defined under the IEEE 802.3z standard. </a:t>
            </a:r>
          </a:p>
          <a:p>
            <a:r>
              <a:rPr lang="en-US" dirty="0" smtClean="0"/>
              <a:t>All data transmissions are serial, unlike transmissions with the 1000Base-T UTP version. </a:t>
            </a:r>
          </a:p>
          <a:p>
            <a:r>
              <a:rPr lang="en-US" dirty="0" smtClean="0"/>
              <a:t>The 1000Base-LX version uses a single-mode fiber (SMF) cable with a diameter of 9 </a:t>
            </a:r>
            <a:r>
              <a:rPr lang="en-US" dirty="0" err="1" smtClean="0"/>
              <a:t>μm</a:t>
            </a:r>
            <a:r>
              <a:rPr lang="en-US" dirty="0" smtClean="0"/>
              <a:t> and a transmitting laser operating at an infrared wavelength of 1310 nm. </a:t>
            </a:r>
          </a:p>
          <a:p>
            <a:r>
              <a:rPr lang="en-US" dirty="0" smtClean="0"/>
              <a:t>It can achieve 1 </a:t>
            </a:r>
            <a:r>
              <a:rPr lang="en-US" dirty="0" err="1" smtClean="0"/>
              <a:t>Gbps</a:t>
            </a:r>
            <a:r>
              <a:rPr lang="en-US" dirty="0" smtClean="0"/>
              <a:t> on a cable length to 10 km. </a:t>
            </a:r>
          </a:p>
          <a:p>
            <a:r>
              <a:rPr lang="en-US" dirty="0" smtClean="0"/>
              <a:t>When the larger, less expensive multimode fiber (MMF) is used, the maximum operating distances are 550 m with 50-μm-diameter fiber and 500 m with 62.5-μm-diameter fiber.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10-Gbit Ethernet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An even faster version of Ethernet is 10-Gbit Ethernet (10GE), which permits data speeds up to 10 </a:t>
            </a:r>
            <a:r>
              <a:rPr lang="en-US" dirty="0" err="1" smtClean="0"/>
              <a:t>Gbps</a:t>
            </a:r>
            <a:r>
              <a:rPr lang="en-US" dirty="0" smtClean="0"/>
              <a:t> over fiber-optic cable as well as higher grades of twisted-pair. </a:t>
            </a:r>
          </a:p>
          <a:p>
            <a:r>
              <a:rPr lang="en-US" dirty="0" smtClean="0"/>
              <a:t>The defining IEEE standard is 802.3ae.</a:t>
            </a:r>
          </a:p>
          <a:p>
            <a:r>
              <a:rPr lang="en-US" dirty="0" smtClean="0"/>
              <a:t>Three of the five variations use serial data transmission. </a:t>
            </a:r>
          </a:p>
          <a:p>
            <a:r>
              <a:rPr lang="en-US" dirty="0" smtClean="0"/>
              <a:t>The other two use what is called wide-wavelength division multiplexing (WWDM).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10-Gbit Ethernet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81000" y="2209800"/>
            <a:ext cx="8001000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5490</TotalTime>
  <Words>896</Words>
  <Application>Microsoft Office PowerPoint</Application>
  <PresentationFormat>On-screen Show (4:3)</PresentationFormat>
  <Paragraphs>70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Ethernet LANs</vt:lpstr>
      <vt:lpstr>History</vt:lpstr>
      <vt:lpstr>Topology</vt:lpstr>
      <vt:lpstr>Slide 4</vt:lpstr>
      <vt:lpstr>Encoding</vt:lpstr>
      <vt:lpstr>Speed</vt:lpstr>
      <vt:lpstr>Transmission Medium</vt:lpstr>
      <vt:lpstr>Hub for Ethernet 10Base-T</vt:lpstr>
      <vt:lpstr>100-Mbps Ethernet</vt:lpstr>
      <vt:lpstr>100-Mbps Ethernet</vt:lpstr>
      <vt:lpstr>100-Mbps Ethernet</vt:lpstr>
      <vt:lpstr>Gigabit Ethernet</vt:lpstr>
      <vt:lpstr>Gigabit Ethernet</vt:lpstr>
      <vt:lpstr>Gigabit Ethernet</vt:lpstr>
      <vt:lpstr>Fiber-Optic Cable Versions of Gigabit Ethernet</vt:lpstr>
      <vt:lpstr>10-Gbit Ethernet</vt:lpstr>
      <vt:lpstr>10-Gbit Ethernet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Optical Communication</dc:title>
  <dc:creator>arya</dc:creator>
  <cp:lastModifiedBy>arya</cp:lastModifiedBy>
  <cp:revision>291</cp:revision>
  <dcterms:created xsi:type="dcterms:W3CDTF">2006-08-16T00:00:00Z</dcterms:created>
  <dcterms:modified xsi:type="dcterms:W3CDTF">2022-09-26T06:00:10Z</dcterms:modified>
</cp:coreProperties>
</file>