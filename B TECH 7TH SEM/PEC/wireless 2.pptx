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Wireless Technologies</a:t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>(</a:t>
            </a:r>
            <a:r>
              <a:rPr lang="en-US" b="1" dirty="0" err="1" smtClean="0">
                <a:solidFill>
                  <a:srgbClr val="FF0000"/>
                </a:solidFill>
              </a:rPr>
              <a:t>ZigBee</a:t>
            </a:r>
            <a:r>
              <a:rPr lang="en-US" b="1" dirty="0" smtClean="0">
                <a:solidFill>
                  <a:srgbClr val="FF0000"/>
                </a:solidFill>
              </a:rPr>
              <a:t> and Mesh Wireless Networks)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5200" y="4267200"/>
            <a:ext cx="5105400" cy="1905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Prepared By: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Er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.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Amit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Kr.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Tewari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                    Associate Professor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CS Dept.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        ACEIT,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Jaipur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Basics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ZigBee</a:t>
            </a:r>
            <a:r>
              <a:rPr lang="en-US" dirty="0" smtClean="0"/>
              <a:t> is the commercial name for another PAN network technology based on the IEEE 802.15.4 wireless standard.</a:t>
            </a:r>
          </a:p>
          <a:p>
            <a:r>
              <a:rPr lang="en-US" dirty="0" smtClean="0"/>
              <a:t>Like Bluetooth, it is a short-range technology with networking capability.</a:t>
            </a:r>
          </a:p>
          <a:p>
            <a:r>
              <a:rPr lang="en-US" dirty="0" smtClean="0"/>
              <a:t>It was designed primarily for commercial, industrial, and home monitoring and control applications.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802.15.4 standard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 802.15.4 standard defines the so-called air interface, which is the physical layer (PHY or layer 1 of the OSI standard) and the media access control (MAC or layer 2) of the system.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 smtClean="0"/>
              <a:t>ZigBee</a:t>
            </a:r>
            <a:r>
              <a:rPr lang="en-US" dirty="0" smtClean="0"/>
              <a:t> Alliance, an organization of chip, software, and equipment vendors of </a:t>
            </a:r>
            <a:r>
              <a:rPr lang="en-US" dirty="0" err="1" smtClean="0"/>
              <a:t>ZigBee</a:t>
            </a:r>
            <a:r>
              <a:rPr lang="en-US" dirty="0" smtClean="0"/>
              <a:t> products, specifies additional higher levels of layers including networking and security.</a:t>
            </a:r>
          </a:p>
          <a:p>
            <a:endParaRPr lang="en-US" dirty="0" smtClean="0"/>
          </a:p>
          <a:p>
            <a:r>
              <a:rPr lang="en-US" dirty="0" err="1" smtClean="0"/>
              <a:t>ZigBee</a:t>
            </a:r>
            <a:r>
              <a:rPr lang="en-US" dirty="0" smtClean="0"/>
              <a:t> is designed to operate in the license-free spectrum available in the world.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802.15.4 standard (Frequency Band)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2133600"/>
            <a:ext cx="7848600" cy="281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802.15.4 standard (Features)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It is a technology of home networking. </a:t>
            </a:r>
            <a:r>
              <a:rPr lang="en-US" dirty="0" err="1" smtClean="0"/>
              <a:t>ZigBee</a:t>
            </a:r>
            <a:r>
              <a:rPr lang="en-US" dirty="0" smtClean="0"/>
              <a:t> is a technological standard created for controlling and sensor the network.</a:t>
            </a:r>
          </a:p>
          <a:p>
            <a:pPr fontAlgn="base"/>
            <a:r>
              <a:rPr lang="en-US" dirty="0" smtClean="0"/>
              <a:t>Low Power Consumption</a:t>
            </a:r>
          </a:p>
          <a:p>
            <a:pPr fontAlgn="base"/>
            <a:r>
              <a:rPr lang="en-US" dirty="0" smtClean="0"/>
              <a:t>Low Data Rate (20- 250 kbps)</a:t>
            </a:r>
          </a:p>
          <a:p>
            <a:pPr fontAlgn="base"/>
            <a:r>
              <a:rPr lang="en-US" dirty="0" smtClean="0"/>
              <a:t>Short-Range (75-100 meters)</a:t>
            </a:r>
          </a:p>
          <a:p>
            <a:pPr fontAlgn="base"/>
            <a:r>
              <a:rPr lang="en-US" dirty="0" smtClean="0"/>
              <a:t>Network Join Time (~ 30 </a:t>
            </a:r>
            <a:r>
              <a:rPr lang="en-US" dirty="0" err="1" smtClean="0"/>
              <a:t>msec</a:t>
            </a:r>
            <a:r>
              <a:rPr lang="en-US" dirty="0" smtClean="0"/>
              <a:t>)</a:t>
            </a:r>
          </a:p>
          <a:p>
            <a:pPr fontAlgn="base"/>
            <a:r>
              <a:rPr lang="en-US" dirty="0" smtClean="0"/>
              <a:t>Support Small and Large Networks (up to 65000 devices (Theory); 240 devices (Practically)</a:t>
            </a:r>
          </a:p>
          <a:p>
            <a:pPr fontAlgn="base"/>
            <a:r>
              <a:rPr lang="en-US" dirty="0" smtClean="0"/>
              <a:t>Low Cost of Products and Cheap Implementation (Open Source Protocol)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Zigbee</a:t>
            </a:r>
            <a:r>
              <a:rPr lang="en-US" b="1" dirty="0" smtClean="0">
                <a:solidFill>
                  <a:srgbClr val="FF0000"/>
                </a:solidFill>
              </a:rPr>
              <a:t> Network Topologies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Star Topology</a:t>
            </a:r>
          </a:p>
          <a:p>
            <a:pPr fontAlgn="base"/>
            <a:r>
              <a:rPr lang="en-US" dirty="0" smtClean="0"/>
              <a:t>Mesh Topology</a:t>
            </a:r>
          </a:p>
          <a:p>
            <a:pPr fontAlgn="base"/>
            <a:r>
              <a:rPr lang="en-US" dirty="0" smtClean="0"/>
              <a:t>Tree Topology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Types of </a:t>
            </a:r>
            <a:r>
              <a:rPr lang="en-US" b="1" dirty="0" err="1" smtClean="0">
                <a:solidFill>
                  <a:srgbClr val="FF0000"/>
                </a:solidFill>
              </a:rPr>
              <a:t>ZigBee</a:t>
            </a:r>
            <a:r>
              <a:rPr lang="en-US" b="1" dirty="0" smtClean="0">
                <a:solidFill>
                  <a:srgbClr val="FF0000"/>
                </a:solidFill>
              </a:rPr>
              <a:t> Devices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85000" lnSpcReduction="20000"/>
          </a:bodyPr>
          <a:lstStyle/>
          <a:p>
            <a:pPr fontAlgn="base"/>
            <a:r>
              <a:rPr lang="en-US" b="1" dirty="0" err="1" smtClean="0"/>
              <a:t>Zigbee</a:t>
            </a:r>
            <a:r>
              <a:rPr lang="en-US" b="1" dirty="0" smtClean="0"/>
              <a:t> Coordinator Device </a:t>
            </a:r>
            <a:r>
              <a:rPr lang="en-US" dirty="0" smtClean="0"/>
              <a:t>– The ZC initiates a network formation. There is only one ZC per </a:t>
            </a:r>
            <a:r>
              <a:rPr lang="en-US" dirty="0" err="1" smtClean="0"/>
              <a:t>network.It</a:t>
            </a:r>
            <a:r>
              <a:rPr lang="en-US" dirty="0" smtClean="0"/>
              <a:t> communicates with routers. This device is used for connecting the devices. 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b="1" dirty="0" err="1" smtClean="0"/>
              <a:t>Zigbee</a:t>
            </a:r>
            <a:r>
              <a:rPr lang="en-US" b="1" dirty="0" smtClean="0"/>
              <a:t> Router</a:t>
            </a:r>
            <a:r>
              <a:rPr lang="en-US" dirty="0" smtClean="0"/>
              <a:t> – It is used for passing the data between devices. The ZR serves as monitor or control device that observes a sensor or initiates off/on operations on some end device.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b="1" dirty="0" err="1" smtClean="0"/>
              <a:t>Zigbee</a:t>
            </a:r>
            <a:r>
              <a:rPr lang="en-US" b="1" dirty="0" smtClean="0"/>
              <a:t> End Device</a:t>
            </a:r>
            <a:r>
              <a:rPr lang="en-US" dirty="0" smtClean="0"/>
              <a:t> – It is the device that is going to be controlled. The ZED is simply an end monitor or control device that only receives data or transmits it.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" y="228600"/>
            <a:ext cx="89916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0"/>
            <a:ext cx="86868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Zigbee</a:t>
            </a:r>
            <a:r>
              <a:rPr lang="en-US" b="1" dirty="0" smtClean="0">
                <a:solidFill>
                  <a:srgbClr val="FF0000"/>
                </a:solidFill>
              </a:rPr>
              <a:t> Applications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Home Automation</a:t>
            </a:r>
          </a:p>
          <a:p>
            <a:pPr fontAlgn="base"/>
            <a:r>
              <a:rPr lang="en-US" dirty="0" smtClean="0"/>
              <a:t>Medical Data Collection</a:t>
            </a:r>
          </a:p>
          <a:p>
            <a:pPr fontAlgn="base"/>
            <a:r>
              <a:rPr lang="en-US" smtClean="0"/>
              <a:t>Industrial Control Systems</a:t>
            </a:r>
          </a:p>
          <a:p>
            <a:pPr>
              <a:buNone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5378</TotalTime>
  <Words>264</Words>
  <Application>Microsoft Office PowerPoint</Application>
  <PresentationFormat>On-screen Show (4:3)</PresentationFormat>
  <Paragraphs>38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Wireless Technologies (ZigBee and Mesh Wireless Networks)</vt:lpstr>
      <vt:lpstr>Basics</vt:lpstr>
      <vt:lpstr>802.15.4 standard</vt:lpstr>
      <vt:lpstr>802.15.4 standard (Frequency Band)</vt:lpstr>
      <vt:lpstr>802.15.4 standard (Features)</vt:lpstr>
      <vt:lpstr>Zigbee Network Topologies</vt:lpstr>
      <vt:lpstr>Types of ZigBee Devices</vt:lpstr>
      <vt:lpstr>Slide 8</vt:lpstr>
      <vt:lpstr>Slide 9</vt:lpstr>
      <vt:lpstr>Zigbee Applications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Optical Communication</dc:title>
  <dc:creator>arya</dc:creator>
  <cp:lastModifiedBy>arya</cp:lastModifiedBy>
  <cp:revision>241</cp:revision>
  <dcterms:created xsi:type="dcterms:W3CDTF">2006-08-16T00:00:00Z</dcterms:created>
  <dcterms:modified xsi:type="dcterms:W3CDTF">2022-08-23T06:44:05Z</dcterms:modified>
</cp:coreProperties>
</file>