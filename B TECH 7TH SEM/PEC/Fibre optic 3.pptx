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Optical Transmitter &amp; Receiver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05200" y="4267200"/>
            <a:ext cx="5105400" cy="19050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Prepared By: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Er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.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Amit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 Kr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Tewari</a:t>
            </a:r>
            <a:endParaRPr lang="en-US" dirty="0" smtClean="0">
              <a:solidFill>
                <a:schemeClr val="tx1"/>
              </a:solidFill>
              <a:latin typeface="+mj-lt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                             Associate Professor</a:t>
            </a:r>
          </a:p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         CS Dept.</a:t>
            </a:r>
          </a:p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                 ACEIT,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Jaipur</a:t>
            </a:r>
            <a:endParaRPr lang="en-US" dirty="0" smtClean="0">
              <a:solidFill>
                <a:schemeClr val="tx1"/>
              </a:solidFill>
              <a:latin typeface="+mj-lt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Optical Transmitters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In an optical communication system, </a:t>
            </a:r>
            <a:r>
              <a:rPr lang="en-US" b="1" dirty="0" smtClean="0"/>
              <a:t>transmission</a:t>
            </a:r>
            <a:r>
              <a:rPr lang="en-US" dirty="0" smtClean="0"/>
              <a:t> begins with the transmitter, which consists of a carrier generator and a modulator. The carrier is a light beam that is usually modulated by turning it on and off with digital pulses. The basic transmitter is essentially a light source.</a:t>
            </a:r>
          </a:p>
          <a:p>
            <a:r>
              <a:rPr lang="en-US" b="1" dirty="0" smtClean="0"/>
              <a:t>The receiver </a:t>
            </a:r>
            <a:r>
              <a:rPr lang="en-US" dirty="0" smtClean="0"/>
              <a:t>is a light or photo-detector that converts the received light back to an electric signal.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Light Source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    Conventional light sources cannot be used in fiber-optic systems because they are too slow. To transmit high-speed digital pulses, a very fast light source must be used. </a:t>
            </a:r>
          </a:p>
          <a:p>
            <a:pPr>
              <a:buNone/>
            </a:pPr>
            <a:r>
              <a:rPr lang="en-US" dirty="0" smtClean="0"/>
              <a:t>    The two most commonly used light sources are light-emitting diodes (LEDs) and semiconductor lasers.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Light-Emitting Diodes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A light-emitting diode (LED) is a PN-junction semiconductor device that emits light when forward-biased. </a:t>
            </a:r>
          </a:p>
          <a:p>
            <a:r>
              <a:rPr lang="en-US" dirty="0" smtClean="0"/>
              <a:t>When a free electron encounters a hole in the semiconductor structure, the two combine, and in the process they give up energy in the form of light.</a:t>
            </a:r>
          </a:p>
          <a:p>
            <a:r>
              <a:rPr lang="en-US" dirty="0" smtClean="0"/>
              <a:t>An LED is a fast semiconductor device, it can be turned off and on very quickly and is capable of transmitting the narrow light pulses required in a digital </a:t>
            </a:r>
            <a:r>
              <a:rPr lang="en-US" dirty="0" err="1" smtClean="0"/>
              <a:t>fi</a:t>
            </a:r>
            <a:r>
              <a:rPr lang="en-US" dirty="0" smtClean="0"/>
              <a:t> </a:t>
            </a:r>
            <a:r>
              <a:rPr lang="en-US" dirty="0" err="1" smtClean="0"/>
              <a:t>ber</a:t>
            </a:r>
            <a:r>
              <a:rPr lang="en-US" dirty="0" smtClean="0"/>
              <a:t>-optics system.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Light-Emitting Diodes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LEDs can be designed to emit virtually any color light desired. The LEDs used for </a:t>
            </a:r>
            <a:r>
              <a:rPr lang="en-US" dirty="0" err="1" smtClean="0"/>
              <a:t>fi</a:t>
            </a:r>
            <a:r>
              <a:rPr lang="en-US" dirty="0" smtClean="0"/>
              <a:t> </a:t>
            </a:r>
            <a:r>
              <a:rPr lang="en-US" dirty="0" err="1" smtClean="0"/>
              <a:t>ber</a:t>
            </a:r>
            <a:r>
              <a:rPr lang="en-US" dirty="0" smtClean="0"/>
              <a:t>-optic transmission are usually in the red and near-infrared ranges. Typical wavelengths of LED light commonly used are 0.85, 1.31, and 1.55 </a:t>
            </a:r>
            <a:r>
              <a:rPr lang="en-US" dirty="0" err="1" smtClean="0"/>
              <a:t>μm</a:t>
            </a:r>
            <a:r>
              <a:rPr lang="en-US" dirty="0" smtClean="0"/>
              <a:t>.</a:t>
            </a:r>
          </a:p>
          <a:p>
            <a:r>
              <a:rPr lang="en-US" dirty="0" smtClean="0"/>
              <a:t>A P-type material is diffused into the N-type substrate, creating a diode. Radiation occurs from the P-type material and around the junction.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Light-Emitting Diodes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76400"/>
            <a:ext cx="8077200" cy="395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Laser Diodes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The other commonly used light transmitter is a laser, which is a light source that emits coherent monochromatic light. Monochromatic light is a pure single frequency light.</a:t>
            </a:r>
          </a:p>
          <a:p>
            <a:r>
              <a:rPr lang="en-US" dirty="0" smtClean="0"/>
              <a:t>Although an LED emits red light, that light covers a narrow spectrum around the red frequencies. </a:t>
            </a:r>
          </a:p>
          <a:p>
            <a:r>
              <a:rPr lang="en-US" dirty="0" smtClean="0"/>
              <a:t>Coherent refers to the fact that all the light waves emitted are in phase with one another. Coherence produces a focusing effect on a beam so that it is narrow and, as a result, extremely intense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Injection Laser Diode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The most widely used light source in </a:t>
            </a:r>
            <a:r>
              <a:rPr lang="en-US" dirty="0" err="1" smtClean="0"/>
              <a:t>fi</a:t>
            </a:r>
            <a:r>
              <a:rPr lang="en-US" dirty="0" smtClean="0"/>
              <a:t> </a:t>
            </a:r>
            <a:r>
              <a:rPr lang="en-US" dirty="0" err="1" smtClean="0"/>
              <a:t>ber</a:t>
            </a:r>
            <a:r>
              <a:rPr lang="en-US" dirty="0" smtClean="0"/>
              <a:t>-optic systems is the injection laser diode (ILD), also known as a </a:t>
            </a:r>
            <a:r>
              <a:rPr lang="en-US" dirty="0" err="1" smtClean="0"/>
              <a:t>Fabry</a:t>
            </a:r>
            <a:r>
              <a:rPr lang="en-US" dirty="0" smtClean="0"/>
              <a:t>-Perot (FP) laser.</a:t>
            </a:r>
          </a:p>
          <a:p>
            <a:r>
              <a:rPr lang="en-US" dirty="0" smtClean="0"/>
              <a:t>At some current level, it emits a brilliant light. The physical structure of the ILD is such that the semiconductor structure is cut squarely at the ends to form internal reflecting surfaces.</a:t>
            </a:r>
          </a:p>
          <a:p>
            <a:r>
              <a:rPr lang="en-US" dirty="0" smtClean="0"/>
              <a:t>One of the surfaces is usually coated with a reflecting material such as gold. The other surface is only partially reflective.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Injection Laser Diode (WORKING)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When the diode is properly biased, the light is emitted and bounces back and forth internally between the reflecting surfaces.</a:t>
            </a:r>
          </a:p>
          <a:p>
            <a:r>
              <a:rPr lang="en-US" dirty="0" smtClean="0"/>
              <a:t>The distance between the reflecting surfaces has been carefully measured so that it is some multiple of a half wave at the light frequency.</a:t>
            </a:r>
          </a:p>
          <a:p>
            <a:r>
              <a:rPr lang="en-US" dirty="0" smtClean="0"/>
              <a:t>The bouncing back and forth of the light waves causes their intensity to reinforce and build up.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Injection Laser Diode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14400" y="1524000"/>
            <a:ext cx="77724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Advantages of ILD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Injection laser diodes are capable of developing light power up to several watts. They are far more powerful than LEDs and, therefore, are capable of transmitting over much longer distances. </a:t>
            </a:r>
            <a:endParaRPr lang="en-US" smtClean="0"/>
          </a:p>
          <a:p>
            <a:r>
              <a:rPr lang="en-US" smtClean="0"/>
              <a:t>Another </a:t>
            </a:r>
            <a:r>
              <a:rPr lang="en-US" dirty="0" smtClean="0"/>
              <a:t>advantage ILDs have over LEDs is their ability to turn off and on at a faster rate. High-speed laser diodes are capable of gigabit per second digital data rates.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Light Transmitters Circuit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905000"/>
            <a:ext cx="87630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Light Detectors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receiver part of the optical communication system is relatively simple. It consists of a detector that senses the light pulses and converts them to an electric signal. </a:t>
            </a:r>
          </a:p>
          <a:p>
            <a:r>
              <a:rPr lang="en-US" dirty="0" smtClean="0"/>
              <a:t>This signal is amplified and shaped into the original serial digital data. The most critical component is the light sensor.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Types of Light Detectors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Photodiode</a:t>
            </a:r>
          </a:p>
          <a:p>
            <a:r>
              <a:rPr lang="en-US" dirty="0" smtClean="0"/>
              <a:t>Phototransistor</a:t>
            </a:r>
          </a:p>
          <a:p>
            <a:r>
              <a:rPr lang="en-US" dirty="0" smtClean="0"/>
              <a:t>PIN Diode</a:t>
            </a:r>
          </a:p>
          <a:p>
            <a:r>
              <a:rPr lang="en-US" dirty="0" smtClean="0"/>
              <a:t>Avalanche Diode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Light Detectors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00200"/>
            <a:ext cx="82296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691</Words>
  <Application>Microsoft Office PowerPoint</Application>
  <PresentationFormat>On-screen Show (4:3)</PresentationFormat>
  <Paragraphs>45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Optical Transmitter &amp; Receiver</vt:lpstr>
      <vt:lpstr>Optical Transmitters</vt:lpstr>
      <vt:lpstr>Light Source</vt:lpstr>
      <vt:lpstr>Light-Emitting Diodes</vt:lpstr>
      <vt:lpstr>Light-Emitting Diodes</vt:lpstr>
      <vt:lpstr>Light-Emitting Diodes</vt:lpstr>
      <vt:lpstr>Laser Diodes</vt:lpstr>
      <vt:lpstr>Injection Laser Diode</vt:lpstr>
      <vt:lpstr>Injection Laser Diode (WORKING)</vt:lpstr>
      <vt:lpstr>Injection Laser Diode</vt:lpstr>
      <vt:lpstr>Advantages of ILD</vt:lpstr>
      <vt:lpstr>Light Transmitters Circuit</vt:lpstr>
      <vt:lpstr>Light Detectors</vt:lpstr>
      <vt:lpstr>Types of Light Detectors</vt:lpstr>
      <vt:lpstr>Light Detectors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Optical Communication</dc:title>
  <dc:creator>arya</dc:creator>
  <cp:lastModifiedBy>arya</cp:lastModifiedBy>
  <cp:revision>107</cp:revision>
  <dcterms:created xsi:type="dcterms:W3CDTF">2006-08-16T00:00:00Z</dcterms:created>
  <dcterms:modified xsi:type="dcterms:W3CDTF">2022-09-26T05:52:24Z</dcterms:modified>
</cp:coreProperties>
</file>