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29" r:id="rId3"/>
    <p:sldId id="328" r:id="rId4"/>
    <p:sldId id="324" r:id="rId5"/>
    <p:sldId id="325" r:id="rId6"/>
    <p:sldId id="326" r:id="rId7"/>
    <p:sldId id="330" r:id="rId8"/>
    <p:sldId id="327"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Lst>
  <p:sldSz cx="9144000" cy="6858000" type="screen4x3"/>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3" d="100"/>
          <a:sy n="63" d="100"/>
        </p:scale>
        <p:origin x="-108" y="-210"/>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61822" y="55829"/>
            <a:ext cx="8026552" cy="140589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a:xfrm>
            <a:off x="536244" y="1560652"/>
            <a:ext cx="8035925" cy="4317365"/>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1/29/2025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2.jpeg"/><Relationship Id="rId1" Type="http://schemas.openxmlformats.org/officeDocument/2006/relationships/slideLayout" Target="../slideLayouts/slideLayout4.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23.jpeg"/></Relationships>
</file>

<file path=ppt/slides/_rels/slide3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4.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5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60.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38122" y="2149551"/>
            <a:ext cx="5668645" cy="1366520"/>
          </a:xfrm>
          <a:prstGeom prst="rect">
            <a:avLst/>
          </a:prstGeom>
        </p:spPr>
        <p:txBody>
          <a:bodyPr vert="horz" wrap="square" lIns="0" tIns="12065" rIns="0" bIns="0" rtlCol="0">
            <a:spAutoFit/>
          </a:bodyPr>
          <a:lstStyle/>
          <a:p>
            <a:pPr marL="1426845" marR="5080" indent="-1414780">
              <a:lnSpc>
                <a:spcPct val="100000"/>
              </a:lnSpc>
              <a:spcBef>
                <a:spcPts val="95"/>
              </a:spcBef>
            </a:pPr>
            <a:r>
              <a:rPr dirty="0"/>
              <a:t>Digital</a:t>
            </a:r>
            <a:r>
              <a:rPr spc="-135" dirty="0"/>
              <a:t> </a:t>
            </a:r>
            <a:r>
              <a:rPr dirty="0"/>
              <a:t>Image</a:t>
            </a:r>
            <a:r>
              <a:rPr spc="-135" dirty="0"/>
              <a:t> </a:t>
            </a:r>
            <a:r>
              <a:rPr spc="-10" dirty="0"/>
              <a:t>Processing: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1822" y="55829"/>
            <a:ext cx="8026552" cy="1354217"/>
          </a:xfrm>
        </p:spPr>
        <p:txBody>
          <a:bodyPr/>
          <a:lstStyle/>
          <a:p>
            <a:pPr algn="ctr"/>
            <a:r>
              <a:rPr lang="en-US" b="1" dirty="0" smtClean="0"/>
              <a:t>6CS3-01: Digital Image Processing</a:t>
            </a:r>
            <a:r>
              <a:rPr lang="en-US" dirty="0" smtClean="0"/>
              <a:t/>
            </a:r>
            <a:br>
              <a:rPr lang="en-US" dirty="0" smtClean="0"/>
            </a:br>
            <a:r>
              <a:rPr lang="en-US" b="1" dirty="0" smtClean="0"/>
              <a:t>SYLLABUS</a:t>
            </a:r>
            <a:endParaRPr lang="en-US" b="1" dirty="0"/>
          </a:p>
        </p:txBody>
      </p:sp>
      <p:graphicFrame>
        <p:nvGraphicFramePr>
          <p:cNvPr id="4" name="Table 3"/>
          <p:cNvGraphicFramePr>
            <a:graphicFrameLocks noGrp="1"/>
          </p:cNvGraphicFramePr>
          <p:nvPr/>
        </p:nvGraphicFramePr>
        <p:xfrm>
          <a:off x="990600" y="1600200"/>
          <a:ext cx="7696201" cy="4753176"/>
        </p:xfrm>
        <a:graphic>
          <a:graphicData uri="http://schemas.openxmlformats.org/drawingml/2006/table">
            <a:tbl>
              <a:tblPr/>
              <a:tblGrid>
                <a:gridCol w="381000"/>
                <a:gridCol w="6294739"/>
                <a:gridCol w="1020462"/>
              </a:tblGrid>
              <a:tr h="291183">
                <a:tc>
                  <a:txBody>
                    <a:bodyPr/>
                    <a:lstStyle/>
                    <a:p>
                      <a:pPr marL="0" marR="0" algn="ctr">
                        <a:lnSpc>
                          <a:spcPct val="115000"/>
                        </a:lnSpc>
                        <a:spcBef>
                          <a:spcPts val="445"/>
                        </a:spcBef>
                        <a:spcAft>
                          <a:spcPts val="0"/>
                        </a:spcAft>
                      </a:pPr>
                      <a:r>
                        <a:rPr lang="en-US" sz="1200" b="1" kern="0" dirty="0" smtClean="0">
                          <a:latin typeface="Calibri"/>
                          <a:ea typeface="Trebuchet MS"/>
                          <a:cs typeface="Times New Roman"/>
                        </a:rPr>
                        <a:t>S.N.</a:t>
                      </a:r>
                      <a:endParaRPr lang="en-US" sz="1200" b="1" kern="0" dirty="0">
                        <a:latin typeface="Calibri"/>
                        <a:ea typeface="Trebuchet MS"/>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9850" marR="0" algn="ctr">
                        <a:lnSpc>
                          <a:spcPts val="1370"/>
                        </a:lnSpc>
                        <a:spcBef>
                          <a:spcPts val="195"/>
                        </a:spcBef>
                        <a:spcAft>
                          <a:spcPts val="0"/>
                        </a:spcAft>
                      </a:pPr>
                      <a:r>
                        <a:rPr lang="en-US" sz="1200" dirty="0" smtClean="0">
                          <a:latin typeface="Trebuchet MS"/>
                          <a:ea typeface="Trebuchet MS"/>
                          <a:cs typeface="Trebuchet MS"/>
                        </a:rPr>
                        <a:t>Content</a:t>
                      </a:r>
                      <a:endParaRPr lang="en-US" sz="1200" dirty="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8435" marR="174625" algn="ctr">
                        <a:lnSpc>
                          <a:spcPts val="1370"/>
                        </a:lnSpc>
                        <a:spcBef>
                          <a:spcPts val="195"/>
                        </a:spcBef>
                        <a:spcAft>
                          <a:spcPts val="0"/>
                        </a:spcAft>
                      </a:pPr>
                      <a:r>
                        <a:rPr lang="en-US" sz="1200" dirty="0" smtClean="0">
                          <a:latin typeface="Trebuchet MS"/>
                          <a:ea typeface="Trebuchet MS"/>
                          <a:cs typeface="Trebuchet MS"/>
                        </a:rPr>
                        <a:t>Hours</a:t>
                      </a:r>
                      <a:endParaRPr lang="en-US" sz="1200" dirty="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1183">
                <a:tc>
                  <a:txBody>
                    <a:bodyPr/>
                    <a:lstStyle/>
                    <a:p>
                      <a:pPr marL="0" marR="0" algn="ctr">
                        <a:lnSpc>
                          <a:spcPct val="115000"/>
                        </a:lnSpc>
                        <a:spcBef>
                          <a:spcPts val="445"/>
                        </a:spcBef>
                        <a:spcAft>
                          <a:spcPts val="0"/>
                        </a:spcAft>
                      </a:pPr>
                      <a:r>
                        <a:rPr lang="en-US" sz="1400" b="1" kern="0" dirty="0">
                          <a:latin typeface="Times New Roman"/>
                          <a:ea typeface="Trebuchet MS"/>
                          <a:cs typeface="Times New Roman"/>
                        </a:rPr>
                        <a:t>1</a:t>
                      </a:r>
                      <a:endParaRPr lang="en-US" sz="1400" b="1" kern="0" dirty="0">
                        <a:latin typeface="Calibri"/>
                        <a:ea typeface="Trebuchet MS"/>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9850" marR="0">
                        <a:lnSpc>
                          <a:spcPts val="1370"/>
                        </a:lnSpc>
                        <a:spcBef>
                          <a:spcPts val="195"/>
                        </a:spcBef>
                        <a:spcAft>
                          <a:spcPts val="0"/>
                        </a:spcAft>
                      </a:pPr>
                      <a:r>
                        <a:rPr lang="en-US" sz="1400" b="1" dirty="0">
                          <a:latin typeface="Times New Roman"/>
                          <a:ea typeface="Trebuchet MS"/>
                          <a:cs typeface="Trebuchet MS"/>
                        </a:rPr>
                        <a:t>Introduction:</a:t>
                      </a:r>
                      <a:r>
                        <a:rPr lang="en-US" sz="1400" b="1" spc="35" dirty="0">
                          <a:latin typeface="Times New Roman"/>
                          <a:ea typeface="Trebuchet MS"/>
                          <a:cs typeface="Trebuchet MS"/>
                        </a:rPr>
                        <a:t> </a:t>
                      </a:r>
                      <a:r>
                        <a:rPr lang="en-US" sz="1400" dirty="0">
                          <a:latin typeface="Times New Roman"/>
                          <a:ea typeface="Trebuchet MS"/>
                          <a:cs typeface="Trebuchet MS"/>
                        </a:rPr>
                        <a:t>Objective,</a:t>
                      </a:r>
                      <a:r>
                        <a:rPr lang="en-US" sz="1400" spc="20" dirty="0">
                          <a:latin typeface="Times New Roman"/>
                          <a:ea typeface="Trebuchet MS"/>
                          <a:cs typeface="Trebuchet MS"/>
                        </a:rPr>
                        <a:t> </a:t>
                      </a:r>
                      <a:r>
                        <a:rPr lang="en-US" sz="1400" dirty="0">
                          <a:latin typeface="Times New Roman"/>
                          <a:ea typeface="Trebuchet MS"/>
                          <a:cs typeface="Trebuchet MS"/>
                        </a:rPr>
                        <a:t>scope</a:t>
                      </a:r>
                      <a:r>
                        <a:rPr lang="en-US" sz="1400" spc="15" dirty="0">
                          <a:latin typeface="Times New Roman"/>
                          <a:ea typeface="Trebuchet MS"/>
                          <a:cs typeface="Trebuchet MS"/>
                        </a:rPr>
                        <a:t> </a:t>
                      </a:r>
                      <a:r>
                        <a:rPr lang="en-US" sz="1400" dirty="0">
                          <a:latin typeface="Times New Roman"/>
                          <a:ea typeface="Trebuchet MS"/>
                          <a:cs typeface="Trebuchet MS"/>
                        </a:rPr>
                        <a:t>and</a:t>
                      </a:r>
                      <a:r>
                        <a:rPr lang="en-US" sz="1400" spc="20" dirty="0">
                          <a:latin typeface="Times New Roman"/>
                          <a:ea typeface="Trebuchet MS"/>
                          <a:cs typeface="Trebuchet MS"/>
                        </a:rPr>
                        <a:t> </a:t>
                      </a:r>
                      <a:r>
                        <a:rPr lang="en-US" sz="1400" dirty="0">
                          <a:latin typeface="Times New Roman"/>
                          <a:ea typeface="Trebuchet MS"/>
                          <a:cs typeface="Trebuchet MS"/>
                        </a:rPr>
                        <a:t>outcome</a:t>
                      </a:r>
                      <a:r>
                        <a:rPr lang="en-US" sz="1400" spc="15" dirty="0">
                          <a:latin typeface="Times New Roman"/>
                          <a:ea typeface="Trebuchet MS"/>
                          <a:cs typeface="Trebuchet MS"/>
                        </a:rPr>
                        <a:t> </a:t>
                      </a:r>
                      <a:r>
                        <a:rPr lang="en-US" sz="1400" dirty="0">
                          <a:latin typeface="Times New Roman"/>
                          <a:ea typeface="Trebuchet MS"/>
                          <a:cs typeface="Trebuchet MS"/>
                        </a:rPr>
                        <a:t>of</a:t>
                      </a:r>
                      <a:r>
                        <a:rPr lang="en-US" sz="1400" spc="15" dirty="0">
                          <a:latin typeface="Times New Roman"/>
                          <a:ea typeface="Trebuchet MS"/>
                          <a:cs typeface="Trebuchet MS"/>
                        </a:rPr>
                        <a:t> </a:t>
                      </a:r>
                      <a:r>
                        <a:rPr lang="en-US" sz="1400" dirty="0">
                          <a:latin typeface="Times New Roman"/>
                          <a:ea typeface="Trebuchet MS"/>
                          <a:cs typeface="Trebuchet MS"/>
                        </a:rPr>
                        <a:t>the</a:t>
                      </a:r>
                      <a:r>
                        <a:rPr lang="en-US" sz="1400" spc="20" dirty="0">
                          <a:latin typeface="Times New Roman"/>
                          <a:ea typeface="Trebuchet MS"/>
                          <a:cs typeface="Trebuchet MS"/>
                        </a:rPr>
                        <a:t> </a:t>
                      </a:r>
                      <a:r>
                        <a:rPr lang="en-US" sz="1400" dirty="0">
                          <a:latin typeface="Times New Roman"/>
                          <a:ea typeface="Trebuchet MS"/>
                          <a:cs typeface="Trebuchet MS"/>
                        </a:rPr>
                        <a:t>course.</a:t>
                      </a:r>
                      <a:endParaRPr lang="en-US" sz="1400" dirty="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8435" marR="174625" algn="ctr">
                        <a:lnSpc>
                          <a:spcPts val="1370"/>
                        </a:lnSpc>
                        <a:spcBef>
                          <a:spcPts val="195"/>
                        </a:spcBef>
                        <a:spcAft>
                          <a:spcPts val="0"/>
                        </a:spcAft>
                      </a:pPr>
                      <a:r>
                        <a:rPr lang="en-US" sz="1400" b="1">
                          <a:latin typeface="Times New Roman"/>
                          <a:ea typeface="Trebuchet MS"/>
                          <a:cs typeface="Trebuchet MS"/>
                        </a:rPr>
                        <a:t>01</a:t>
                      </a:r>
                      <a:endParaRPr lang="en-US" sz="140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1404">
                <a:tc>
                  <a:txBody>
                    <a:bodyPr/>
                    <a:lstStyle/>
                    <a:p>
                      <a:pPr marL="410210" marR="0" algn="ctr">
                        <a:lnSpc>
                          <a:spcPts val="1370"/>
                        </a:lnSpc>
                        <a:spcBef>
                          <a:spcPts val="195"/>
                        </a:spcBef>
                        <a:spcAft>
                          <a:spcPts val="0"/>
                        </a:spcAft>
                      </a:pPr>
                      <a:r>
                        <a:rPr lang="en-US" sz="1400" b="1" dirty="0">
                          <a:latin typeface="Times New Roman"/>
                          <a:ea typeface="Trebuchet MS"/>
                          <a:cs typeface="Trebuchet MS"/>
                        </a:rPr>
                        <a:t>2</a:t>
                      </a:r>
                      <a:endParaRPr lang="en-US" sz="1400" dirty="0">
                        <a:latin typeface="Trebuchet MS"/>
                        <a:ea typeface="Trebuchet MS"/>
                        <a:cs typeface="Trebuchet MS"/>
                      </a:endParaRPr>
                    </a:p>
                    <a:p>
                      <a:pPr marL="0" marR="0" algn="ctr">
                        <a:lnSpc>
                          <a:spcPct val="115000"/>
                        </a:lnSpc>
                        <a:spcBef>
                          <a:spcPts val="0"/>
                        </a:spcBef>
                        <a:spcAft>
                          <a:spcPts val="1000"/>
                        </a:spcAft>
                      </a:pPr>
                      <a:r>
                        <a:rPr lang="en-US" sz="1400" b="1" dirty="0">
                          <a:latin typeface="Times New Roman"/>
                          <a:ea typeface="Times New Roman"/>
                          <a:cs typeface="Times New Roman"/>
                        </a:rPr>
                        <a:t>2</a:t>
                      </a:r>
                      <a:endParaRPr lang="en-US" sz="14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9850" marR="64770" algn="just">
                        <a:lnSpc>
                          <a:spcPct val="115000"/>
                        </a:lnSpc>
                        <a:spcBef>
                          <a:spcPts val="195"/>
                        </a:spcBef>
                        <a:spcAft>
                          <a:spcPts val="0"/>
                        </a:spcAft>
                      </a:pPr>
                      <a:r>
                        <a:rPr lang="en-US" sz="1400" b="1" dirty="0">
                          <a:latin typeface="Times New Roman"/>
                          <a:ea typeface="Trebuchet MS"/>
                          <a:cs typeface="Trebuchet MS"/>
                        </a:rPr>
                        <a:t>Introduction to Image Processing: </a:t>
                      </a:r>
                      <a:r>
                        <a:rPr lang="en-US" sz="1400" dirty="0">
                          <a:latin typeface="Times New Roman"/>
                          <a:ea typeface="Trebuchet MS"/>
                          <a:cs typeface="Trebuchet MS"/>
                        </a:rPr>
                        <a:t>Digital Image representation,</a:t>
                      </a:r>
                      <a:r>
                        <a:rPr lang="en-US" sz="1400" spc="5" dirty="0">
                          <a:latin typeface="Times New Roman"/>
                          <a:ea typeface="Trebuchet MS"/>
                          <a:cs typeface="Trebuchet MS"/>
                        </a:rPr>
                        <a:t> </a:t>
                      </a:r>
                      <a:r>
                        <a:rPr lang="en-US" sz="1400" dirty="0">
                          <a:latin typeface="Times New Roman"/>
                          <a:ea typeface="Trebuchet MS"/>
                          <a:cs typeface="Trebuchet MS"/>
                        </a:rPr>
                        <a:t>Sampling</a:t>
                      </a:r>
                      <a:r>
                        <a:rPr lang="en-US" sz="1400" spc="305" dirty="0">
                          <a:latin typeface="Times New Roman"/>
                          <a:ea typeface="Trebuchet MS"/>
                          <a:cs typeface="Trebuchet MS"/>
                        </a:rPr>
                        <a:t> </a:t>
                      </a:r>
                      <a:r>
                        <a:rPr lang="en-US" sz="1400" dirty="0">
                          <a:latin typeface="Times New Roman"/>
                          <a:ea typeface="Trebuchet MS"/>
                          <a:cs typeface="Trebuchet MS"/>
                        </a:rPr>
                        <a:t>&amp;</a:t>
                      </a:r>
                      <a:r>
                        <a:rPr lang="en-US" sz="1400" spc="305" dirty="0">
                          <a:latin typeface="Times New Roman"/>
                          <a:ea typeface="Trebuchet MS"/>
                          <a:cs typeface="Trebuchet MS"/>
                        </a:rPr>
                        <a:t> </a:t>
                      </a:r>
                      <a:r>
                        <a:rPr lang="en-US" sz="1400" dirty="0">
                          <a:latin typeface="Times New Roman"/>
                          <a:ea typeface="Trebuchet MS"/>
                          <a:cs typeface="Trebuchet MS"/>
                        </a:rPr>
                        <a:t>Quantization,</a:t>
                      </a:r>
                      <a:r>
                        <a:rPr lang="en-US" sz="1400" spc="305" dirty="0">
                          <a:latin typeface="Times New Roman"/>
                          <a:ea typeface="Trebuchet MS"/>
                          <a:cs typeface="Trebuchet MS"/>
                        </a:rPr>
                        <a:t> </a:t>
                      </a:r>
                      <a:r>
                        <a:rPr lang="en-US" sz="1400" dirty="0">
                          <a:latin typeface="Times New Roman"/>
                          <a:ea typeface="Trebuchet MS"/>
                          <a:cs typeface="Trebuchet MS"/>
                        </a:rPr>
                        <a:t>Steps</a:t>
                      </a:r>
                      <a:r>
                        <a:rPr lang="en-US" sz="1400" spc="305" dirty="0">
                          <a:latin typeface="Times New Roman"/>
                          <a:ea typeface="Trebuchet MS"/>
                          <a:cs typeface="Trebuchet MS"/>
                        </a:rPr>
                        <a:t> </a:t>
                      </a:r>
                      <a:r>
                        <a:rPr lang="en-US" sz="1400" dirty="0">
                          <a:latin typeface="Times New Roman"/>
                          <a:ea typeface="Trebuchet MS"/>
                          <a:cs typeface="Trebuchet MS"/>
                        </a:rPr>
                        <a:t>in</a:t>
                      </a:r>
                      <a:r>
                        <a:rPr lang="en-US" sz="1400" spc="305" dirty="0">
                          <a:latin typeface="Times New Roman"/>
                          <a:ea typeface="Trebuchet MS"/>
                          <a:cs typeface="Trebuchet MS"/>
                        </a:rPr>
                        <a:t> </a:t>
                      </a:r>
                      <a:r>
                        <a:rPr lang="en-US" sz="1400" dirty="0">
                          <a:latin typeface="Times New Roman"/>
                          <a:ea typeface="Trebuchet MS"/>
                          <a:cs typeface="Trebuchet MS"/>
                        </a:rPr>
                        <a:t>image</a:t>
                      </a:r>
                      <a:r>
                        <a:rPr lang="en-US" sz="1400" spc="305" dirty="0">
                          <a:latin typeface="Times New Roman"/>
                          <a:ea typeface="Trebuchet MS"/>
                          <a:cs typeface="Trebuchet MS"/>
                        </a:rPr>
                        <a:t> </a:t>
                      </a:r>
                      <a:r>
                        <a:rPr lang="en-US" sz="1400" dirty="0">
                          <a:latin typeface="Times New Roman"/>
                          <a:ea typeface="Trebuchet MS"/>
                          <a:cs typeface="Trebuchet MS"/>
                        </a:rPr>
                        <a:t>Processing,</a:t>
                      </a:r>
                      <a:r>
                        <a:rPr lang="en-US" sz="1400" spc="305" dirty="0">
                          <a:latin typeface="Times New Roman"/>
                          <a:ea typeface="Trebuchet MS"/>
                          <a:cs typeface="Trebuchet MS"/>
                        </a:rPr>
                        <a:t> </a:t>
                      </a:r>
                      <a:r>
                        <a:rPr lang="en-US" sz="1400" dirty="0">
                          <a:latin typeface="Times New Roman"/>
                          <a:ea typeface="Trebuchet MS"/>
                          <a:cs typeface="Trebuchet MS"/>
                        </a:rPr>
                        <a:t>Image</a:t>
                      </a:r>
                      <a:r>
                        <a:rPr lang="en-US" sz="1400" spc="5" dirty="0">
                          <a:latin typeface="Times New Roman"/>
                          <a:ea typeface="Trebuchet MS"/>
                          <a:cs typeface="Trebuchet MS"/>
                        </a:rPr>
                        <a:t> </a:t>
                      </a:r>
                      <a:r>
                        <a:rPr lang="en-US" sz="1400" dirty="0">
                          <a:latin typeface="Times New Roman"/>
                          <a:ea typeface="Trebuchet MS"/>
                          <a:cs typeface="Trebuchet MS"/>
                        </a:rPr>
                        <a:t>acquisition,</a:t>
                      </a:r>
                      <a:r>
                        <a:rPr lang="en-US" sz="1400" spc="65" dirty="0">
                          <a:latin typeface="Times New Roman"/>
                          <a:ea typeface="Trebuchet MS"/>
                          <a:cs typeface="Trebuchet MS"/>
                        </a:rPr>
                        <a:t> </a:t>
                      </a:r>
                      <a:r>
                        <a:rPr lang="en-US" sz="1400" dirty="0">
                          <a:latin typeface="Times New Roman"/>
                          <a:ea typeface="Trebuchet MS"/>
                          <a:cs typeface="Trebuchet MS"/>
                        </a:rPr>
                        <a:t>color</a:t>
                      </a:r>
                      <a:r>
                        <a:rPr lang="en-US" sz="1400" spc="65" dirty="0">
                          <a:latin typeface="Times New Roman"/>
                          <a:ea typeface="Trebuchet MS"/>
                          <a:cs typeface="Trebuchet MS"/>
                        </a:rPr>
                        <a:t> </a:t>
                      </a:r>
                      <a:r>
                        <a:rPr lang="en-US" sz="1400" dirty="0">
                          <a:latin typeface="Times New Roman"/>
                          <a:ea typeface="Trebuchet MS"/>
                          <a:cs typeface="Trebuchet MS"/>
                        </a:rPr>
                        <a:t>image</a:t>
                      </a:r>
                      <a:r>
                        <a:rPr lang="en-US" sz="1400" spc="70" dirty="0">
                          <a:latin typeface="Times New Roman"/>
                          <a:ea typeface="Trebuchet MS"/>
                          <a:cs typeface="Trebuchet MS"/>
                        </a:rPr>
                        <a:t> </a:t>
                      </a:r>
                      <a:r>
                        <a:rPr lang="en-US" sz="1400" dirty="0">
                          <a:latin typeface="Times New Roman"/>
                          <a:ea typeface="Trebuchet MS"/>
                          <a:cs typeface="Trebuchet MS"/>
                        </a:rPr>
                        <a:t>representation.</a:t>
                      </a:r>
                      <a:endParaRPr lang="en-US" sz="1400" dirty="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10210" marR="0">
                        <a:lnSpc>
                          <a:spcPct val="115000"/>
                        </a:lnSpc>
                        <a:spcBef>
                          <a:spcPts val="45"/>
                        </a:spcBef>
                        <a:spcAft>
                          <a:spcPts val="0"/>
                        </a:spcAft>
                      </a:pPr>
                      <a:endParaRPr lang="en-US" sz="1400">
                        <a:latin typeface="Trebuchet MS"/>
                        <a:ea typeface="Trebuchet MS"/>
                        <a:cs typeface="Trebuchet MS"/>
                      </a:endParaRPr>
                    </a:p>
                    <a:p>
                      <a:pPr marL="178435" marR="174625" algn="ctr">
                        <a:lnSpc>
                          <a:spcPct val="115000"/>
                        </a:lnSpc>
                        <a:spcBef>
                          <a:spcPts val="195"/>
                        </a:spcBef>
                        <a:spcAft>
                          <a:spcPts val="0"/>
                        </a:spcAft>
                      </a:pPr>
                      <a:r>
                        <a:rPr lang="en-US" sz="1400" b="1">
                          <a:latin typeface="Times New Roman"/>
                          <a:ea typeface="Trebuchet MS"/>
                          <a:cs typeface="Trebuchet MS"/>
                        </a:rPr>
                        <a:t>04</a:t>
                      </a:r>
                      <a:endParaRPr lang="en-US" sz="140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3463">
                <a:tc>
                  <a:txBody>
                    <a:bodyPr/>
                    <a:lstStyle/>
                    <a:p>
                      <a:pPr marL="410210" marR="0" algn="ctr">
                        <a:lnSpc>
                          <a:spcPts val="1370"/>
                        </a:lnSpc>
                        <a:spcBef>
                          <a:spcPts val="195"/>
                        </a:spcBef>
                        <a:spcAft>
                          <a:spcPts val="0"/>
                        </a:spcAft>
                      </a:pPr>
                      <a:r>
                        <a:rPr lang="en-US" sz="1400" b="1" dirty="0">
                          <a:latin typeface="Times New Roman"/>
                          <a:ea typeface="Trebuchet MS"/>
                          <a:cs typeface="Trebuchet MS"/>
                        </a:rPr>
                        <a:t>3</a:t>
                      </a:r>
                      <a:endParaRPr lang="en-US" sz="1400" dirty="0">
                        <a:latin typeface="Trebuchet MS"/>
                        <a:ea typeface="Trebuchet MS"/>
                        <a:cs typeface="Trebuchet MS"/>
                      </a:endParaRPr>
                    </a:p>
                    <a:p>
                      <a:pPr marL="0" marR="0" algn="ctr">
                        <a:lnSpc>
                          <a:spcPct val="115000"/>
                        </a:lnSpc>
                        <a:spcBef>
                          <a:spcPts val="0"/>
                        </a:spcBef>
                        <a:spcAft>
                          <a:spcPts val="1000"/>
                        </a:spcAft>
                      </a:pPr>
                      <a:r>
                        <a:rPr lang="en-US" sz="1400" b="1" dirty="0">
                          <a:latin typeface="Times New Roman"/>
                          <a:ea typeface="Times New Roman"/>
                          <a:cs typeface="Times New Roman"/>
                        </a:rPr>
                        <a:t>3</a:t>
                      </a:r>
                      <a:endParaRPr lang="en-US" sz="14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9850" marR="59690" algn="just">
                        <a:lnSpc>
                          <a:spcPct val="115000"/>
                        </a:lnSpc>
                        <a:spcBef>
                          <a:spcPts val="195"/>
                        </a:spcBef>
                        <a:spcAft>
                          <a:spcPts val="0"/>
                        </a:spcAft>
                      </a:pPr>
                      <a:r>
                        <a:rPr lang="en-US" sz="1400" b="1" dirty="0">
                          <a:latin typeface="Times New Roman"/>
                          <a:ea typeface="Trebuchet MS"/>
                          <a:cs typeface="Trebuchet MS"/>
                        </a:rPr>
                        <a:t>Image</a:t>
                      </a:r>
                      <a:r>
                        <a:rPr lang="en-US" sz="1400" b="1" spc="5" dirty="0">
                          <a:latin typeface="Times New Roman"/>
                          <a:ea typeface="Trebuchet MS"/>
                          <a:cs typeface="Trebuchet MS"/>
                        </a:rPr>
                        <a:t> </a:t>
                      </a:r>
                      <a:r>
                        <a:rPr lang="en-US" sz="1400" b="1" dirty="0">
                          <a:latin typeface="Times New Roman"/>
                          <a:ea typeface="Trebuchet MS"/>
                          <a:cs typeface="Trebuchet MS"/>
                        </a:rPr>
                        <a:t>Transformation</a:t>
                      </a:r>
                      <a:r>
                        <a:rPr lang="en-US" sz="1400" b="1" spc="5" dirty="0">
                          <a:latin typeface="Times New Roman"/>
                          <a:ea typeface="Trebuchet MS"/>
                          <a:cs typeface="Trebuchet MS"/>
                        </a:rPr>
                        <a:t> </a:t>
                      </a:r>
                      <a:r>
                        <a:rPr lang="en-US" sz="1400" b="1" dirty="0">
                          <a:latin typeface="Times New Roman"/>
                          <a:ea typeface="Trebuchet MS"/>
                          <a:cs typeface="Trebuchet MS"/>
                        </a:rPr>
                        <a:t>&amp;</a:t>
                      </a:r>
                      <a:r>
                        <a:rPr lang="en-US" sz="1400" b="1" spc="5" dirty="0">
                          <a:latin typeface="Times New Roman"/>
                          <a:ea typeface="Trebuchet MS"/>
                          <a:cs typeface="Trebuchet MS"/>
                        </a:rPr>
                        <a:t> </a:t>
                      </a:r>
                      <a:r>
                        <a:rPr lang="en-US" sz="1400" b="1" dirty="0">
                          <a:latin typeface="Times New Roman"/>
                          <a:ea typeface="Trebuchet MS"/>
                          <a:cs typeface="Trebuchet MS"/>
                        </a:rPr>
                        <a:t>Filtering:</a:t>
                      </a:r>
                      <a:r>
                        <a:rPr lang="en-US" sz="1400" b="1" spc="5" dirty="0">
                          <a:latin typeface="Times New Roman"/>
                          <a:ea typeface="Trebuchet MS"/>
                          <a:cs typeface="Trebuchet MS"/>
                        </a:rPr>
                        <a:t> </a:t>
                      </a:r>
                      <a:r>
                        <a:rPr lang="en-US" sz="1400" dirty="0">
                          <a:latin typeface="Times New Roman"/>
                          <a:ea typeface="Trebuchet MS"/>
                          <a:cs typeface="Trebuchet MS"/>
                        </a:rPr>
                        <a:t>Intensity transform functions,</a:t>
                      </a:r>
                      <a:r>
                        <a:rPr lang="en-US" sz="1400" spc="5" dirty="0">
                          <a:latin typeface="Times New Roman"/>
                          <a:ea typeface="Trebuchet MS"/>
                          <a:cs typeface="Trebuchet MS"/>
                        </a:rPr>
                        <a:t> </a:t>
                      </a:r>
                      <a:r>
                        <a:rPr lang="en-US" sz="1400" dirty="0">
                          <a:latin typeface="Times New Roman"/>
                          <a:ea typeface="Trebuchet MS"/>
                          <a:cs typeface="Trebuchet MS"/>
                        </a:rPr>
                        <a:t>histogram</a:t>
                      </a:r>
                      <a:r>
                        <a:rPr lang="en-US" sz="1400" spc="5" dirty="0">
                          <a:latin typeface="Times New Roman"/>
                          <a:ea typeface="Trebuchet MS"/>
                          <a:cs typeface="Trebuchet MS"/>
                        </a:rPr>
                        <a:t> </a:t>
                      </a:r>
                      <a:r>
                        <a:rPr lang="en-US" sz="1400" dirty="0">
                          <a:latin typeface="Times New Roman"/>
                          <a:ea typeface="Trebuchet MS"/>
                          <a:cs typeface="Trebuchet MS"/>
                        </a:rPr>
                        <a:t>processing,</a:t>
                      </a:r>
                      <a:r>
                        <a:rPr lang="en-US" sz="1400" spc="5" dirty="0">
                          <a:latin typeface="Times New Roman"/>
                          <a:ea typeface="Trebuchet MS"/>
                          <a:cs typeface="Trebuchet MS"/>
                        </a:rPr>
                        <a:t> </a:t>
                      </a:r>
                      <a:r>
                        <a:rPr lang="en-US" sz="1400" dirty="0">
                          <a:latin typeface="Times New Roman"/>
                          <a:ea typeface="Trebuchet MS"/>
                          <a:cs typeface="Trebuchet MS"/>
                        </a:rPr>
                        <a:t>Spatial</a:t>
                      </a:r>
                      <a:r>
                        <a:rPr lang="en-US" sz="1400" spc="5" dirty="0">
                          <a:latin typeface="Times New Roman"/>
                          <a:ea typeface="Trebuchet MS"/>
                          <a:cs typeface="Trebuchet MS"/>
                        </a:rPr>
                        <a:t> </a:t>
                      </a:r>
                      <a:r>
                        <a:rPr lang="en-US" sz="1400" dirty="0">
                          <a:latin typeface="Times New Roman"/>
                          <a:ea typeface="Trebuchet MS"/>
                          <a:cs typeface="Trebuchet MS"/>
                        </a:rPr>
                        <a:t>filtering,</a:t>
                      </a:r>
                      <a:r>
                        <a:rPr lang="en-US" sz="1400" spc="5" dirty="0">
                          <a:latin typeface="Times New Roman"/>
                          <a:ea typeface="Trebuchet MS"/>
                          <a:cs typeface="Trebuchet MS"/>
                        </a:rPr>
                        <a:t> </a:t>
                      </a:r>
                      <a:r>
                        <a:rPr lang="en-US" sz="1400" dirty="0">
                          <a:latin typeface="Times New Roman"/>
                          <a:ea typeface="Trebuchet MS"/>
                          <a:cs typeface="Trebuchet MS"/>
                        </a:rPr>
                        <a:t>Fourier</a:t>
                      </a:r>
                      <a:r>
                        <a:rPr lang="en-US" sz="1400" spc="5" dirty="0">
                          <a:latin typeface="Times New Roman"/>
                          <a:ea typeface="Trebuchet MS"/>
                          <a:cs typeface="Trebuchet MS"/>
                        </a:rPr>
                        <a:t> </a:t>
                      </a:r>
                      <a:r>
                        <a:rPr lang="en-US" sz="1400" dirty="0">
                          <a:latin typeface="Times New Roman"/>
                          <a:ea typeface="Trebuchet MS"/>
                          <a:cs typeface="Trebuchet MS"/>
                        </a:rPr>
                        <a:t>transforms</a:t>
                      </a:r>
                      <a:r>
                        <a:rPr lang="en-US" sz="1400" spc="5" dirty="0">
                          <a:latin typeface="Times New Roman"/>
                          <a:ea typeface="Trebuchet MS"/>
                          <a:cs typeface="Trebuchet MS"/>
                        </a:rPr>
                        <a:t> </a:t>
                      </a:r>
                      <a:r>
                        <a:rPr lang="en-US" sz="1400" dirty="0">
                          <a:latin typeface="Times New Roman"/>
                          <a:ea typeface="Trebuchet MS"/>
                          <a:cs typeface="Trebuchet MS"/>
                        </a:rPr>
                        <a:t>and</a:t>
                      </a:r>
                      <a:r>
                        <a:rPr lang="en-US" sz="1400" spc="5" dirty="0">
                          <a:latin typeface="Times New Roman"/>
                          <a:ea typeface="Trebuchet MS"/>
                          <a:cs typeface="Trebuchet MS"/>
                        </a:rPr>
                        <a:t> </a:t>
                      </a:r>
                      <a:r>
                        <a:rPr lang="en-US" sz="1400" dirty="0">
                          <a:latin typeface="Times New Roman"/>
                          <a:ea typeface="Trebuchet MS"/>
                          <a:cs typeface="Trebuchet MS"/>
                        </a:rPr>
                        <a:t>its</a:t>
                      </a:r>
                      <a:r>
                        <a:rPr lang="en-US" sz="1400" spc="5" dirty="0">
                          <a:latin typeface="Times New Roman"/>
                          <a:ea typeface="Trebuchet MS"/>
                          <a:cs typeface="Trebuchet MS"/>
                        </a:rPr>
                        <a:t> </a:t>
                      </a:r>
                      <a:r>
                        <a:rPr lang="en-US" sz="1400" dirty="0">
                          <a:latin typeface="Times New Roman"/>
                          <a:ea typeface="Trebuchet MS"/>
                          <a:cs typeface="Trebuchet MS"/>
                        </a:rPr>
                        <a:t>properties,</a:t>
                      </a:r>
                      <a:r>
                        <a:rPr lang="en-US" sz="1400" spc="5" dirty="0">
                          <a:latin typeface="Times New Roman"/>
                          <a:ea typeface="Trebuchet MS"/>
                          <a:cs typeface="Trebuchet MS"/>
                        </a:rPr>
                        <a:t> </a:t>
                      </a:r>
                      <a:r>
                        <a:rPr lang="en-US" sz="1400" dirty="0">
                          <a:latin typeface="Times New Roman"/>
                          <a:ea typeface="Trebuchet MS"/>
                          <a:cs typeface="Trebuchet MS"/>
                        </a:rPr>
                        <a:t>frequency</a:t>
                      </a:r>
                      <a:r>
                        <a:rPr lang="en-US" sz="1400" spc="5" dirty="0">
                          <a:latin typeface="Times New Roman"/>
                          <a:ea typeface="Trebuchet MS"/>
                          <a:cs typeface="Trebuchet MS"/>
                        </a:rPr>
                        <a:t> </a:t>
                      </a:r>
                      <a:r>
                        <a:rPr lang="en-US" sz="1400" dirty="0">
                          <a:latin typeface="Times New Roman"/>
                          <a:ea typeface="Trebuchet MS"/>
                          <a:cs typeface="Trebuchet MS"/>
                        </a:rPr>
                        <a:t>domain</a:t>
                      </a:r>
                      <a:r>
                        <a:rPr lang="en-US" sz="1400" spc="5" dirty="0">
                          <a:latin typeface="Times New Roman"/>
                          <a:ea typeface="Trebuchet MS"/>
                          <a:cs typeface="Trebuchet MS"/>
                        </a:rPr>
                        <a:t> </a:t>
                      </a:r>
                      <a:r>
                        <a:rPr lang="en-US" sz="1400" dirty="0">
                          <a:latin typeface="Times New Roman"/>
                          <a:ea typeface="Trebuchet MS"/>
                          <a:cs typeface="Trebuchet MS"/>
                        </a:rPr>
                        <a:t>filters, </a:t>
                      </a:r>
                      <a:r>
                        <a:rPr lang="en-US" sz="1400" spc="5" dirty="0">
                          <a:latin typeface="Times New Roman"/>
                          <a:ea typeface="Trebuchet MS"/>
                          <a:cs typeface="Trebuchet MS"/>
                        </a:rPr>
                        <a:t> </a:t>
                      </a:r>
                      <a:r>
                        <a:rPr lang="en-US" sz="1400" dirty="0" err="1">
                          <a:latin typeface="Times New Roman"/>
                          <a:ea typeface="Trebuchet MS"/>
                          <a:cs typeface="Trebuchet MS"/>
                        </a:rPr>
                        <a:t>colour</a:t>
                      </a:r>
                      <a:r>
                        <a:rPr lang="en-US" sz="1400" dirty="0">
                          <a:latin typeface="Times New Roman"/>
                          <a:ea typeface="Trebuchet MS"/>
                          <a:cs typeface="Trebuchet MS"/>
                        </a:rPr>
                        <a:t> </a:t>
                      </a:r>
                      <a:r>
                        <a:rPr lang="en-US" sz="1400" spc="5" dirty="0">
                          <a:latin typeface="Times New Roman"/>
                          <a:ea typeface="Trebuchet MS"/>
                          <a:cs typeface="Trebuchet MS"/>
                        </a:rPr>
                        <a:t> </a:t>
                      </a:r>
                      <a:r>
                        <a:rPr lang="en-US" sz="1400" dirty="0">
                          <a:latin typeface="Times New Roman"/>
                          <a:ea typeface="Trebuchet MS"/>
                          <a:cs typeface="Trebuchet MS"/>
                        </a:rPr>
                        <a:t>models, </a:t>
                      </a:r>
                      <a:r>
                        <a:rPr lang="en-US" sz="1400" spc="5" dirty="0">
                          <a:latin typeface="Times New Roman"/>
                          <a:ea typeface="Trebuchet MS"/>
                          <a:cs typeface="Trebuchet MS"/>
                        </a:rPr>
                        <a:t> </a:t>
                      </a:r>
                      <a:r>
                        <a:rPr lang="en-US" sz="1400" dirty="0">
                          <a:latin typeface="Times New Roman"/>
                          <a:ea typeface="Trebuchet MS"/>
                          <a:cs typeface="Trebuchet MS"/>
                        </a:rPr>
                        <a:t>Pseudo</a:t>
                      </a:r>
                      <a:r>
                        <a:rPr lang="en-US" sz="1400" spc="5" dirty="0">
                          <a:latin typeface="Times New Roman"/>
                          <a:ea typeface="Trebuchet MS"/>
                          <a:cs typeface="Trebuchet MS"/>
                        </a:rPr>
                        <a:t> </a:t>
                      </a:r>
                      <a:r>
                        <a:rPr lang="en-US" sz="1400" dirty="0" err="1">
                          <a:latin typeface="Times New Roman"/>
                          <a:ea typeface="Trebuchet MS"/>
                          <a:cs typeface="Trebuchet MS"/>
                        </a:rPr>
                        <a:t>colouring</a:t>
                      </a:r>
                      <a:r>
                        <a:rPr lang="en-US" sz="1400" dirty="0">
                          <a:latin typeface="Times New Roman"/>
                          <a:ea typeface="Trebuchet MS"/>
                          <a:cs typeface="Trebuchet MS"/>
                        </a:rPr>
                        <a:t>,</a:t>
                      </a:r>
                      <a:r>
                        <a:rPr lang="en-US" sz="1400" spc="135" dirty="0">
                          <a:latin typeface="Times New Roman"/>
                          <a:ea typeface="Trebuchet MS"/>
                          <a:cs typeface="Trebuchet MS"/>
                        </a:rPr>
                        <a:t> </a:t>
                      </a:r>
                      <a:r>
                        <a:rPr lang="en-US" sz="1400" dirty="0" err="1">
                          <a:latin typeface="Times New Roman"/>
                          <a:ea typeface="Trebuchet MS"/>
                          <a:cs typeface="Trebuchet MS"/>
                        </a:rPr>
                        <a:t>colour</a:t>
                      </a:r>
                      <a:r>
                        <a:rPr lang="en-US" sz="1400" spc="135" dirty="0">
                          <a:latin typeface="Times New Roman"/>
                          <a:ea typeface="Trebuchet MS"/>
                          <a:cs typeface="Trebuchet MS"/>
                        </a:rPr>
                        <a:t> </a:t>
                      </a:r>
                      <a:r>
                        <a:rPr lang="en-US" sz="1400" dirty="0">
                          <a:latin typeface="Times New Roman"/>
                          <a:ea typeface="Trebuchet MS"/>
                          <a:cs typeface="Trebuchet MS"/>
                        </a:rPr>
                        <a:t>transforms,</a:t>
                      </a:r>
                      <a:r>
                        <a:rPr lang="en-US" sz="1400" spc="145" dirty="0">
                          <a:latin typeface="Times New Roman"/>
                          <a:ea typeface="Trebuchet MS"/>
                          <a:cs typeface="Trebuchet MS"/>
                        </a:rPr>
                        <a:t> </a:t>
                      </a:r>
                      <a:r>
                        <a:rPr lang="en-US" sz="1400" dirty="0">
                          <a:latin typeface="Times New Roman"/>
                          <a:ea typeface="Trebuchet MS"/>
                          <a:cs typeface="Trebuchet MS"/>
                        </a:rPr>
                        <a:t>Basics</a:t>
                      </a:r>
                      <a:r>
                        <a:rPr lang="en-US" sz="1400" spc="140" dirty="0">
                          <a:latin typeface="Times New Roman"/>
                          <a:ea typeface="Trebuchet MS"/>
                          <a:cs typeface="Trebuchet MS"/>
                        </a:rPr>
                        <a:t> </a:t>
                      </a:r>
                      <a:r>
                        <a:rPr lang="en-US" sz="1400" dirty="0">
                          <a:latin typeface="Times New Roman"/>
                          <a:ea typeface="Trebuchet MS"/>
                          <a:cs typeface="Trebuchet MS"/>
                        </a:rPr>
                        <a:t>of</a:t>
                      </a:r>
                      <a:r>
                        <a:rPr lang="en-US" sz="1400" spc="135" dirty="0">
                          <a:latin typeface="Times New Roman"/>
                          <a:ea typeface="Trebuchet MS"/>
                          <a:cs typeface="Trebuchet MS"/>
                        </a:rPr>
                        <a:t> </a:t>
                      </a:r>
                      <a:r>
                        <a:rPr lang="en-US" sz="1400" dirty="0">
                          <a:latin typeface="Times New Roman"/>
                          <a:ea typeface="Trebuchet MS"/>
                          <a:cs typeface="Trebuchet MS"/>
                        </a:rPr>
                        <a:t>Wavelet</a:t>
                      </a:r>
                      <a:r>
                        <a:rPr lang="en-US" sz="1400" spc="165" dirty="0">
                          <a:latin typeface="Times New Roman"/>
                          <a:ea typeface="Trebuchet MS"/>
                          <a:cs typeface="Trebuchet MS"/>
                        </a:rPr>
                        <a:t> </a:t>
                      </a:r>
                      <a:r>
                        <a:rPr lang="en-US" sz="1400" dirty="0">
                          <a:latin typeface="Times New Roman"/>
                          <a:ea typeface="Trebuchet MS"/>
                          <a:cs typeface="Trebuchet MS"/>
                        </a:rPr>
                        <a:t>Transforms.</a:t>
                      </a:r>
                      <a:endParaRPr lang="en-US" sz="1400" dirty="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10210" marR="0">
                        <a:lnSpc>
                          <a:spcPct val="115000"/>
                        </a:lnSpc>
                        <a:spcBef>
                          <a:spcPts val="45"/>
                        </a:spcBef>
                        <a:spcAft>
                          <a:spcPts val="0"/>
                        </a:spcAft>
                      </a:pPr>
                      <a:endParaRPr lang="en-US" sz="1400">
                        <a:latin typeface="Trebuchet MS"/>
                        <a:ea typeface="Trebuchet MS"/>
                        <a:cs typeface="Trebuchet MS"/>
                      </a:endParaRPr>
                    </a:p>
                    <a:p>
                      <a:pPr marL="178435" marR="174625" algn="ctr">
                        <a:lnSpc>
                          <a:spcPct val="115000"/>
                        </a:lnSpc>
                        <a:spcBef>
                          <a:spcPts val="195"/>
                        </a:spcBef>
                        <a:spcAft>
                          <a:spcPts val="0"/>
                        </a:spcAft>
                      </a:pPr>
                      <a:r>
                        <a:rPr lang="en-US" sz="1400" b="1">
                          <a:latin typeface="Times New Roman"/>
                          <a:ea typeface="Trebuchet MS"/>
                          <a:cs typeface="Trebuchet MS"/>
                        </a:rPr>
                        <a:t>06</a:t>
                      </a:r>
                      <a:endParaRPr lang="en-US" sz="140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1960">
                <a:tc>
                  <a:txBody>
                    <a:bodyPr/>
                    <a:lstStyle/>
                    <a:p>
                      <a:pPr marL="410210" marR="0" algn="ctr">
                        <a:lnSpc>
                          <a:spcPts val="1370"/>
                        </a:lnSpc>
                        <a:spcBef>
                          <a:spcPts val="195"/>
                        </a:spcBef>
                        <a:spcAft>
                          <a:spcPts val="0"/>
                        </a:spcAft>
                      </a:pPr>
                      <a:r>
                        <a:rPr lang="en-US" sz="1400" b="1" dirty="0">
                          <a:latin typeface="Times New Roman"/>
                          <a:ea typeface="Trebuchet MS"/>
                          <a:cs typeface="Trebuchet MS"/>
                        </a:rPr>
                        <a:t>4</a:t>
                      </a:r>
                      <a:endParaRPr lang="en-US" sz="1400" dirty="0">
                        <a:latin typeface="Trebuchet MS"/>
                        <a:ea typeface="Trebuchet MS"/>
                        <a:cs typeface="Trebuchet MS"/>
                      </a:endParaRPr>
                    </a:p>
                    <a:p>
                      <a:pPr marL="0" marR="0" algn="ctr">
                        <a:lnSpc>
                          <a:spcPct val="115000"/>
                        </a:lnSpc>
                        <a:spcBef>
                          <a:spcPts val="0"/>
                        </a:spcBef>
                        <a:spcAft>
                          <a:spcPts val="1000"/>
                        </a:spcAft>
                      </a:pPr>
                      <a:r>
                        <a:rPr lang="en-US" sz="1400" b="1" dirty="0">
                          <a:latin typeface="Times New Roman"/>
                          <a:ea typeface="Times New Roman"/>
                          <a:cs typeface="Times New Roman"/>
                        </a:rPr>
                        <a:t>4</a:t>
                      </a:r>
                      <a:endParaRPr lang="en-US" sz="14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9850" marR="60960" algn="just">
                        <a:lnSpc>
                          <a:spcPct val="115000"/>
                        </a:lnSpc>
                        <a:spcBef>
                          <a:spcPts val="195"/>
                        </a:spcBef>
                        <a:spcAft>
                          <a:spcPts val="0"/>
                        </a:spcAft>
                      </a:pPr>
                      <a:r>
                        <a:rPr lang="en-US" sz="1400" b="1" dirty="0">
                          <a:latin typeface="Times New Roman"/>
                          <a:ea typeface="Trebuchet MS"/>
                          <a:cs typeface="Trebuchet MS"/>
                        </a:rPr>
                        <a:t>Image</a:t>
                      </a:r>
                      <a:r>
                        <a:rPr lang="en-US" sz="1400" b="1" spc="5" dirty="0">
                          <a:latin typeface="Times New Roman"/>
                          <a:ea typeface="Trebuchet MS"/>
                          <a:cs typeface="Trebuchet MS"/>
                        </a:rPr>
                        <a:t> </a:t>
                      </a:r>
                      <a:r>
                        <a:rPr lang="en-US" sz="1400" b="1" dirty="0">
                          <a:latin typeface="Times New Roman"/>
                          <a:ea typeface="Trebuchet MS"/>
                          <a:cs typeface="Trebuchet MS"/>
                        </a:rPr>
                        <a:t>Restoration:</a:t>
                      </a:r>
                      <a:r>
                        <a:rPr lang="en-US" sz="1400" b="1" spc="5" dirty="0">
                          <a:latin typeface="Times New Roman"/>
                          <a:ea typeface="Trebuchet MS"/>
                          <a:cs typeface="Trebuchet MS"/>
                        </a:rPr>
                        <a:t> </a:t>
                      </a:r>
                      <a:r>
                        <a:rPr lang="en-US" sz="1400" dirty="0">
                          <a:latin typeface="Times New Roman"/>
                          <a:ea typeface="Trebuchet MS"/>
                          <a:cs typeface="Trebuchet MS"/>
                        </a:rPr>
                        <a:t>Image</a:t>
                      </a:r>
                      <a:r>
                        <a:rPr lang="en-US" sz="1400" spc="5" dirty="0">
                          <a:latin typeface="Times New Roman"/>
                          <a:ea typeface="Trebuchet MS"/>
                          <a:cs typeface="Trebuchet MS"/>
                        </a:rPr>
                        <a:t> </a:t>
                      </a:r>
                      <a:r>
                        <a:rPr lang="en-US" sz="1400" dirty="0">
                          <a:latin typeface="Times New Roman"/>
                          <a:ea typeface="Trebuchet MS"/>
                          <a:cs typeface="Trebuchet MS"/>
                        </a:rPr>
                        <a:t>degradation</a:t>
                      </a:r>
                      <a:r>
                        <a:rPr lang="en-US" sz="1400" spc="5" dirty="0">
                          <a:latin typeface="Times New Roman"/>
                          <a:ea typeface="Trebuchet MS"/>
                          <a:cs typeface="Trebuchet MS"/>
                        </a:rPr>
                        <a:t> </a:t>
                      </a:r>
                      <a:r>
                        <a:rPr lang="en-US" sz="1400" dirty="0">
                          <a:latin typeface="Times New Roman"/>
                          <a:ea typeface="Trebuchet MS"/>
                          <a:cs typeface="Trebuchet MS"/>
                        </a:rPr>
                        <a:t>and</a:t>
                      </a:r>
                      <a:r>
                        <a:rPr lang="en-US" sz="1400" spc="5" dirty="0">
                          <a:latin typeface="Times New Roman"/>
                          <a:ea typeface="Trebuchet MS"/>
                          <a:cs typeface="Trebuchet MS"/>
                        </a:rPr>
                        <a:t> </a:t>
                      </a:r>
                      <a:r>
                        <a:rPr lang="en-US" sz="1400" dirty="0">
                          <a:latin typeface="Times New Roman"/>
                          <a:ea typeface="Trebuchet MS"/>
                          <a:cs typeface="Trebuchet MS"/>
                        </a:rPr>
                        <a:t>restoration</a:t>
                      </a:r>
                      <a:r>
                        <a:rPr lang="en-US" sz="1400" spc="5" dirty="0">
                          <a:latin typeface="Times New Roman"/>
                          <a:ea typeface="Trebuchet MS"/>
                          <a:cs typeface="Trebuchet MS"/>
                        </a:rPr>
                        <a:t> </a:t>
                      </a:r>
                      <a:r>
                        <a:rPr lang="en-US" sz="1400" dirty="0">
                          <a:latin typeface="Times New Roman"/>
                          <a:ea typeface="Trebuchet MS"/>
                          <a:cs typeface="Trebuchet MS"/>
                        </a:rPr>
                        <a:t>process,</a:t>
                      </a:r>
                      <a:r>
                        <a:rPr lang="en-US" sz="1400" spc="-290" dirty="0">
                          <a:latin typeface="Times New Roman"/>
                          <a:ea typeface="Trebuchet MS"/>
                          <a:cs typeface="Trebuchet MS"/>
                        </a:rPr>
                        <a:t> </a:t>
                      </a:r>
                      <a:r>
                        <a:rPr lang="en-US" sz="1400" dirty="0">
                          <a:latin typeface="Times New Roman"/>
                          <a:ea typeface="Trebuchet MS"/>
                          <a:cs typeface="Trebuchet MS"/>
                        </a:rPr>
                        <a:t>Noise Models, Noise Filters, degradation function, Inverse Filtering,</a:t>
                      </a:r>
                      <a:r>
                        <a:rPr lang="en-US" sz="1400" spc="5" dirty="0">
                          <a:latin typeface="Times New Roman"/>
                          <a:ea typeface="Trebuchet MS"/>
                          <a:cs typeface="Trebuchet MS"/>
                        </a:rPr>
                        <a:t> </a:t>
                      </a:r>
                      <a:r>
                        <a:rPr lang="en-US" sz="1400" dirty="0">
                          <a:latin typeface="Times New Roman"/>
                          <a:ea typeface="Trebuchet MS"/>
                          <a:cs typeface="Trebuchet MS"/>
                        </a:rPr>
                        <a:t>Homomorphism</a:t>
                      </a:r>
                      <a:r>
                        <a:rPr lang="en-US" sz="1400" spc="75" dirty="0">
                          <a:latin typeface="Times New Roman"/>
                          <a:ea typeface="Trebuchet MS"/>
                          <a:cs typeface="Trebuchet MS"/>
                        </a:rPr>
                        <a:t> </a:t>
                      </a:r>
                      <a:r>
                        <a:rPr lang="en-US" sz="1400" dirty="0">
                          <a:latin typeface="Times New Roman"/>
                          <a:ea typeface="Trebuchet MS"/>
                          <a:cs typeface="Trebuchet MS"/>
                        </a:rPr>
                        <a:t>Filtering.</a:t>
                      </a:r>
                      <a:endParaRPr lang="en-US" sz="1400" dirty="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10210" marR="0">
                        <a:lnSpc>
                          <a:spcPct val="115000"/>
                        </a:lnSpc>
                        <a:spcBef>
                          <a:spcPts val="45"/>
                        </a:spcBef>
                        <a:spcAft>
                          <a:spcPts val="0"/>
                        </a:spcAft>
                      </a:pPr>
                      <a:endParaRPr lang="en-US" sz="1400">
                        <a:latin typeface="Trebuchet MS"/>
                        <a:ea typeface="Trebuchet MS"/>
                        <a:cs typeface="Trebuchet MS"/>
                      </a:endParaRPr>
                    </a:p>
                    <a:p>
                      <a:pPr marL="178435" marR="174625" algn="ctr">
                        <a:lnSpc>
                          <a:spcPct val="115000"/>
                        </a:lnSpc>
                        <a:spcBef>
                          <a:spcPts val="195"/>
                        </a:spcBef>
                        <a:spcAft>
                          <a:spcPts val="0"/>
                        </a:spcAft>
                      </a:pPr>
                      <a:r>
                        <a:rPr lang="en-US" sz="1400" b="1">
                          <a:latin typeface="Times New Roman"/>
                          <a:ea typeface="Trebuchet MS"/>
                          <a:cs typeface="Trebuchet MS"/>
                        </a:rPr>
                        <a:t>07</a:t>
                      </a:r>
                      <a:endParaRPr lang="en-US" sz="140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1960">
                <a:tc>
                  <a:txBody>
                    <a:bodyPr/>
                    <a:lstStyle/>
                    <a:p>
                      <a:pPr marL="410210" marR="0" algn="ctr">
                        <a:lnSpc>
                          <a:spcPts val="1370"/>
                        </a:lnSpc>
                        <a:spcBef>
                          <a:spcPts val="195"/>
                        </a:spcBef>
                        <a:spcAft>
                          <a:spcPts val="0"/>
                        </a:spcAft>
                      </a:pPr>
                      <a:r>
                        <a:rPr lang="en-US" sz="1400" b="1" dirty="0">
                          <a:latin typeface="Times New Roman"/>
                          <a:ea typeface="Trebuchet MS"/>
                          <a:cs typeface="Trebuchet MS"/>
                        </a:rPr>
                        <a:t>5</a:t>
                      </a:r>
                      <a:endParaRPr lang="en-US" sz="1400" dirty="0">
                        <a:latin typeface="Trebuchet MS"/>
                        <a:ea typeface="Trebuchet MS"/>
                        <a:cs typeface="Trebuchet MS"/>
                      </a:endParaRPr>
                    </a:p>
                    <a:p>
                      <a:pPr marL="0" marR="0" algn="ctr">
                        <a:lnSpc>
                          <a:spcPct val="115000"/>
                        </a:lnSpc>
                        <a:spcBef>
                          <a:spcPts val="0"/>
                        </a:spcBef>
                        <a:spcAft>
                          <a:spcPts val="1000"/>
                        </a:spcAft>
                      </a:pPr>
                      <a:r>
                        <a:rPr lang="en-US" sz="1400" b="1" dirty="0">
                          <a:latin typeface="Times New Roman"/>
                          <a:ea typeface="Times New Roman"/>
                          <a:cs typeface="Times New Roman"/>
                        </a:rPr>
                        <a:t>5</a:t>
                      </a:r>
                      <a:endParaRPr lang="en-US" sz="14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9850" marR="64770" algn="just">
                        <a:lnSpc>
                          <a:spcPct val="115000"/>
                        </a:lnSpc>
                        <a:spcBef>
                          <a:spcPts val="195"/>
                        </a:spcBef>
                        <a:spcAft>
                          <a:spcPts val="0"/>
                        </a:spcAft>
                      </a:pPr>
                      <a:r>
                        <a:rPr lang="en-US" sz="1400" b="1" dirty="0">
                          <a:latin typeface="Times New Roman"/>
                          <a:ea typeface="Trebuchet MS"/>
                          <a:cs typeface="Trebuchet MS"/>
                        </a:rPr>
                        <a:t>Image Compression: </a:t>
                      </a:r>
                      <a:r>
                        <a:rPr lang="en-US" sz="1400" dirty="0">
                          <a:latin typeface="Times New Roman"/>
                          <a:ea typeface="Trebuchet MS"/>
                          <a:cs typeface="Trebuchet MS"/>
                        </a:rPr>
                        <a:t>Coding redundancy, </a:t>
                      </a:r>
                      <a:r>
                        <a:rPr lang="en-US" sz="1400" dirty="0" err="1">
                          <a:latin typeface="Times New Roman"/>
                          <a:ea typeface="Trebuchet MS"/>
                          <a:cs typeface="Trebuchet MS"/>
                        </a:rPr>
                        <a:t>Interpixel</a:t>
                      </a:r>
                      <a:r>
                        <a:rPr lang="en-US" sz="1400" dirty="0">
                          <a:latin typeface="Times New Roman"/>
                          <a:ea typeface="Trebuchet MS"/>
                          <a:cs typeface="Trebuchet MS"/>
                        </a:rPr>
                        <a:t> redundancy,</a:t>
                      </a:r>
                      <a:r>
                        <a:rPr lang="en-US" sz="1400" spc="5" dirty="0">
                          <a:latin typeface="Times New Roman"/>
                          <a:ea typeface="Trebuchet MS"/>
                          <a:cs typeface="Trebuchet MS"/>
                        </a:rPr>
                        <a:t> </a:t>
                      </a:r>
                      <a:r>
                        <a:rPr lang="en-US" sz="1400" dirty="0" err="1">
                          <a:latin typeface="Times New Roman"/>
                          <a:ea typeface="Trebuchet MS"/>
                          <a:cs typeface="Trebuchet MS"/>
                        </a:rPr>
                        <a:t>Psychovisual</a:t>
                      </a:r>
                      <a:r>
                        <a:rPr lang="en-US" sz="1400" spc="305" dirty="0">
                          <a:latin typeface="Times New Roman"/>
                          <a:ea typeface="Trebuchet MS"/>
                          <a:cs typeface="Trebuchet MS"/>
                        </a:rPr>
                        <a:t> </a:t>
                      </a:r>
                      <a:r>
                        <a:rPr lang="en-US" sz="1400" dirty="0">
                          <a:latin typeface="Times New Roman"/>
                          <a:ea typeface="Trebuchet MS"/>
                          <a:cs typeface="Trebuchet MS"/>
                        </a:rPr>
                        <a:t>redundancy,</a:t>
                      </a:r>
                      <a:r>
                        <a:rPr lang="en-US" sz="1400" spc="305" dirty="0">
                          <a:latin typeface="Times New Roman"/>
                          <a:ea typeface="Trebuchet MS"/>
                          <a:cs typeface="Trebuchet MS"/>
                        </a:rPr>
                        <a:t> </a:t>
                      </a:r>
                      <a:r>
                        <a:rPr lang="en-US" sz="1400" dirty="0">
                          <a:latin typeface="Times New Roman"/>
                          <a:ea typeface="Trebuchet MS"/>
                          <a:cs typeface="Trebuchet MS"/>
                        </a:rPr>
                        <a:t>Huffman</a:t>
                      </a:r>
                      <a:r>
                        <a:rPr lang="en-US" sz="1400" spc="305" dirty="0">
                          <a:latin typeface="Times New Roman"/>
                          <a:ea typeface="Trebuchet MS"/>
                          <a:cs typeface="Trebuchet MS"/>
                        </a:rPr>
                        <a:t> </a:t>
                      </a:r>
                      <a:r>
                        <a:rPr lang="en-US" sz="1400" dirty="0">
                          <a:latin typeface="Times New Roman"/>
                          <a:ea typeface="Trebuchet MS"/>
                          <a:cs typeface="Trebuchet MS"/>
                        </a:rPr>
                        <a:t>Coding,</a:t>
                      </a:r>
                      <a:r>
                        <a:rPr lang="en-US" sz="1400" spc="305" dirty="0">
                          <a:latin typeface="Times New Roman"/>
                          <a:ea typeface="Trebuchet MS"/>
                          <a:cs typeface="Trebuchet MS"/>
                        </a:rPr>
                        <a:t> </a:t>
                      </a:r>
                      <a:r>
                        <a:rPr lang="en-US" sz="1400" dirty="0">
                          <a:latin typeface="Times New Roman"/>
                          <a:ea typeface="Trebuchet MS"/>
                          <a:cs typeface="Trebuchet MS"/>
                        </a:rPr>
                        <a:t>Arithmetic</a:t>
                      </a:r>
                      <a:r>
                        <a:rPr lang="en-US" sz="1400" spc="305" dirty="0">
                          <a:latin typeface="Times New Roman"/>
                          <a:ea typeface="Trebuchet MS"/>
                          <a:cs typeface="Trebuchet MS"/>
                        </a:rPr>
                        <a:t> </a:t>
                      </a:r>
                      <a:r>
                        <a:rPr lang="en-US" sz="1400" dirty="0">
                          <a:latin typeface="Times New Roman"/>
                          <a:ea typeface="Trebuchet MS"/>
                          <a:cs typeface="Trebuchet MS"/>
                        </a:rPr>
                        <a:t>coding,</a:t>
                      </a:r>
                      <a:r>
                        <a:rPr lang="en-US" sz="1400" spc="-290" dirty="0">
                          <a:latin typeface="Times New Roman"/>
                          <a:ea typeface="Trebuchet MS"/>
                          <a:cs typeface="Trebuchet MS"/>
                        </a:rPr>
                        <a:t> </a:t>
                      </a:r>
                      <a:r>
                        <a:rPr lang="en-US" sz="1400" dirty="0" err="1">
                          <a:latin typeface="Times New Roman"/>
                          <a:ea typeface="Trebuchet MS"/>
                          <a:cs typeface="Trebuchet MS"/>
                        </a:rPr>
                        <a:t>Lossy</a:t>
                      </a:r>
                      <a:r>
                        <a:rPr lang="en-US" sz="1400" spc="80" dirty="0">
                          <a:latin typeface="Times New Roman"/>
                          <a:ea typeface="Trebuchet MS"/>
                          <a:cs typeface="Trebuchet MS"/>
                        </a:rPr>
                        <a:t> </a:t>
                      </a:r>
                      <a:r>
                        <a:rPr lang="en-US" sz="1400" dirty="0">
                          <a:latin typeface="Times New Roman"/>
                          <a:ea typeface="Trebuchet MS"/>
                          <a:cs typeface="Trebuchet MS"/>
                        </a:rPr>
                        <a:t>compression</a:t>
                      </a:r>
                      <a:r>
                        <a:rPr lang="en-US" sz="1400" spc="85" dirty="0">
                          <a:latin typeface="Times New Roman"/>
                          <a:ea typeface="Trebuchet MS"/>
                          <a:cs typeface="Trebuchet MS"/>
                        </a:rPr>
                        <a:t> </a:t>
                      </a:r>
                      <a:r>
                        <a:rPr lang="en-US" sz="1400" dirty="0">
                          <a:latin typeface="Times New Roman"/>
                          <a:ea typeface="Trebuchet MS"/>
                          <a:cs typeface="Trebuchet MS"/>
                        </a:rPr>
                        <a:t>techniques,</a:t>
                      </a:r>
                      <a:r>
                        <a:rPr lang="en-US" sz="1400" spc="90" dirty="0">
                          <a:latin typeface="Times New Roman"/>
                          <a:ea typeface="Trebuchet MS"/>
                          <a:cs typeface="Trebuchet MS"/>
                        </a:rPr>
                        <a:t> </a:t>
                      </a:r>
                      <a:r>
                        <a:rPr lang="en-US" sz="1400" dirty="0">
                          <a:latin typeface="Times New Roman"/>
                          <a:ea typeface="Trebuchet MS"/>
                          <a:cs typeface="Trebuchet MS"/>
                        </a:rPr>
                        <a:t>JPEG</a:t>
                      </a:r>
                      <a:r>
                        <a:rPr lang="en-US" sz="1400" spc="85" dirty="0">
                          <a:latin typeface="Times New Roman"/>
                          <a:ea typeface="Trebuchet MS"/>
                          <a:cs typeface="Trebuchet MS"/>
                        </a:rPr>
                        <a:t> </a:t>
                      </a:r>
                      <a:r>
                        <a:rPr lang="en-US" sz="1400" dirty="0">
                          <a:latin typeface="Times New Roman"/>
                          <a:ea typeface="Trebuchet MS"/>
                          <a:cs typeface="Trebuchet MS"/>
                        </a:rPr>
                        <a:t>Compression.</a:t>
                      </a:r>
                      <a:endParaRPr lang="en-US" sz="1400" dirty="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10210" marR="0">
                        <a:lnSpc>
                          <a:spcPct val="115000"/>
                        </a:lnSpc>
                        <a:spcBef>
                          <a:spcPts val="10"/>
                        </a:spcBef>
                        <a:spcAft>
                          <a:spcPts val="0"/>
                        </a:spcAft>
                      </a:pPr>
                      <a:endParaRPr lang="en-US" sz="1400">
                        <a:latin typeface="Trebuchet MS"/>
                        <a:ea typeface="Trebuchet MS"/>
                        <a:cs typeface="Trebuchet MS"/>
                      </a:endParaRPr>
                    </a:p>
                    <a:p>
                      <a:pPr marL="178435" marR="174625" algn="ctr">
                        <a:lnSpc>
                          <a:spcPct val="115000"/>
                        </a:lnSpc>
                        <a:spcBef>
                          <a:spcPts val="195"/>
                        </a:spcBef>
                        <a:spcAft>
                          <a:spcPts val="0"/>
                        </a:spcAft>
                      </a:pPr>
                      <a:r>
                        <a:rPr lang="en-US" sz="1400" b="1">
                          <a:latin typeface="Times New Roman"/>
                          <a:ea typeface="Trebuchet MS"/>
                          <a:cs typeface="Trebuchet MS"/>
                        </a:rPr>
                        <a:t>05</a:t>
                      </a:r>
                      <a:endParaRPr lang="en-US" sz="140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3463">
                <a:tc>
                  <a:txBody>
                    <a:bodyPr/>
                    <a:lstStyle/>
                    <a:p>
                      <a:pPr marL="410210" marR="0" algn="ctr">
                        <a:lnSpc>
                          <a:spcPts val="1370"/>
                        </a:lnSpc>
                        <a:spcBef>
                          <a:spcPts val="195"/>
                        </a:spcBef>
                        <a:spcAft>
                          <a:spcPts val="0"/>
                        </a:spcAft>
                      </a:pPr>
                      <a:r>
                        <a:rPr lang="en-US" sz="1400" b="1" dirty="0">
                          <a:latin typeface="Times New Roman"/>
                          <a:ea typeface="Trebuchet MS"/>
                          <a:cs typeface="Trebuchet MS"/>
                        </a:rPr>
                        <a:t>6</a:t>
                      </a:r>
                      <a:endParaRPr lang="en-US" sz="1400" dirty="0">
                        <a:latin typeface="Trebuchet MS"/>
                        <a:ea typeface="Trebuchet MS"/>
                        <a:cs typeface="Trebuchet MS"/>
                      </a:endParaRPr>
                    </a:p>
                    <a:p>
                      <a:pPr marL="0" marR="0" algn="ctr">
                        <a:lnSpc>
                          <a:spcPct val="115000"/>
                        </a:lnSpc>
                        <a:spcBef>
                          <a:spcPts val="0"/>
                        </a:spcBef>
                        <a:spcAft>
                          <a:spcPts val="1000"/>
                        </a:spcAft>
                      </a:pPr>
                      <a:r>
                        <a:rPr lang="en-US" sz="1400" b="1" dirty="0">
                          <a:latin typeface="Times New Roman"/>
                          <a:ea typeface="Times New Roman"/>
                          <a:cs typeface="Times New Roman"/>
                        </a:rPr>
                        <a:t>6</a:t>
                      </a:r>
                      <a:endParaRPr lang="en-US" sz="1400" dirty="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9850" marR="66675" algn="just">
                        <a:lnSpc>
                          <a:spcPct val="115000"/>
                        </a:lnSpc>
                        <a:spcBef>
                          <a:spcPts val="195"/>
                        </a:spcBef>
                        <a:spcAft>
                          <a:spcPts val="0"/>
                        </a:spcAft>
                      </a:pPr>
                      <a:r>
                        <a:rPr lang="en-US" sz="1400" b="1" dirty="0">
                          <a:latin typeface="Times New Roman"/>
                          <a:ea typeface="Trebuchet MS"/>
                          <a:cs typeface="Trebuchet MS"/>
                        </a:rPr>
                        <a:t>Image</a:t>
                      </a:r>
                      <a:r>
                        <a:rPr lang="en-US" sz="1400" b="1" spc="5" dirty="0">
                          <a:latin typeface="Times New Roman"/>
                          <a:ea typeface="Trebuchet MS"/>
                          <a:cs typeface="Trebuchet MS"/>
                        </a:rPr>
                        <a:t> </a:t>
                      </a:r>
                      <a:r>
                        <a:rPr lang="en-US" sz="1400" b="1" dirty="0">
                          <a:latin typeface="Times New Roman"/>
                          <a:ea typeface="Trebuchet MS"/>
                          <a:cs typeface="Trebuchet MS"/>
                        </a:rPr>
                        <a:t>Segmentation</a:t>
                      </a:r>
                      <a:r>
                        <a:rPr lang="en-US" sz="1400" b="1" spc="5" dirty="0">
                          <a:latin typeface="Times New Roman"/>
                          <a:ea typeface="Trebuchet MS"/>
                          <a:cs typeface="Trebuchet MS"/>
                        </a:rPr>
                        <a:t> </a:t>
                      </a:r>
                      <a:r>
                        <a:rPr lang="en-US" sz="1400" b="1" dirty="0">
                          <a:latin typeface="Times New Roman"/>
                          <a:ea typeface="Trebuchet MS"/>
                          <a:cs typeface="Trebuchet MS"/>
                        </a:rPr>
                        <a:t>&amp;</a:t>
                      </a:r>
                      <a:r>
                        <a:rPr lang="en-US" sz="1400" b="1" spc="5" dirty="0">
                          <a:latin typeface="Times New Roman"/>
                          <a:ea typeface="Trebuchet MS"/>
                          <a:cs typeface="Trebuchet MS"/>
                        </a:rPr>
                        <a:t> </a:t>
                      </a:r>
                      <a:r>
                        <a:rPr lang="en-US" sz="1400" b="1" dirty="0">
                          <a:latin typeface="Times New Roman"/>
                          <a:ea typeface="Trebuchet MS"/>
                          <a:cs typeface="Trebuchet MS"/>
                        </a:rPr>
                        <a:t>Representation:</a:t>
                      </a:r>
                      <a:r>
                        <a:rPr lang="en-US" sz="1400" b="1" spc="5" dirty="0">
                          <a:latin typeface="Times New Roman"/>
                          <a:ea typeface="Trebuchet MS"/>
                          <a:cs typeface="Trebuchet MS"/>
                        </a:rPr>
                        <a:t> </a:t>
                      </a:r>
                      <a:r>
                        <a:rPr lang="en-US" sz="1400" dirty="0">
                          <a:latin typeface="Times New Roman"/>
                          <a:ea typeface="Trebuchet MS"/>
                          <a:cs typeface="Trebuchet MS"/>
                        </a:rPr>
                        <a:t>Point,</a:t>
                      </a:r>
                      <a:r>
                        <a:rPr lang="en-US" sz="1400" spc="5" dirty="0">
                          <a:latin typeface="Times New Roman"/>
                          <a:ea typeface="Trebuchet MS"/>
                          <a:cs typeface="Trebuchet MS"/>
                        </a:rPr>
                        <a:t> </a:t>
                      </a:r>
                      <a:r>
                        <a:rPr lang="en-US" sz="1400" dirty="0">
                          <a:latin typeface="Times New Roman"/>
                          <a:ea typeface="Trebuchet MS"/>
                          <a:cs typeface="Trebuchet MS"/>
                        </a:rPr>
                        <a:t>Line</a:t>
                      </a:r>
                      <a:r>
                        <a:rPr lang="en-US" sz="1400" spc="5" dirty="0">
                          <a:latin typeface="Times New Roman"/>
                          <a:ea typeface="Trebuchet MS"/>
                          <a:cs typeface="Trebuchet MS"/>
                        </a:rPr>
                        <a:t> </a:t>
                      </a:r>
                      <a:r>
                        <a:rPr lang="en-US" sz="1400" dirty="0">
                          <a:latin typeface="Times New Roman"/>
                          <a:ea typeface="Trebuchet MS"/>
                          <a:cs typeface="Trebuchet MS"/>
                        </a:rPr>
                        <a:t>and</a:t>
                      </a:r>
                      <a:r>
                        <a:rPr lang="en-US" sz="1400" spc="5" dirty="0">
                          <a:latin typeface="Times New Roman"/>
                          <a:ea typeface="Trebuchet MS"/>
                          <a:cs typeface="Trebuchet MS"/>
                        </a:rPr>
                        <a:t> </a:t>
                      </a:r>
                      <a:r>
                        <a:rPr lang="en-US" sz="1400" dirty="0">
                          <a:latin typeface="Times New Roman"/>
                          <a:ea typeface="Trebuchet MS"/>
                          <a:cs typeface="Trebuchet MS"/>
                        </a:rPr>
                        <a:t>Edge</a:t>
                      </a:r>
                      <a:r>
                        <a:rPr lang="en-US" sz="1400" spc="5" dirty="0">
                          <a:latin typeface="Times New Roman"/>
                          <a:ea typeface="Trebuchet MS"/>
                          <a:cs typeface="Trebuchet MS"/>
                        </a:rPr>
                        <a:t> </a:t>
                      </a:r>
                      <a:r>
                        <a:rPr lang="en-US" sz="1400" dirty="0">
                          <a:latin typeface="Times New Roman"/>
                          <a:ea typeface="Trebuchet MS"/>
                          <a:cs typeface="Trebuchet MS"/>
                        </a:rPr>
                        <a:t>Detection,</a:t>
                      </a:r>
                      <a:r>
                        <a:rPr lang="en-US" sz="1400" spc="305" dirty="0">
                          <a:latin typeface="Times New Roman"/>
                          <a:ea typeface="Trebuchet MS"/>
                          <a:cs typeface="Trebuchet MS"/>
                        </a:rPr>
                        <a:t> </a:t>
                      </a:r>
                      <a:r>
                        <a:rPr lang="en-US" sz="1400" dirty="0" err="1">
                          <a:latin typeface="Times New Roman"/>
                          <a:ea typeface="Trebuchet MS"/>
                          <a:cs typeface="Trebuchet MS"/>
                        </a:rPr>
                        <a:t>Thresholding</a:t>
                      </a:r>
                      <a:r>
                        <a:rPr lang="en-US" sz="1400" dirty="0">
                          <a:latin typeface="Times New Roman"/>
                          <a:ea typeface="Trebuchet MS"/>
                          <a:cs typeface="Trebuchet MS"/>
                        </a:rPr>
                        <a:t>,</a:t>
                      </a:r>
                      <a:r>
                        <a:rPr lang="en-US" sz="1400" spc="305" dirty="0">
                          <a:latin typeface="Times New Roman"/>
                          <a:ea typeface="Trebuchet MS"/>
                          <a:cs typeface="Trebuchet MS"/>
                        </a:rPr>
                        <a:t> </a:t>
                      </a:r>
                      <a:r>
                        <a:rPr lang="en-US" sz="1400" dirty="0">
                          <a:latin typeface="Times New Roman"/>
                          <a:ea typeface="Trebuchet MS"/>
                          <a:cs typeface="Trebuchet MS"/>
                        </a:rPr>
                        <a:t>Edge</a:t>
                      </a:r>
                      <a:r>
                        <a:rPr lang="en-US" sz="1400" spc="305" dirty="0">
                          <a:latin typeface="Times New Roman"/>
                          <a:ea typeface="Trebuchet MS"/>
                          <a:cs typeface="Trebuchet MS"/>
                        </a:rPr>
                        <a:t> </a:t>
                      </a:r>
                      <a:r>
                        <a:rPr lang="en-US" sz="1400" dirty="0">
                          <a:latin typeface="Times New Roman"/>
                          <a:ea typeface="Trebuchet MS"/>
                          <a:cs typeface="Trebuchet MS"/>
                        </a:rPr>
                        <a:t>and</a:t>
                      </a:r>
                      <a:r>
                        <a:rPr lang="en-US" sz="1400" spc="305" dirty="0">
                          <a:latin typeface="Times New Roman"/>
                          <a:ea typeface="Trebuchet MS"/>
                          <a:cs typeface="Trebuchet MS"/>
                        </a:rPr>
                        <a:t> </a:t>
                      </a:r>
                      <a:r>
                        <a:rPr lang="en-US" sz="1400" dirty="0">
                          <a:latin typeface="Times New Roman"/>
                          <a:ea typeface="Trebuchet MS"/>
                          <a:cs typeface="Trebuchet MS"/>
                        </a:rPr>
                        <a:t>Boundary</a:t>
                      </a:r>
                      <a:r>
                        <a:rPr lang="en-US" sz="1400" spc="305" dirty="0">
                          <a:latin typeface="Times New Roman"/>
                          <a:ea typeface="Trebuchet MS"/>
                          <a:cs typeface="Trebuchet MS"/>
                        </a:rPr>
                        <a:t> </a:t>
                      </a:r>
                      <a:r>
                        <a:rPr lang="en-US" sz="1400" dirty="0">
                          <a:latin typeface="Times New Roman"/>
                          <a:ea typeface="Trebuchet MS"/>
                          <a:cs typeface="Trebuchet MS"/>
                        </a:rPr>
                        <a:t>linking,</a:t>
                      </a:r>
                      <a:r>
                        <a:rPr lang="en-US" sz="1400" spc="305" dirty="0">
                          <a:latin typeface="Times New Roman"/>
                          <a:ea typeface="Trebuchet MS"/>
                          <a:cs typeface="Trebuchet MS"/>
                        </a:rPr>
                        <a:t> </a:t>
                      </a:r>
                      <a:r>
                        <a:rPr lang="en-US" sz="1400" dirty="0">
                          <a:latin typeface="Times New Roman"/>
                          <a:ea typeface="Trebuchet MS"/>
                          <a:cs typeface="Trebuchet MS"/>
                        </a:rPr>
                        <a:t>Hough</a:t>
                      </a:r>
                      <a:r>
                        <a:rPr lang="en-US" sz="1400" spc="5" dirty="0">
                          <a:latin typeface="Times New Roman"/>
                          <a:ea typeface="Trebuchet MS"/>
                          <a:cs typeface="Trebuchet MS"/>
                        </a:rPr>
                        <a:t> </a:t>
                      </a:r>
                      <a:r>
                        <a:rPr lang="en-US" sz="1400" dirty="0">
                          <a:latin typeface="Times New Roman"/>
                          <a:ea typeface="Trebuchet MS"/>
                          <a:cs typeface="Trebuchet MS"/>
                        </a:rPr>
                        <a:t>transforms, Region Based Segmentation, Boundary representation,</a:t>
                      </a:r>
                      <a:r>
                        <a:rPr lang="en-US" sz="1400" spc="5" dirty="0">
                          <a:latin typeface="Times New Roman"/>
                          <a:ea typeface="Trebuchet MS"/>
                          <a:cs typeface="Trebuchet MS"/>
                        </a:rPr>
                        <a:t> </a:t>
                      </a:r>
                      <a:r>
                        <a:rPr lang="en-US" sz="1400" dirty="0">
                          <a:latin typeface="Times New Roman"/>
                          <a:ea typeface="Trebuchet MS"/>
                          <a:cs typeface="Trebuchet MS"/>
                        </a:rPr>
                        <a:t>Boundary</a:t>
                      </a:r>
                      <a:r>
                        <a:rPr lang="en-US" sz="1400" spc="75" dirty="0">
                          <a:latin typeface="Times New Roman"/>
                          <a:ea typeface="Trebuchet MS"/>
                          <a:cs typeface="Trebuchet MS"/>
                        </a:rPr>
                        <a:t> </a:t>
                      </a:r>
                      <a:r>
                        <a:rPr lang="en-US" sz="1400" dirty="0">
                          <a:latin typeface="Times New Roman"/>
                          <a:ea typeface="Trebuchet MS"/>
                          <a:cs typeface="Trebuchet MS"/>
                        </a:rPr>
                        <a:t>Descriptors.</a:t>
                      </a:r>
                      <a:endParaRPr lang="en-US" sz="1400" dirty="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10210" marR="0">
                        <a:lnSpc>
                          <a:spcPct val="115000"/>
                        </a:lnSpc>
                        <a:spcBef>
                          <a:spcPts val="5"/>
                        </a:spcBef>
                        <a:spcAft>
                          <a:spcPts val="0"/>
                        </a:spcAft>
                      </a:pPr>
                      <a:endParaRPr lang="en-US" sz="1400" dirty="0">
                        <a:latin typeface="Trebuchet MS"/>
                        <a:ea typeface="Trebuchet MS"/>
                        <a:cs typeface="Trebuchet MS"/>
                      </a:endParaRPr>
                    </a:p>
                    <a:p>
                      <a:pPr marL="178435" marR="174625" algn="ctr">
                        <a:lnSpc>
                          <a:spcPct val="115000"/>
                        </a:lnSpc>
                        <a:spcBef>
                          <a:spcPts val="195"/>
                        </a:spcBef>
                        <a:spcAft>
                          <a:spcPts val="0"/>
                        </a:spcAft>
                      </a:pPr>
                      <a:r>
                        <a:rPr lang="en-US" sz="1400" b="1" dirty="0">
                          <a:latin typeface="Times New Roman"/>
                          <a:ea typeface="Trebuchet MS"/>
                          <a:cs typeface="Trebuchet MS"/>
                        </a:rPr>
                        <a:t>05</a:t>
                      </a:r>
                      <a:endParaRPr lang="en-US" sz="1400" dirty="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1183">
                <a:tc>
                  <a:txBody>
                    <a:bodyPr/>
                    <a:lstStyle/>
                    <a:p>
                      <a:pPr marL="410210" marR="0">
                        <a:lnSpc>
                          <a:spcPct val="115000"/>
                        </a:lnSpc>
                        <a:spcBef>
                          <a:spcPts val="195"/>
                        </a:spcBef>
                        <a:spcAft>
                          <a:spcPts val="0"/>
                        </a:spcAft>
                      </a:pPr>
                      <a:endParaRPr lang="en-US" sz="1000">
                        <a:latin typeface="Times New Roman"/>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10210" marR="62230" algn="r">
                        <a:lnSpc>
                          <a:spcPts val="1375"/>
                        </a:lnSpc>
                        <a:spcBef>
                          <a:spcPts val="195"/>
                        </a:spcBef>
                        <a:spcAft>
                          <a:spcPts val="0"/>
                        </a:spcAft>
                      </a:pPr>
                      <a:r>
                        <a:rPr lang="en-US" sz="1400" b="1">
                          <a:latin typeface="Times New Roman"/>
                          <a:ea typeface="Trebuchet MS"/>
                          <a:cs typeface="Trebuchet MS"/>
                        </a:rPr>
                        <a:t>Total</a:t>
                      </a:r>
                      <a:endParaRPr lang="en-US" sz="140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8435" marR="174625" algn="ctr">
                        <a:lnSpc>
                          <a:spcPts val="1375"/>
                        </a:lnSpc>
                        <a:spcBef>
                          <a:spcPts val="195"/>
                        </a:spcBef>
                        <a:spcAft>
                          <a:spcPts val="0"/>
                        </a:spcAft>
                      </a:pPr>
                      <a:r>
                        <a:rPr lang="en-US" sz="1400" b="1" dirty="0">
                          <a:latin typeface="Times New Roman"/>
                          <a:ea typeface="Trebuchet MS"/>
                          <a:cs typeface="Trebuchet MS"/>
                        </a:rPr>
                        <a:t>28</a:t>
                      </a:r>
                      <a:endParaRPr lang="en-US" sz="1400" dirty="0">
                        <a:latin typeface="Trebuchet MS"/>
                        <a:ea typeface="Trebuchet MS"/>
                        <a:cs typeface="Trebuchet M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1822" y="55829"/>
            <a:ext cx="8026552" cy="677108"/>
          </a:xfrm>
        </p:spPr>
        <p:txBody>
          <a:bodyPr/>
          <a:lstStyle/>
          <a:p>
            <a:pPr algn="ctr"/>
            <a:r>
              <a:rPr lang="en-US" b="1" dirty="0" smtClean="0"/>
              <a:t>COURSE OUTCOME</a:t>
            </a:r>
            <a:endParaRPr lang="en-US" b="1" dirty="0"/>
          </a:p>
        </p:txBody>
      </p:sp>
      <p:graphicFrame>
        <p:nvGraphicFramePr>
          <p:cNvPr id="3" name="Table 2"/>
          <p:cNvGraphicFramePr>
            <a:graphicFrameLocks noGrp="1"/>
          </p:cNvGraphicFramePr>
          <p:nvPr/>
        </p:nvGraphicFramePr>
        <p:xfrm>
          <a:off x="990600" y="1600200"/>
          <a:ext cx="7772400" cy="4191000"/>
        </p:xfrm>
        <a:graphic>
          <a:graphicData uri="http://schemas.openxmlformats.org/drawingml/2006/table">
            <a:tbl>
              <a:tblPr/>
              <a:tblGrid>
                <a:gridCol w="851322"/>
                <a:gridCol w="4985959"/>
                <a:gridCol w="1935119"/>
              </a:tblGrid>
              <a:tr h="295696">
                <a:tc>
                  <a:txBody>
                    <a:bodyPr/>
                    <a:lstStyle/>
                    <a:p>
                      <a:pPr marL="76200" marR="72390" algn="ctr">
                        <a:lnSpc>
                          <a:spcPct val="115000"/>
                        </a:lnSpc>
                        <a:spcBef>
                          <a:spcPts val="0"/>
                        </a:spcBef>
                        <a:spcAft>
                          <a:spcPts val="0"/>
                        </a:spcAft>
                      </a:pPr>
                      <a:r>
                        <a:rPr lang="en-US" sz="1600" b="1" dirty="0">
                          <a:latin typeface="Times New Roman"/>
                          <a:ea typeface="Trebuchet MS"/>
                          <a:cs typeface="Trebuchet MS"/>
                        </a:rPr>
                        <a:t>  </a:t>
                      </a:r>
                      <a:r>
                        <a:rPr lang="en-US" sz="1600" b="1" dirty="0" err="1">
                          <a:latin typeface="Times New Roman"/>
                          <a:ea typeface="Trebuchet MS"/>
                          <a:cs typeface="Trebuchet MS"/>
                        </a:rPr>
                        <a:t>S.No</a:t>
                      </a:r>
                      <a:r>
                        <a:rPr lang="en-US" sz="1600" b="1" dirty="0">
                          <a:latin typeface="Times New Roman"/>
                          <a:ea typeface="Trebuchet MS"/>
                          <a:cs typeface="Trebuchet MS"/>
                        </a:rPr>
                        <a:t>.</a:t>
                      </a:r>
                      <a:endParaRPr lang="en-US" sz="1600" dirty="0">
                        <a:latin typeface="Trebuchet MS"/>
                        <a:ea typeface="Trebuchet MS"/>
                        <a:cs typeface="Trebuchet M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165860" marR="1161415" algn="ctr">
                        <a:lnSpc>
                          <a:spcPct val="115000"/>
                        </a:lnSpc>
                        <a:spcBef>
                          <a:spcPts val="0"/>
                        </a:spcBef>
                        <a:spcAft>
                          <a:spcPts val="0"/>
                        </a:spcAft>
                      </a:pPr>
                      <a:r>
                        <a:rPr lang="en-US" sz="1600" b="1">
                          <a:latin typeface="Times New Roman"/>
                          <a:ea typeface="Trebuchet MS"/>
                          <a:cs typeface="Trebuchet MS"/>
                        </a:rPr>
                        <a:t>Description</a:t>
                      </a:r>
                      <a:endParaRPr lang="en-US" sz="1600">
                        <a:latin typeface="Trebuchet MS"/>
                        <a:ea typeface="Trebuchet MS"/>
                        <a:cs typeface="Trebuchet M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8255" marR="0" algn="ctr">
                        <a:lnSpc>
                          <a:spcPct val="115000"/>
                        </a:lnSpc>
                        <a:spcBef>
                          <a:spcPts val="0"/>
                        </a:spcBef>
                        <a:spcAft>
                          <a:spcPts val="0"/>
                        </a:spcAft>
                      </a:pPr>
                      <a:r>
                        <a:rPr lang="en-US" sz="1600" b="1">
                          <a:latin typeface="Times New Roman"/>
                          <a:ea typeface="Trebuchet MS"/>
                          <a:cs typeface="Trebuchet MS"/>
                        </a:rPr>
                        <a:t>Blooms’</a:t>
                      </a:r>
                      <a:r>
                        <a:rPr lang="en-US" sz="1600" b="1" spc="-30">
                          <a:latin typeface="Times New Roman"/>
                          <a:ea typeface="Trebuchet MS"/>
                          <a:cs typeface="Trebuchet MS"/>
                        </a:rPr>
                        <a:t> </a:t>
                      </a:r>
                      <a:r>
                        <a:rPr lang="en-US" sz="1600" b="1">
                          <a:latin typeface="Times New Roman"/>
                          <a:ea typeface="Trebuchet MS"/>
                          <a:cs typeface="Trebuchet MS"/>
                        </a:rPr>
                        <a:t>taxonomy</a:t>
                      </a:r>
                      <a:r>
                        <a:rPr lang="en-US" sz="1600" b="1" spc="-15">
                          <a:latin typeface="Times New Roman"/>
                          <a:ea typeface="Trebuchet MS"/>
                          <a:cs typeface="Trebuchet MS"/>
                        </a:rPr>
                        <a:t> </a:t>
                      </a:r>
                      <a:r>
                        <a:rPr lang="en-US" sz="1600" b="1">
                          <a:latin typeface="Times New Roman"/>
                          <a:ea typeface="Trebuchet MS"/>
                          <a:cs typeface="Trebuchet MS"/>
                        </a:rPr>
                        <a:t>level</a:t>
                      </a:r>
                      <a:endParaRPr lang="en-US" sz="1600">
                        <a:latin typeface="Trebuchet MS"/>
                        <a:ea typeface="Trebuchet MS"/>
                        <a:cs typeface="Trebuchet M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2836">
                <a:tc gridSpan="2">
                  <a:txBody>
                    <a:bodyPr/>
                    <a:lstStyle/>
                    <a:p>
                      <a:pPr marL="0" marR="1161415">
                        <a:lnSpc>
                          <a:spcPct val="115000"/>
                        </a:lnSpc>
                        <a:spcBef>
                          <a:spcPts val="0"/>
                        </a:spcBef>
                        <a:spcAft>
                          <a:spcPts val="0"/>
                        </a:spcAft>
                      </a:pPr>
                      <a:r>
                        <a:rPr lang="en-US" sz="1600" b="1" dirty="0">
                          <a:latin typeface="Times New Roman"/>
                          <a:ea typeface="Trebuchet MS"/>
                          <a:cs typeface="Trebuchet MS"/>
                        </a:rPr>
                        <a:t> After completion of course the student will be able </a:t>
                      </a:r>
                      <a:endParaRPr lang="en-US" sz="1600" dirty="0">
                        <a:latin typeface="Trebuchet MS"/>
                        <a:ea typeface="Trebuchet MS"/>
                        <a:cs typeface="Trebuchet M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vMerge="1">
                  <a:txBody>
                    <a:bodyPr/>
                    <a:lstStyle/>
                    <a:p>
                      <a:endParaRPr lang="en-US"/>
                    </a:p>
                  </a:txBody>
                  <a:tcPr/>
                </a:tc>
              </a:tr>
              <a:tr h="595500">
                <a:tc>
                  <a:txBody>
                    <a:bodyPr/>
                    <a:lstStyle/>
                    <a:p>
                      <a:pPr marL="0" marR="0" algn="ctr">
                        <a:lnSpc>
                          <a:spcPct val="115000"/>
                        </a:lnSpc>
                        <a:spcBef>
                          <a:spcPts val="0"/>
                        </a:spcBef>
                        <a:spcAft>
                          <a:spcPts val="0"/>
                        </a:spcAft>
                      </a:pPr>
                      <a:r>
                        <a:rPr lang="en-US" sz="1600" b="1">
                          <a:latin typeface="Times New Roman"/>
                          <a:ea typeface="Times New Roman"/>
                          <a:cs typeface="Times New Roman"/>
                        </a:rPr>
                        <a:t>CO1</a:t>
                      </a:r>
                      <a:endParaRPr lang="en-US" sz="16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77470" algn="just">
                        <a:lnSpc>
                          <a:spcPct val="115000"/>
                        </a:lnSpc>
                        <a:spcBef>
                          <a:spcPts val="0"/>
                        </a:spcBef>
                        <a:spcAft>
                          <a:spcPts val="1000"/>
                        </a:spcAft>
                      </a:pPr>
                      <a:r>
                        <a:rPr lang="en-US" sz="1600" dirty="0">
                          <a:latin typeface="Times New Roman"/>
                          <a:ea typeface="Times New Roman"/>
                          <a:cs typeface="Times New Roman"/>
                        </a:rPr>
                        <a:t>To </a:t>
                      </a:r>
                      <a:r>
                        <a:rPr lang="en-US" sz="1600" b="1" dirty="0">
                          <a:latin typeface="Times New Roman"/>
                          <a:ea typeface="Times New Roman"/>
                          <a:cs typeface="Times New Roman"/>
                        </a:rPr>
                        <a:t>define</a:t>
                      </a:r>
                      <a:r>
                        <a:rPr lang="en-US" sz="1600" dirty="0">
                          <a:latin typeface="Times New Roman"/>
                          <a:ea typeface="Times New Roman"/>
                          <a:cs typeface="Times New Roman"/>
                        </a:rPr>
                        <a:t> the basics of image &amp; different steps involved in digital image processing.</a:t>
                      </a:r>
                      <a:endParaRPr lang="en-US" sz="1600" dirty="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0" algn="ctr">
                        <a:lnSpc>
                          <a:spcPct val="115000"/>
                        </a:lnSpc>
                        <a:spcBef>
                          <a:spcPts val="0"/>
                        </a:spcBef>
                        <a:spcAft>
                          <a:spcPts val="0"/>
                        </a:spcAft>
                      </a:pPr>
                      <a:r>
                        <a:rPr lang="en-US" sz="1600" b="1">
                          <a:latin typeface="Times New Roman"/>
                          <a:ea typeface="Trebuchet MS"/>
                          <a:cs typeface="Trebuchet MS"/>
                        </a:rPr>
                        <a:t>Define</a:t>
                      </a:r>
                      <a:endParaRPr lang="en-US" sz="1600">
                        <a:latin typeface="Trebuchet MS"/>
                        <a:ea typeface="Trebuchet MS"/>
                        <a:cs typeface="Trebuchet MS"/>
                      </a:endParaRPr>
                    </a:p>
                    <a:p>
                      <a:pPr marL="68580" marR="0" algn="ctr">
                        <a:lnSpc>
                          <a:spcPct val="115000"/>
                        </a:lnSpc>
                        <a:spcBef>
                          <a:spcPts val="0"/>
                        </a:spcBef>
                        <a:spcAft>
                          <a:spcPts val="0"/>
                        </a:spcAft>
                      </a:pPr>
                      <a:r>
                        <a:rPr lang="en-US" sz="1600" b="1">
                          <a:latin typeface="Times New Roman"/>
                          <a:ea typeface="Trebuchet MS"/>
                          <a:cs typeface="Trebuchet MS"/>
                        </a:rPr>
                        <a:t>[Level</a:t>
                      </a:r>
                      <a:r>
                        <a:rPr lang="en-US" sz="1600" b="1" spc="-15">
                          <a:latin typeface="Times New Roman"/>
                          <a:ea typeface="Trebuchet MS"/>
                          <a:cs typeface="Trebuchet MS"/>
                        </a:rPr>
                        <a:t> </a:t>
                      </a:r>
                      <a:r>
                        <a:rPr lang="en-US" sz="1600" b="1">
                          <a:latin typeface="Times New Roman"/>
                          <a:ea typeface="Trebuchet MS"/>
                          <a:cs typeface="Trebuchet MS"/>
                        </a:rPr>
                        <a:t>1]</a:t>
                      </a:r>
                      <a:endParaRPr lang="en-US" sz="1600">
                        <a:latin typeface="Trebuchet MS"/>
                        <a:ea typeface="Trebuchet MS"/>
                        <a:cs typeface="Trebuchet M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1394">
                <a:tc>
                  <a:txBody>
                    <a:bodyPr/>
                    <a:lstStyle/>
                    <a:p>
                      <a:pPr marL="0" marR="0" algn="ctr">
                        <a:lnSpc>
                          <a:spcPct val="115000"/>
                        </a:lnSpc>
                        <a:spcBef>
                          <a:spcPts val="0"/>
                        </a:spcBef>
                        <a:spcAft>
                          <a:spcPts val="0"/>
                        </a:spcAft>
                      </a:pPr>
                      <a:r>
                        <a:rPr lang="en-US" sz="1600" b="1">
                          <a:latin typeface="Times New Roman"/>
                          <a:ea typeface="Times New Roman"/>
                          <a:cs typeface="Times New Roman"/>
                        </a:rPr>
                        <a:t>CO2</a:t>
                      </a:r>
                      <a:endParaRPr lang="en-US" sz="16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77470" algn="just">
                        <a:lnSpc>
                          <a:spcPct val="115000"/>
                        </a:lnSpc>
                        <a:spcBef>
                          <a:spcPts val="0"/>
                        </a:spcBef>
                        <a:spcAft>
                          <a:spcPts val="0"/>
                        </a:spcAft>
                      </a:pPr>
                      <a:r>
                        <a:rPr lang="en-US" sz="1600" dirty="0">
                          <a:latin typeface="Times New Roman"/>
                          <a:ea typeface="Trebuchet MS"/>
                          <a:cs typeface="Trebuchet MS"/>
                        </a:rPr>
                        <a:t>To </a:t>
                      </a:r>
                      <a:r>
                        <a:rPr lang="en-US" sz="1600" b="1" dirty="0">
                          <a:latin typeface="Times New Roman"/>
                          <a:ea typeface="Trebuchet MS"/>
                          <a:cs typeface="Trebuchet MS"/>
                        </a:rPr>
                        <a:t>explain</a:t>
                      </a:r>
                      <a:r>
                        <a:rPr lang="en-US" sz="1600" dirty="0">
                          <a:latin typeface="Times New Roman"/>
                          <a:ea typeface="Trebuchet MS"/>
                          <a:cs typeface="Trebuchet MS"/>
                        </a:rPr>
                        <a:t> the concepts within image processing &amp; provide detailed insights into image processing steps. </a:t>
                      </a:r>
                      <a:endParaRPr lang="en-US" sz="1600" dirty="0">
                        <a:latin typeface="Trebuchet MS"/>
                        <a:ea typeface="Trebuchet MS"/>
                        <a:cs typeface="Trebuchet M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0" algn="ctr">
                        <a:lnSpc>
                          <a:spcPct val="115000"/>
                        </a:lnSpc>
                        <a:spcBef>
                          <a:spcPts val="0"/>
                        </a:spcBef>
                        <a:spcAft>
                          <a:spcPts val="0"/>
                        </a:spcAft>
                      </a:pPr>
                      <a:r>
                        <a:rPr lang="en-IN" sz="1600" b="1">
                          <a:latin typeface="Times New Roman"/>
                          <a:ea typeface="Trebuchet MS"/>
                          <a:cs typeface="Trebuchet MS"/>
                        </a:rPr>
                        <a:t>Explain</a:t>
                      </a:r>
                      <a:endParaRPr lang="en-US" sz="1600">
                        <a:latin typeface="Trebuchet MS"/>
                        <a:ea typeface="Trebuchet MS"/>
                        <a:cs typeface="Trebuchet MS"/>
                      </a:endParaRPr>
                    </a:p>
                    <a:p>
                      <a:pPr marL="68580" marR="0" algn="ctr">
                        <a:lnSpc>
                          <a:spcPct val="115000"/>
                        </a:lnSpc>
                        <a:spcBef>
                          <a:spcPts val="0"/>
                        </a:spcBef>
                        <a:spcAft>
                          <a:spcPts val="0"/>
                        </a:spcAft>
                      </a:pPr>
                      <a:r>
                        <a:rPr lang="en-IN" sz="1600" b="1" spc="-20">
                          <a:latin typeface="Times New Roman"/>
                          <a:ea typeface="Trebuchet MS"/>
                          <a:cs typeface="Trebuchet MS"/>
                        </a:rPr>
                        <a:t> </a:t>
                      </a:r>
                      <a:r>
                        <a:rPr lang="en-US" sz="1600" b="1">
                          <a:latin typeface="Times New Roman"/>
                          <a:ea typeface="Trebuchet MS"/>
                          <a:cs typeface="Trebuchet MS"/>
                        </a:rPr>
                        <a:t>[Level</a:t>
                      </a:r>
                      <a:r>
                        <a:rPr lang="en-US" sz="1600" b="1" spc="-15">
                          <a:latin typeface="Times New Roman"/>
                          <a:ea typeface="Trebuchet MS"/>
                          <a:cs typeface="Trebuchet MS"/>
                        </a:rPr>
                        <a:t> </a:t>
                      </a:r>
                      <a:r>
                        <a:rPr lang="en-US" sz="1600" b="1">
                          <a:latin typeface="Times New Roman"/>
                          <a:ea typeface="Trebuchet MS"/>
                          <a:cs typeface="Trebuchet MS"/>
                        </a:rPr>
                        <a:t>2]</a:t>
                      </a:r>
                      <a:endParaRPr lang="en-US" sz="1600">
                        <a:latin typeface="Trebuchet MS"/>
                        <a:ea typeface="Trebuchet MS"/>
                        <a:cs typeface="Trebuchet M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7090">
                <a:tc>
                  <a:txBody>
                    <a:bodyPr/>
                    <a:lstStyle/>
                    <a:p>
                      <a:pPr marL="0" marR="0" algn="ctr">
                        <a:lnSpc>
                          <a:spcPct val="115000"/>
                        </a:lnSpc>
                        <a:spcBef>
                          <a:spcPts val="0"/>
                        </a:spcBef>
                        <a:spcAft>
                          <a:spcPts val="0"/>
                        </a:spcAft>
                      </a:pPr>
                      <a:r>
                        <a:rPr lang="en-US" sz="1600" b="1">
                          <a:latin typeface="Times New Roman"/>
                          <a:ea typeface="Times New Roman"/>
                          <a:cs typeface="Times New Roman"/>
                        </a:rPr>
                        <a:t>CO3</a:t>
                      </a:r>
                      <a:endParaRPr lang="en-US" sz="16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77470" algn="just">
                        <a:lnSpc>
                          <a:spcPct val="115000"/>
                        </a:lnSpc>
                        <a:spcBef>
                          <a:spcPts val="0"/>
                        </a:spcBef>
                        <a:spcAft>
                          <a:spcPts val="1000"/>
                        </a:spcAft>
                      </a:pPr>
                      <a:r>
                        <a:rPr lang="en-US" sz="1600" dirty="0">
                          <a:latin typeface="Times New Roman"/>
                          <a:ea typeface="Times New Roman"/>
                          <a:cs typeface="Times New Roman"/>
                        </a:rPr>
                        <a:t>To </a:t>
                      </a:r>
                      <a:r>
                        <a:rPr lang="en-US" sz="1600" b="1" dirty="0">
                          <a:latin typeface="Times New Roman"/>
                          <a:ea typeface="Times New Roman"/>
                          <a:cs typeface="Times New Roman"/>
                        </a:rPr>
                        <a:t>apply</a:t>
                      </a:r>
                      <a:r>
                        <a:rPr lang="en-US" sz="1600" dirty="0">
                          <a:latin typeface="Times New Roman"/>
                          <a:ea typeface="Times New Roman"/>
                          <a:cs typeface="Times New Roman"/>
                        </a:rPr>
                        <a:t> various image processing techniques to propose optimized solution for enhancement, restoration, compression and segmentation tasks in diverse scenarios.</a:t>
                      </a:r>
                      <a:endParaRPr lang="en-US" sz="1600" dirty="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0" algn="ctr">
                        <a:lnSpc>
                          <a:spcPct val="115000"/>
                        </a:lnSpc>
                        <a:spcBef>
                          <a:spcPts val="0"/>
                        </a:spcBef>
                        <a:spcAft>
                          <a:spcPts val="0"/>
                        </a:spcAft>
                      </a:pPr>
                      <a:r>
                        <a:rPr lang="en-US" sz="1600" b="1">
                          <a:latin typeface="Times New Roman"/>
                          <a:ea typeface="Times New Roman"/>
                          <a:cs typeface="Trebuchet MS"/>
                        </a:rPr>
                        <a:t>Apply</a:t>
                      </a:r>
                      <a:endParaRPr lang="en-US" sz="1600">
                        <a:latin typeface="Trebuchet MS"/>
                        <a:ea typeface="Trebuchet MS"/>
                        <a:cs typeface="Trebuchet MS"/>
                      </a:endParaRPr>
                    </a:p>
                    <a:p>
                      <a:pPr marL="68580" marR="0" algn="ctr">
                        <a:lnSpc>
                          <a:spcPct val="115000"/>
                        </a:lnSpc>
                        <a:spcBef>
                          <a:spcPts val="0"/>
                        </a:spcBef>
                        <a:spcAft>
                          <a:spcPts val="0"/>
                        </a:spcAft>
                      </a:pPr>
                      <a:r>
                        <a:rPr lang="en-US" sz="1600" b="1">
                          <a:latin typeface="Times New Roman"/>
                          <a:ea typeface="Trebuchet MS"/>
                          <a:cs typeface="Trebuchet MS"/>
                        </a:rPr>
                        <a:t>[Level</a:t>
                      </a:r>
                      <a:r>
                        <a:rPr lang="en-US" sz="1600" b="1" spc="-10">
                          <a:latin typeface="Times New Roman"/>
                          <a:ea typeface="Trebuchet MS"/>
                          <a:cs typeface="Trebuchet MS"/>
                        </a:rPr>
                        <a:t> </a:t>
                      </a:r>
                      <a:r>
                        <a:rPr lang="en-US" sz="1600" b="1">
                          <a:latin typeface="Times New Roman"/>
                          <a:ea typeface="Trebuchet MS"/>
                          <a:cs typeface="Trebuchet MS"/>
                        </a:rPr>
                        <a:t>3]</a:t>
                      </a:r>
                      <a:endParaRPr lang="en-US" sz="1600">
                        <a:latin typeface="Trebuchet MS"/>
                        <a:ea typeface="Trebuchet MS"/>
                        <a:cs typeface="Trebuchet M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1394">
                <a:tc>
                  <a:txBody>
                    <a:bodyPr/>
                    <a:lstStyle/>
                    <a:p>
                      <a:pPr marL="0" marR="0" algn="ctr">
                        <a:lnSpc>
                          <a:spcPct val="115000"/>
                        </a:lnSpc>
                        <a:spcBef>
                          <a:spcPts val="0"/>
                        </a:spcBef>
                        <a:spcAft>
                          <a:spcPts val="0"/>
                        </a:spcAft>
                      </a:pPr>
                      <a:r>
                        <a:rPr lang="en-US" sz="1600" b="1">
                          <a:latin typeface="Times New Roman"/>
                          <a:ea typeface="Times New Roman"/>
                          <a:cs typeface="Times New Roman"/>
                        </a:rPr>
                        <a:t>CO4</a:t>
                      </a:r>
                      <a:endParaRPr lang="en-US" sz="16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77470" algn="just">
                        <a:lnSpc>
                          <a:spcPct val="115000"/>
                        </a:lnSpc>
                        <a:spcBef>
                          <a:spcPts val="0"/>
                        </a:spcBef>
                        <a:spcAft>
                          <a:spcPts val="1000"/>
                        </a:spcAft>
                      </a:pPr>
                      <a:r>
                        <a:rPr lang="en-US" sz="1600" dirty="0">
                          <a:latin typeface="Times New Roman"/>
                          <a:ea typeface="Times New Roman"/>
                          <a:cs typeface="Times New Roman"/>
                        </a:rPr>
                        <a:t>To </a:t>
                      </a:r>
                      <a:r>
                        <a:rPr lang="en-US" sz="1600" b="1" dirty="0">
                          <a:latin typeface="Times New Roman"/>
                          <a:ea typeface="Times New Roman"/>
                          <a:cs typeface="Times New Roman"/>
                        </a:rPr>
                        <a:t>demonstrate</a:t>
                      </a:r>
                      <a:r>
                        <a:rPr lang="en-US" sz="1600" dirty="0">
                          <a:latin typeface="Times New Roman"/>
                          <a:ea typeface="Times New Roman"/>
                          <a:cs typeface="Times New Roman"/>
                        </a:rPr>
                        <a:t> a comprehensive understanding &amp; practical application of image processing principles.</a:t>
                      </a:r>
                      <a:endParaRPr lang="en-US" sz="1600" dirty="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0" algn="ctr">
                        <a:lnSpc>
                          <a:spcPct val="115000"/>
                        </a:lnSpc>
                        <a:spcBef>
                          <a:spcPts val="0"/>
                        </a:spcBef>
                        <a:spcAft>
                          <a:spcPts val="0"/>
                        </a:spcAft>
                      </a:pPr>
                      <a:r>
                        <a:rPr lang="en-IN" sz="1600" b="1">
                          <a:latin typeface="Times New Roman"/>
                          <a:ea typeface="Trebuchet MS"/>
                          <a:cs typeface="Trebuchet MS"/>
                        </a:rPr>
                        <a:t>Demonstrate </a:t>
                      </a:r>
                      <a:endParaRPr lang="en-US" sz="1600">
                        <a:latin typeface="Trebuchet MS"/>
                        <a:ea typeface="Trebuchet MS"/>
                        <a:cs typeface="Trebuchet MS"/>
                      </a:endParaRPr>
                    </a:p>
                    <a:p>
                      <a:pPr marL="68580" marR="0" algn="ctr">
                        <a:lnSpc>
                          <a:spcPct val="115000"/>
                        </a:lnSpc>
                        <a:spcBef>
                          <a:spcPts val="0"/>
                        </a:spcBef>
                        <a:spcAft>
                          <a:spcPts val="0"/>
                        </a:spcAft>
                      </a:pPr>
                      <a:r>
                        <a:rPr lang="en-US" sz="1600" b="1">
                          <a:latin typeface="Times New Roman"/>
                          <a:ea typeface="Trebuchet MS"/>
                          <a:cs typeface="Trebuchet MS"/>
                        </a:rPr>
                        <a:t>[Level</a:t>
                      </a:r>
                      <a:r>
                        <a:rPr lang="en-US" sz="1600" b="1" spc="-10">
                          <a:latin typeface="Times New Roman"/>
                          <a:ea typeface="Trebuchet MS"/>
                          <a:cs typeface="Trebuchet MS"/>
                        </a:rPr>
                        <a:t> 3</a:t>
                      </a:r>
                      <a:r>
                        <a:rPr lang="en-US" sz="1600" b="1">
                          <a:latin typeface="Times New Roman"/>
                          <a:ea typeface="Trebuchet MS"/>
                          <a:cs typeface="Trebuchet MS"/>
                        </a:rPr>
                        <a:t>]</a:t>
                      </a:r>
                      <a:endParaRPr lang="en-US" sz="1600">
                        <a:latin typeface="Trebuchet MS"/>
                        <a:ea typeface="Trebuchet MS"/>
                        <a:cs typeface="Trebuchet M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7090">
                <a:tc>
                  <a:txBody>
                    <a:bodyPr/>
                    <a:lstStyle/>
                    <a:p>
                      <a:pPr marL="0" marR="0" algn="ctr">
                        <a:lnSpc>
                          <a:spcPct val="115000"/>
                        </a:lnSpc>
                        <a:spcBef>
                          <a:spcPts val="0"/>
                        </a:spcBef>
                        <a:spcAft>
                          <a:spcPts val="0"/>
                        </a:spcAft>
                      </a:pPr>
                      <a:r>
                        <a:rPr lang="en-US" sz="1600" b="1">
                          <a:latin typeface="Times New Roman"/>
                          <a:ea typeface="Times New Roman"/>
                          <a:cs typeface="Times New Roman"/>
                        </a:rPr>
                        <a:t>CO5</a:t>
                      </a:r>
                      <a:endParaRPr lang="en-US" sz="16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77470" algn="just">
                        <a:lnSpc>
                          <a:spcPct val="115000"/>
                        </a:lnSpc>
                        <a:spcBef>
                          <a:spcPts val="0"/>
                        </a:spcBef>
                        <a:spcAft>
                          <a:spcPts val="1000"/>
                        </a:spcAft>
                      </a:pPr>
                      <a:r>
                        <a:rPr lang="en-US" sz="1600" dirty="0">
                          <a:latin typeface="Times New Roman"/>
                          <a:ea typeface="Times New Roman"/>
                          <a:cs typeface="Times New Roman"/>
                        </a:rPr>
                        <a:t>To </a:t>
                      </a:r>
                      <a:r>
                        <a:rPr lang="en-US" sz="1600" b="1" dirty="0">
                          <a:latin typeface="Times New Roman"/>
                          <a:ea typeface="Times New Roman"/>
                          <a:cs typeface="Times New Roman"/>
                        </a:rPr>
                        <a:t>analyze</a:t>
                      </a:r>
                      <a:r>
                        <a:rPr lang="en-US" sz="1600" dirty="0">
                          <a:latin typeface="Times New Roman"/>
                          <a:ea typeface="Times New Roman"/>
                          <a:cs typeface="Times New Roman"/>
                        </a:rPr>
                        <a:t> &amp; </a:t>
                      </a:r>
                      <a:r>
                        <a:rPr lang="en-US" sz="1600" b="1" dirty="0">
                          <a:latin typeface="Times New Roman"/>
                          <a:ea typeface="Times New Roman"/>
                          <a:cs typeface="Times New Roman"/>
                        </a:rPr>
                        <a:t>evaluate</a:t>
                      </a:r>
                      <a:r>
                        <a:rPr lang="en-US" sz="1600" dirty="0">
                          <a:latin typeface="Times New Roman"/>
                          <a:ea typeface="Times New Roman"/>
                          <a:cs typeface="Times New Roman"/>
                        </a:rPr>
                        <a:t> advance concepts in image processing &amp; solve the complex problem related to image processing.</a:t>
                      </a:r>
                      <a:endParaRPr lang="en-US" sz="1600" dirty="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0" algn="ctr">
                        <a:lnSpc>
                          <a:spcPct val="115000"/>
                        </a:lnSpc>
                        <a:spcBef>
                          <a:spcPts val="0"/>
                        </a:spcBef>
                        <a:spcAft>
                          <a:spcPts val="0"/>
                        </a:spcAft>
                      </a:pPr>
                      <a:r>
                        <a:rPr lang="en-US" sz="1600" b="1" dirty="0">
                          <a:latin typeface="Times New Roman"/>
                          <a:ea typeface="Trebuchet MS"/>
                          <a:cs typeface="Trebuchet MS"/>
                        </a:rPr>
                        <a:t>Analyze &amp; Evaluate</a:t>
                      </a:r>
                      <a:endParaRPr lang="en-US" sz="1600" dirty="0">
                        <a:latin typeface="Trebuchet MS"/>
                        <a:ea typeface="Trebuchet MS"/>
                        <a:cs typeface="Trebuchet MS"/>
                      </a:endParaRPr>
                    </a:p>
                    <a:p>
                      <a:pPr marL="68580" marR="0" algn="ctr">
                        <a:lnSpc>
                          <a:spcPct val="115000"/>
                        </a:lnSpc>
                        <a:spcBef>
                          <a:spcPts val="0"/>
                        </a:spcBef>
                        <a:spcAft>
                          <a:spcPts val="0"/>
                        </a:spcAft>
                      </a:pPr>
                      <a:r>
                        <a:rPr lang="en-US" sz="1600" b="1" dirty="0">
                          <a:latin typeface="Times New Roman"/>
                          <a:ea typeface="Trebuchet MS"/>
                          <a:cs typeface="Trebuchet MS"/>
                        </a:rPr>
                        <a:t>[Level</a:t>
                      </a:r>
                      <a:r>
                        <a:rPr lang="en-US" sz="1600" b="1" spc="-10" dirty="0">
                          <a:latin typeface="Times New Roman"/>
                          <a:ea typeface="Trebuchet MS"/>
                          <a:cs typeface="Trebuchet MS"/>
                        </a:rPr>
                        <a:t> 4</a:t>
                      </a:r>
                      <a:r>
                        <a:rPr lang="en-US" sz="1600" b="1" dirty="0">
                          <a:latin typeface="Times New Roman"/>
                          <a:ea typeface="Trebuchet MS"/>
                          <a:cs typeface="Trebuchet MS"/>
                        </a:rPr>
                        <a:t>]</a:t>
                      </a:r>
                      <a:endParaRPr lang="en-US" sz="1600" dirty="0">
                        <a:latin typeface="Trebuchet MS"/>
                        <a:ea typeface="Trebuchet MS"/>
                        <a:cs typeface="Trebuchet M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What is Image Processing ?</a:t>
            </a:r>
            <a:br>
              <a:rPr lang="en-US" b="1" dirty="0" smtClean="0"/>
            </a:br>
            <a:endParaRPr lang="en-US" dirty="0"/>
          </a:p>
        </p:txBody>
      </p:sp>
      <p:sp>
        <p:nvSpPr>
          <p:cNvPr id="3" name="Rectangle 2"/>
          <p:cNvSpPr/>
          <p:nvPr/>
        </p:nvSpPr>
        <p:spPr>
          <a:xfrm>
            <a:off x="1066800" y="1828800"/>
            <a:ext cx="7467600" cy="3785652"/>
          </a:xfrm>
          <a:prstGeom prst="rect">
            <a:avLst/>
          </a:prstGeom>
        </p:spPr>
        <p:txBody>
          <a:bodyPr wrap="square">
            <a:spAutoFit/>
          </a:bodyPr>
          <a:lstStyle/>
          <a:p>
            <a:r>
              <a:rPr lang="en-US" sz="2400" dirty="0"/>
              <a:t>Digital Image Processing is a process that involves analyzing and manipulating images digitally via computer to make them more informative for human interpretation and picture information for tasks such as maintaining storage, fast transmission, and extraction of pictorial data</a:t>
            </a:r>
            <a:r>
              <a:rPr lang="en-US" sz="2400" dirty="0" smtClean="0"/>
              <a:t>.</a:t>
            </a:r>
            <a:r>
              <a:rPr lang="en-US" sz="2400" dirty="0"/>
              <a:t> </a:t>
            </a:r>
            <a:endParaRPr lang="en-US" sz="2400" dirty="0" smtClean="0"/>
          </a:p>
          <a:p>
            <a:endParaRPr lang="en-US" sz="2400" dirty="0"/>
          </a:p>
          <a:p>
            <a:endParaRPr lang="en-US" sz="2400" dirty="0" smtClean="0"/>
          </a:p>
          <a:p>
            <a:r>
              <a:rPr lang="en-US" sz="2400" dirty="0" smtClean="0"/>
              <a:t>This </a:t>
            </a:r>
            <a:r>
              <a:rPr lang="en-US" sz="2400" dirty="0"/>
              <a:t>is used in various domains such as automation, medicine, remote sensing, and more.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What are Digital images?</a:t>
            </a:r>
            <a:br>
              <a:rPr lang="en-US" b="1" dirty="0" smtClean="0"/>
            </a:br>
            <a:endParaRPr lang="en-US" dirty="0"/>
          </a:p>
        </p:txBody>
      </p:sp>
      <p:sp>
        <p:nvSpPr>
          <p:cNvPr id="3" name="Rectangle 2"/>
          <p:cNvSpPr/>
          <p:nvPr/>
        </p:nvSpPr>
        <p:spPr>
          <a:xfrm>
            <a:off x="685800" y="2136339"/>
            <a:ext cx="7772400" cy="3046988"/>
          </a:xfrm>
          <a:prstGeom prst="rect">
            <a:avLst/>
          </a:prstGeom>
        </p:spPr>
        <p:txBody>
          <a:bodyPr wrap="square">
            <a:spAutoFit/>
          </a:bodyPr>
          <a:lstStyle/>
          <a:p>
            <a:r>
              <a:rPr lang="en-US" sz="2400" dirty="0"/>
              <a:t>An image is a two-dimensional rectilinear of pixels that gives a pictorial representation of something. </a:t>
            </a:r>
            <a:endParaRPr lang="en-US" sz="2400" dirty="0" smtClean="0"/>
          </a:p>
          <a:p>
            <a:endParaRPr lang="en-US" sz="2400" dirty="0"/>
          </a:p>
          <a:p>
            <a:r>
              <a:rPr lang="en-US" sz="2400" dirty="0" smtClean="0"/>
              <a:t>An </a:t>
            </a:r>
            <a:r>
              <a:rPr lang="en-US" sz="2400" dirty="0"/>
              <a:t>image can also be defined as a two-dimensional function f(</a:t>
            </a:r>
            <a:r>
              <a:rPr lang="en-US" sz="2400" dirty="0" err="1"/>
              <a:t>x,y</a:t>
            </a:r>
            <a:r>
              <a:rPr lang="en-US" sz="2400" dirty="0"/>
              <a:t>) where X and Y are spatial coordinates, and </a:t>
            </a:r>
            <a:r>
              <a:rPr lang="en-US" sz="2400" b="1" i="1" dirty="0" smtClean="0"/>
              <a:t>f</a:t>
            </a:r>
            <a:r>
              <a:rPr lang="en-US" sz="2400" dirty="0" smtClean="0"/>
              <a:t> </a:t>
            </a:r>
            <a:r>
              <a:rPr lang="en-US" sz="2400" dirty="0"/>
              <a:t>at any pair of coordinates (</a:t>
            </a:r>
            <a:r>
              <a:rPr lang="en-US" sz="2400" dirty="0" err="1"/>
              <a:t>x,y</a:t>
            </a:r>
            <a:r>
              <a:rPr lang="en-US" sz="2400" dirty="0"/>
              <a:t>) is called the intensity. When the x, y, and f are all finite then the image is called a digital image.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1822" y="55829"/>
            <a:ext cx="8026552" cy="1354217"/>
          </a:xfrm>
        </p:spPr>
        <p:txBody>
          <a:bodyPr/>
          <a:lstStyle/>
          <a:p>
            <a:r>
              <a:rPr lang="en-US" b="1" dirty="0" smtClean="0"/>
              <a:t>What is Digital Image Processing?</a:t>
            </a:r>
            <a:br>
              <a:rPr lang="en-US" b="1" dirty="0" smtClean="0"/>
            </a:br>
            <a:endParaRPr lang="en-US" dirty="0"/>
          </a:p>
        </p:txBody>
      </p:sp>
      <p:sp>
        <p:nvSpPr>
          <p:cNvPr id="3" name="Rectangle 2"/>
          <p:cNvSpPr/>
          <p:nvPr/>
        </p:nvSpPr>
        <p:spPr>
          <a:xfrm>
            <a:off x="457200" y="1859340"/>
            <a:ext cx="8382000" cy="3785652"/>
          </a:xfrm>
          <a:prstGeom prst="rect">
            <a:avLst/>
          </a:prstGeom>
        </p:spPr>
        <p:txBody>
          <a:bodyPr wrap="square">
            <a:spAutoFit/>
          </a:bodyPr>
          <a:lstStyle/>
          <a:p>
            <a:r>
              <a:rPr lang="en-US" sz="2400" dirty="0"/>
              <a:t>Digital Image Processing is a process of analysis and manipulation of images via digital computer to get some information. In a broader sense, one can say it is a processing of two-dimensional data. </a:t>
            </a:r>
            <a:endParaRPr lang="en-US" sz="2400" dirty="0" smtClean="0"/>
          </a:p>
          <a:p>
            <a:endParaRPr lang="en-US" sz="2400" dirty="0"/>
          </a:p>
          <a:p>
            <a:r>
              <a:rPr lang="en-US" sz="2400" dirty="0" smtClean="0"/>
              <a:t>Digital </a:t>
            </a:r>
            <a:r>
              <a:rPr lang="en-US" sz="2400" dirty="0"/>
              <a:t>Image Processing focuses on two major tasks: </a:t>
            </a:r>
            <a:endParaRPr lang="en-US" sz="2400" dirty="0" smtClean="0"/>
          </a:p>
          <a:p>
            <a:r>
              <a:rPr lang="en-US" sz="2400" dirty="0" smtClean="0"/>
              <a:t>improvement </a:t>
            </a:r>
            <a:r>
              <a:rPr lang="en-US" sz="2400" dirty="0"/>
              <a:t>of pictorial representation for human interpretation and Processing of image data for storage, transmission, and </a:t>
            </a:r>
            <a:r>
              <a:rPr lang="en-US" sz="2400" dirty="0" smtClean="0"/>
              <a:t>representation </a:t>
            </a:r>
            <a:r>
              <a:rPr lang="en-US" sz="2400" dirty="0"/>
              <a:t>for autonomous machine perception.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1822" y="55829"/>
            <a:ext cx="8026552" cy="1354217"/>
          </a:xfrm>
        </p:spPr>
        <p:txBody>
          <a:bodyPr/>
          <a:lstStyle/>
          <a:p>
            <a:r>
              <a:rPr lang="en-US" b="1" dirty="0" smtClean="0"/>
              <a:t>Origin of Digital Image Processing</a:t>
            </a:r>
            <a:br>
              <a:rPr lang="en-US" b="1" dirty="0" smtClean="0"/>
            </a:br>
            <a:endParaRPr lang="en-US" dirty="0"/>
          </a:p>
        </p:txBody>
      </p:sp>
      <p:sp>
        <p:nvSpPr>
          <p:cNvPr id="3" name="Rectangle 2"/>
          <p:cNvSpPr/>
          <p:nvPr/>
        </p:nvSpPr>
        <p:spPr>
          <a:xfrm>
            <a:off x="685800" y="1066800"/>
            <a:ext cx="8229600" cy="5324535"/>
          </a:xfrm>
          <a:prstGeom prst="rect">
            <a:avLst/>
          </a:prstGeom>
        </p:spPr>
        <p:txBody>
          <a:bodyPr wrap="square">
            <a:spAutoFit/>
          </a:bodyPr>
          <a:lstStyle/>
          <a:p>
            <a:r>
              <a:rPr lang="en-US" sz="2000" dirty="0"/>
              <a:t>Digital Image Processing was first used in the newspaper industry. </a:t>
            </a:r>
            <a:endParaRPr lang="en-US" sz="2000" dirty="0" smtClean="0"/>
          </a:p>
          <a:p>
            <a:endParaRPr lang="en-US" sz="2000" dirty="0"/>
          </a:p>
          <a:p>
            <a:r>
              <a:rPr lang="en-US" sz="2000" dirty="0" smtClean="0"/>
              <a:t>At </a:t>
            </a:r>
            <a:r>
              <a:rPr lang="en-US" sz="2000" dirty="0"/>
              <a:t>that time images were sent by submarine cable between London and New York. </a:t>
            </a:r>
            <a:endParaRPr lang="en-US" sz="2000" dirty="0" smtClean="0"/>
          </a:p>
          <a:p>
            <a:endParaRPr lang="en-US" sz="2000" dirty="0"/>
          </a:p>
          <a:p>
            <a:r>
              <a:rPr lang="en-US" sz="2000" dirty="0" smtClean="0"/>
              <a:t>In </a:t>
            </a:r>
            <a:r>
              <a:rPr lang="en-US" sz="2000" dirty="0"/>
              <a:t>the early 1920s, the </a:t>
            </a:r>
            <a:r>
              <a:rPr lang="en-US" sz="2000" dirty="0" err="1"/>
              <a:t>Bartlane</a:t>
            </a:r>
            <a:r>
              <a:rPr lang="en-US" sz="2000" dirty="0"/>
              <a:t> cable picture transmission system was introduced which reduced the time requirement to transport a picture across the Atlantic from more than a week to less than three hours</a:t>
            </a:r>
            <a:r>
              <a:rPr lang="en-US" sz="2000" dirty="0" smtClean="0"/>
              <a:t>.</a:t>
            </a:r>
          </a:p>
          <a:p>
            <a:endParaRPr lang="en-US" sz="2000" dirty="0"/>
          </a:p>
          <a:p>
            <a:r>
              <a:rPr lang="en-US" sz="2000" dirty="0"/>
              <a:t>The birth of the Digital Image Processing was in 1960. </a:t>
            </a:r>
            <a:endParaRPr lang="en-US" sz="2000" dirty="0" smtClean="0"/>
          </a:p>
          <a:p>
            <a:endParaRPr lang="en-US" sz="2000" dirty="0" smtClean="0"/>
          </a:p>
          <a:p>
            <a:r>
              <a:rPr lang="en-US" sz="2000" dirty="0" smtClean="0"/>
              <a:t>The </a:t>
            </a:r>
            <a:r>
              <a:rPr lang="en-US" sz="2000" dirty="0"/>
              <a:t>first picture of the moon was taken by U.S. spacecraft Ranger 7 to Jet Propulsion Laboratory in 1964 which serves as the basis of future image processing</a:t>
            </a:r>
            <a:r>
              <a:rPr lang="en-US" sz="2000" dirty="0" smtClean="0"/>
              <a:t>.</a:t>
            </a:r>
          </a:p>
          <a:p>
            <a:endParaRPr lang="en-US" sz="2000" dirty="0"/>
          </a:p>
          <a:p>
            <a:r>
              <a:rPr lang="en-US" sz="2000" dirty="0" smtClean="0"/>
              <a:t> </a:t>
            </a:r>
            <a:r>
              <a:rPr lang="en-US" sz="2000" dirty="0"/>
              <a:t>In the year 1970 image processing was used in medical imaging, astronomy, and remote sensing.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1822" y="55829"/>
            <a:ext cx="8026552" cy="2031325"/>
          </a:xfrm>
        </p:spPr>
        <p:txBody>
          <a:bodyPr/>
          <a:lstStyle/>
          <a:p>
            <a:pPr algn="ctr"/>
            <a:r>
              <a:rPr lang="en-US" b="1" dirty="0" smtClean="0"/>
              <a:t>Applications of Digital Image Processing</a:t>
            </a:r>
            <a:br>
              <a:rPr lang="en-US" b="1" dirty="0" smtClean="0"/>
            </a:br>
            <a:endParaRPr lang="en-US" dirty="0"/>
          </a:p>
        </p:txBody>
      </p:sp>
      <p:sp>
        <p:nvSpPr>
          <p:cNvPr id="3" name="Rectangle 2"/>
          <p:cNvSpPr/>
          <p:nvPr/>
        </p:nvSpPr>
        <p:spPr>
          <a:xfrm>
            <a:off x="381000" y="1295400"/>
            <a:ext cx="8229600" cy="5562600"/>
          </a:xfrm>
          <a:prstGeom prst="rect">
            <a:avLst/>
          </a:prstGeom>
        </p:spPr>
        <p:txBody>
          <a:bodyPr wrap="square">
            <a:spAutoFit/>
          </a:bodyPr>
          <a:lstStyle/>
          <a:p>
            <a:pPr fontAlgn="base"/>
            <a:r>
              <a:rPr lang="en-US" b="1" dirty="0"/>
              <a:t>Image enhancement: </a:t>
            </a:r>
            <a:r>
              <a:rPr lang="en-US" dirty="0"/>
              <a:t>Digital Image Processing analyzes and manipulates the image to make it more informative for human interpretation and make it more suitable for better representation of the image</a:t>
            </a:r>
            <a:r>
              <a:rPr lang="en-US" dirty="0" smtClean="0"/>
              <a:t>.</a:t>
            </a:r>
          </a:p>
          <a:p>
            <a:pPr fontAlgn="base"/>
            <a:endParaRPr lang="en-US" dirty="0"/>
          </a:p>
          <a:p>
            <a:pPr fontAlgn="base"/>
            <a:r>
              <a:rPr lang="en-US" b="1" dirty="0"/>
              <a:t>Automatic inspection: </a:t>
            </a:r>
            <a:r>
              <a:rPr lang="en-US" dirty="0"/>
              <a:t>In a bottling plant, Digital Image Processing checks the quality of the product and detects empty or partially filled bottles</a:t>
            </a:r>
            <a:r>
              <a:rPr lang="en-US" dirty="0" smtClean="0"/>
              <a:t>.</a:t>
            </a:r>
          </a:p>
          <a:p>
            <a:pPr fontAlgn="base"/>
            <a:endParaRPr lang="en-US" dirty="0"/>
          </a:p>
          <a:p>
            <a:pPr fontAlgn="base"/>
            <a:r>
              <a:rPr lang="en-US" b="1" dirty="0"/>
              <a:t>Medical visualization: </a:t>
            </a:r>
            <a:r>
              <a:rPr lang="en-US" dirty="0"/>
              <a:t>In medicine, Digital Image Processing helps to enhance the quality of images and analyze medical images such as X-rays, MRI, and CT scans. It also helps to assist in diagnosis and treatment planning</a:t>
            </a:r>
            <a:r>
              <a:rPr lang="en-US" dirty="0" smtClean="0"/>
              <a:t>.</a:t>
            </a:r>
          </a:p>
          <a:p>
            <a:pPr fontAlgn="base"/>
            <a:endParaRPr lang="en-US" dirty="0"/>
          </a:p>
          <a:p>
            <a:pPr fontAlgn="base"/>
            <a:r>
              <a:rPr lang="en-US" b="1" dirty="0"/>
              <a:t>Biometrics: </a:t>
            </a:r>
            <a:r>
              <a:rPr lang="en-US" dirty="0"/>
              <a:t>Digital image processing is used in security systems to perform tasks such as fingerprint recognition, facial recognition, and object tracking to improve security systems</a:t>
            </a:r>
            <a:r>
              <a:rPr lang="en-US" dirty="0" smtClean="0"/>
              <a:t>.</a:t>
            </a:r>
          </a:p>
          <a:p>
            <a:pPr fontAlgn="base"/>
            <a:endParaRPr lang="en-US" dirty="0"/>
          </a:p>
          <a:p>
            <a:pPr fontAlgn="base"/>
            <a:r>
              <a:rPr lang="en-US" b="1" dirty="0"/>
              <a:t>Remote Sensing: </a:t>
            </a:r>
            <a:r>
              <a:rPr lang="en-US" dirty="0"/>
              <a:t>Digital Image Processing is essential in remote sensing and helps to analyze satellite and aerial images which helps with agriculture, environmental monitoring, and managing disaster.</a:t>
            </a:r>
          </a:p>
          <a:p>
            <a:pPr fontAlgn="base"/>
            <a:r>
              <a:rPr lang="en-US" b="1" dirty="0"/>
              <a:t>Video Processing: </a:t>
            </a:r>
            <a:r>
              <a:rPr lang="en-US" dirty="0"/>
              <a:t>These techniques can spot moving stuff in videos.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9969" y="45846"/>
            <a:ext cx="7324090" cy="482600"/>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1F487C"/>
                </a:solidFill>
              </a:rPr>
              <a:t>Fundamental</a:t>
            </a:r>
            <a:r>
              <a:rPr sz="3000" spc="-65" dirty="0">
                <a:solidFill>
                  <a:srgbClr val="1F487C"/>
                </a:solidFill>
              </a:rPr>
              <a:t> </a:t>
            </a:r>
            <a:r>
              <a:rPr sz="3000" dirty="0">
                <a:solidFill>
                  <a:srgbClr val="1F487C"/>
                </a:solidFill>
              </a:rPr>
              <a:t>Steps</a:t>
            </a:r>
            <a:r>
              <a:rPr sz="3000" spc="-10" dirty="0">
                <a:solidFill>
                  <a:srgbClr val="1F487C"/>
                </a:solidFill>
              </a:rPr>
              <a:t> </a:t>
            </a:r>
            <a:r>
              <a:rPr sz="3000" dirty="0">
                <a:solidFill>
                  <a:srgbClr val="1F487C"/>
                </a:solidFill>
              </a:rPr>
              <a:t>in</a:t>
            </a:r>
            <a:r>
              <a:rPr sz="3000" spc="-40" dirty="0">
                <a:solidFill>
                  <a:srgbClr val="1F487C"/>
                </a:solidFill>
              </a:rPr>
              <a:t> </a:t>
            </a:r>
            <a:r>
              <a:rPr sz="3000" dirty="0">
                <a:solidFill>
                  <a:srgbClr val="1F487C"/>
                </a:solidFill>
              </a:rPr>
              <a:t>Digital</a:t>
            </a:r>
            <a:r>
              <a:rPr sz="3000" spc="-40" dirty="0">
                <a:solidFill>
                  <a:srgbClr val="1F487C"/>
                </a:solidFill>
              </a:rPr>
              <a:t> </a:t>
            </a:r>
            <a:r>
              <a:rPr sz="3000" dirty="0">
                <a:solidFill>
                  <a:srgbClr val="1F487C"/>
                </a:solidFill>
              </a:rPr>
              <a:t>Image</a:t>
            </a:r>
            <a:r>
              <a:rPr sz="3000" spc="-45" dirty="0">
                <a:solidFill>
                  <a:srgbClr val="1F487C"/>
                </a:solidFill>
              </a:rPr>
              <a:t> </a:t>
            </a:r>
            <a:r>
              <a:rPr sz="3000" spc="-10" dirty="0">
                <a:solidFill>
                  <a:srgbClr val="1F487C"/>
                </a:solidFill>
              </a:rPr>
              <a:t>Processing:</a:t>
            </a:r>
            <a:endParaRPr sz="3000"/>
          </a:p>
        </p:txBody>
      </p:sp>
      <p:grpSp>
        <p:nvGrpSpPr>
          <p:cNvPr id="3" name="object 3"/>
          <p:cNvGrpSpPr/>
          <p:nvPr/>
        </p:nvGrpSpPr>
        <p:grpSpPr>
          <a:xfrm>
            <a:off x="1017841" y="4553521"/>
            <a:ext cx="1734820" cy="869315"/>
            <a:chOff x="1017841" y="4553521"/>
            <a:chExt cx="1734820" cy="869315"/>
          </a:xfrm>
        </p:grpSpPr>
        <p:sp>
          <p:nvSpPr>
            <p:cNvPr id="4" name="object 4"/>
            <p:cNvSpPr/>
            <p:nvPr/>
          </p:nvSpPr>
          <p:spPr>
            <a:xfrm>
              <a:off x="1037843" y="4573524"/>
              <a:ext cx="1694814" cy="829310"/>
            </a:xfrm>
            <a:custGeom>
              <a:avLst/>
              <a:gdLst/>
              <a:ahLst/>
              <a:cxnLst/>
              <a:rect l="l" t="t" r="r" b="b"/>
              <a:pathLst>
                <a:path w="1694814" h="829310">
                  <a:moveTo>
                    <a:pt x="1694688" y="0"/>
                  </a:moveTo>
                  <a:lnTo>
                    <a:pt x="0" y="0"/>
                  </a:lnTo>
                  <a:lnTo>
                    <a:pt x="0" y="829056"/>
                  </a:lnTo>
                  <a:lnTo>
                    <a:pt x="1694688" y="829056"/>
                  </a:lnTo>
                  <a:lnTo>
                    <a:pt x="1694688" y="0"/>
                  </a:lnTo>
                  <a:close/>
                </a:path>
              </a:pathLst>
            </a:custGeom>
            <a:solidFill>
              <a:srgbClr val="4F81BC"/>
            </a:solidFill>
          </p:spPr>
          <p:txBody>
            <a:bodyPr wrap="square" lIns="0" tIns="0" rIns="0" bIns="0" rtlCol="0"/>
            <a:lstStyle/>
            <a:p>
              <a:endParaRPr/>
            </a:p>
          </p:txBody>
        </p:sp>
        <p:sp>
          <p:nvSpPr>
            <p:cNvPr id="5" name="object 5"/>
            <p:cNvSpPr/>
            <p:nvPr/>
          </p:nvSpPr>
          <p:spPr>
            <a:xfrm>
              <a:off x="1037843" y="4573524"/>
              <a:ext cx="1694814" cy="829310"/>
            </a:xfrm>
            <a:custGeom>
              <a:avLst/>
              <a:gdLst/>
              <a:ahLst/>
              <a:cxnLst/>
              <a:rect l="l" t="t" r="r" b="b"/>
              <a:pathLst>
                <a:path w="1694814" h="829310">
                  <a:moveTo>
                    <a:pt x="0" y="829056"/>
                  </a:moveTo>
                  <a:lnTo>
                    <a:pt x="1694688" y="829056"/>
                  </a:lnTo>
                  <a:lnTo>
                    <a:pt x="1694688" y="0"/>
                  </a:lnTo>
                  <a:lnTo>
                    <a:pt x="0" y="0"/>
                  </a:lnTo>
                  <a:lnTo>
                    <a:pt x="0" y="829056"/>
                  </a:lnTo>
                  <a:close/>
                </a:path>
              </a:pathLst>
            </a:custGeom>
            <a:ln w="39624">
              <a:solidFill>
                <a:srgbClr val="000000"/>
              </a:solidFill>
            </a:ln>
          </p:spPr>
          <p:txBody>
            <a:bodyPr wrap="square" lIns="0" tIns="0" rIns="0" bIns="0" rtlCol="0"/>
            <a:lstStyle/>
            <a:p>
              <a:endParaRPr/>
            </a:p>
          </p:txBody>
        </p:sp>
      </p:grpSp>
      <p:sp>
        <p:nvSpPr>
          <p:cNvPr id="6" name="object 6"/>
          <p:cNvSpPr txBox="1"/>
          <p:nvPr/>
        </p:nvSpPr>
        <p:spPr>
          <a:xfrm>
            <a:off x="1355852" y="4686757"/>
            <a:ext cx="1054100" cy="574675"/>
          </a:xfrm>
          <a:prstGeom prst="rect">
            <a:avLst/>
          </a:prstGeom>
        </p:spPr>
        <p:txBody>
          <a:bodyPr vert="horz" wrap="square" lIns="0" tIns="12700" rIns="0" bIns="0" rtlCol="0">
            <a:spAutoFit/>
          </a:bodyPr>
          <a:lstStyle/>
          <a:p>
            <a:pPr marL="3175" algn="ctr">
              <a:lnSpc>
                <a:spcPct val="100000"/>
              </a:lnSpc>
              <a:spcBef>
                <a:spcPts val="100"/>
              </a:spcBef>
            </a:pPr>
            <a:r>
              <a:rPr sz="1800" spc="-10" dirty="0">
                <a:latin typeface="Calibri"/>
                <a:cs typeface="Calibri"/>
              </a:rPr>
              <a:t>Image</a:t>
            </a:r>
            <a:endParaRPr sz="1800">
              <a:latin typeface="Calibri"/>
              <a:cs typeface="Calibri"/>
            </a:endParaRPr>
          </a:p>
          <a:p>
            <a:pPr algn="ctr">
              <a:lnSpc>
                <a:spcPct val="100000"/>
              </a:lnSpc>
              <a:spcBef>
                <a:spcPts val="5"/>
              </a:spcBef>
            </a:pPr>
            <a:r>
              <a:rPr sz="1800" spc="-10" dirty="0">
                <a:latin typeface="Calibri"/>
                <a:cs typeface="Calibri"/>
              </a:rPr>
              <a:t>Acquisition</a:t>
            </a:r>
            <a:endParaRPr sz="1800">
              <a:latin typeface="Calibri"/>
              <a:cs typeface="Calibri"/>
            </a:endParaRPr>
          </a:p>
        </p:txBody>
      </p:sp>
      <p:sp>
        <p:nvSpPr>
          <p:cNvPr id="7" name="object 7"/>
          <p:cNvSpPr/>
          <p:nvPr/>
        </p:nvSpPr>
        <p:spPr>
          <a:xfrm>
            <a:off x="1018032" y="2295144"/>
            <a:ext cx="1752600" cy="829310"/>
          </a:xfrm>
          <a:custGeom>
            <a:avLst/>
            <a:gdLst/>
            <a:ahLst/>
            <a:cxnLst/>
            <a:rect l="l" t="t" r="r" b="b"/>
            <a:pathLst>
              <a:path w="1752600" h="829310">
                <a:moveTo>
                  <a:pt x="0" y="829055"/>
                </a:moveTo>
                <a:lnTo>
                  <a:pt x="1752600" y="829055"/>
                </a:lnTo>
                <a:lnTo>
                  <a:pt x="1752600" y="0"/>
                </a:lnTo>
                <a:lnTo>
                  <a:pt x="0" y="0"/>
                </a:lnTo>
                <a:lnTo>
                  <a:pt x="0" y="829055"/>
                </a:lnTo>
                <a:close/>
              </a:path>
            </a:pathLst>
          </a:custGeom>
          <a:ln w="12192">
            <a:solidFill>
              <a:srgbClr val="000000"/>
            </a:solidFill>
          </a:ln>
        </p:spPr>
        <p:txBody>
          <a:bodyPr wrap="square" lIns="0" tIns="0" rIns="0" bIns="0" rtlCol="0"/>
          <a:lstStyle/>
          <a:p>
            <a:endParaRPr/>
          </a:p>
        </p:txBody>
      </p:sp>
      <p:sp>
        <p:nvSpPr>
          <p:cNvPr id="8" name="object 8"/>
          <p:cNvSpPr txBox="1"/>
          <p:nvPr/>
        </p:nvSpPr>
        <p:spPr>
          <a:xfrm>
            <a:off x="1350391" y="2408046"/>
            <a:ext cx="1090930" cy="574675"/>
          </a:xfrm>
          <a:prstGeom prst="rect">
            <a:avLst/>
          </a:prstGeom>
        </p:spPr>
        <p:txBody>
          <a:bodyPr vert="horz" wrap="square" lIns="0" tIns="12700" rIns="0" bIns="0" rtlCol="0">
            <a:spAutoFit/>
          </a:bodyPr>
          <a:lstStyle/>
          <a:p>
            <a:pPr algn="ctr">
              <a:lnSpc>
                <a:spcPct val="100000"/>
              </a:lnSpc>
              <a:spcBef>
                <a:spcPts val="100"/>
              </a:spcBef>
            </a:pPr>
            <a:r>
              <a:rPr sz="1800" spc="-10" dirty="0">
                <a:latin typeface="Calibri"/>
                <a:cs typeface="Calibri"/>
              </a:rPr>
              <a:t>Image</a:t>
            </a:r>
            <a:endParaRPr sz="1800">
              <a:latin typeface="Calibri"/>
              <a:cs typeface="Calibri"/>
            </a:endParaRPr>
          </a:p>
          <a:p>
            <a:pPr algn="ctr">
              <a:lnSpc>
                <a:spcPct val="100000"/>
              </a:lnSpc>
            </a:pPr>
            <a:r>
              <a:rPr sz="1800" spc="-10" dirty="0">
                <a:latin typeface="Calibri"/>
                <a:cs typeface="Calibri"/>
              </a:rPr>
              <a:t>Restoration</a:t>
            </a:r>
            <a:endParaRPr sz="1800">
              <a:latin typeface="Calibri"/>
              <a:cs typeface="Calibri"/>
            </a:endParaRPr>
          </a:p>
        </p:txBody>
      </p:sp>
      <p:sp>
        <p:nvSpPr>
          <p:cNvPr id="9" name="object 9"/>
          <p:cNvSpPr/>
          <p:nvPr/>
        </p:nvSpPr>
        <p:spPr>
          <a:xfrm>
            <a:off x="7342631" y="1219200"/>
            <a:ext cx="1752600" cy="829310"/>
          </a:xfrm>
          <a:custGeom>
            <a:avLst/>
            <a:gdLst/>
            <a:ahLst/>
            <a:cxnLst/>
            <a:rect l="l" t="t" r="r" b="b"/>
            <a:pathLst>
              <a:path w="1752600" h="829310">
                <a:moveTo>
                  <a:pt x="0" y="829055"/>
                </a:moveTo>
                <a:lnTo>
                  <a:pt x="1752600" y="829055"/>
                </a:lnTo>
                <a:lnTo>
                  <a:pt x="1752600" y="0"/>
                </a:lnTo>
                <a:lnTo>
                  <a:pt x="0" y="0"/>
                </a:lnTo>
                <a:lnTo>
                  <a:pt x="0" y="829055"/>
                </a:lnTo>
                <a:close/>
              </a:path>
            </a:pathLst>
          </a:custGeom>
          <a:ln w="12192">
            <a:solidFill>
              <a:srgbClr val="000000"/>
            </a:solidFill>
          </a:ln>
        </p:spPr>
        <p:txBody>
          <a:bodyPr wrap="square" lIns="0" tIns="0" rIns="0" bIns="0" rtlCol="0"/>
          <a:lstStyle/>
          <a:p>
            <a:endParaRPr/>
          </a:p>
        </p:txBody>
      </p:sp>
      <p:sp>
        <p:nvSpPr>
          <p:cNvPr id="10" name="object 10"/>
          <p:cNvSpPr txBox="1"/>
          <p:nvPr/>
        </p:nvSpPr>
        <p:spPr>
          <a:xfrm>
            <a:off x="7536942" y="1332433"/>
            <a:ext cx="1369695" cy="574675"/>
          </a:xfrm>
          <a:prstGeom prst="rect">
            <a:avLst/>
          </a:prstGeom>
        </p:spPr>
        <p:txBody>
          <a:bodyPr vert="horz" wrap="square" lIns="0" tIns="12700" rIns="0" bIns="0" rtlCol="0">
            <a:spAutoFit/>
          </a:bodyPr>
          <a:lstStyle/>
          <a:p>
            <a:pPr algn="ctr">
              <a:lnSpc>
                <a:spcPct val="100000"/>
              </a:lnSpc>
              <a:spcBef>
                <a:spcPts val="100"/>
              </a:spcBef>
            </a:pPr>
            <a:r>
              <a:rPr sz="1800" spc="-10" dirty="0">
                <a:latin typeface="Calibri"/>
                <a:cs typeface="Calibri"/>
              </a:rPr>
              <a:t>Morphological</a:t>
            </a:r>
            <a:endParaRPr sz="1800">
              <a:latin typeface="Calibri"/>
              <a:cs typeface="Calibri"/>
            </a:endParaRPr>
          </a:p>
          <a:p>
            <a:pPr algn="ctr">
              <a:lnSpc>
                <a:spcPct val="100000"/>
              </a:lnSpc>
              <a:spcBef>
                <a:spcPts val="5"/>
              </a:spcBef>
            </a:pPr>
            <a:r>
              <a:rPr sz="1800" spc="-10" dirty="0">
                <a:latin typeface="Calibri"/>
                <a:cs typeface="Calibri"/>
              </a:rPr>
              <a:t>Processing</a:t>
            </a:r>
            <a:endParaRPr sz="1800">
              <a:latin typeface="Calibri"/>
              <a:cs typeface="Calibri"/>
            </a:endParaRPr>
          </a:p>
        </p:txBody>
      </p:sp>
      <p:sp>
        <p:nvSpPr>
          <p:cNvPr id="11" name="object 11"/>
          <p:cNvSpPr txBox="1"/>
          <p:nvPr/>
        </p:nvSpPr>
        <p:spPr>
          <a:xfrm>
            <a:off x="7342631" y="2587751"/>
            <a:ext cx="1694814" cy="829310"/>
          </a:xfrm>
          <a:prstGeom prst="rect">
            <a:avLst/>
          </a:prstGeom>
          <a:ln w="12192">
            <a:solidFill>
              <a:srgbClr val="000000"/>
            </a:solidFill>
          </a:ln>
        </p:spPr>
        <p:txBody>
          <a:bodyPr vert="horz" wrap="square" lIns="0" tIns="635" rIns="0" bIns="0" rtlCol="0">
            <a:spAutoFit/>
          </a:bodyPr>
          <a:lstStyle/>
          <a:p>
            <a:pPr>
              <a:lnSpc>
                <a:spcPct val="100000"/>
              </a:lnSpc>
              <a:spcBef>
                <a:spcPts val="5"/>
              </a:spcBef>
            </a:pPr>
            <a:endParaRPr sz="1800">
              <a:latin typeface="Times New Roman"/>
              <a:cs typeface="Times New Roman"/>
            </a:endParaRPr>
          </a:p>
          <a:p>
            <a:pPr marL="207010">
              <a:lnSpc>
                <a:spcPct val="100000"/>
              </a:lnSpc>
            </a:pPr>
            <a:r>
              <a:rPr sz="1800" spc="-10" dirty="0">
                <a:latin typeface="Calibri"/>
                <a:cs typeface="Calibri"/>
              </a:rPr>
              <a:t>Segmentation</a:t>
            </a:r>
            <a:endParaRPr sz="1800">
              <a:latin typeface="Calibri"/>
              <a:cs typeface="Calibri"/>
            </a:endParaRPr>
          </a:p>
        </p:txBody>
      </p:sp>
      <p:sp>
        <p:nvSpPr>
          <p:cNvPr id="12" name="object 12"/>
          <p:cNvSpPr txBox="1"/>
          <p:nvPr/>
        </p:nvSpPr>
        <p:spPr>
          <a:xfrm>
            <a:off x="7360919" y="4834128"/>
            <a:ext cx="1694814" cy="832485"/>
          </a:xfrm>
          <a:prstGeom prst="rect">
            <a:avLst/>
          </a:prstGeom>
          <a:ln w="12192">
            <a:solidFill>
              <a:srgbClr val="000000"/>
            </a:solidFill>
          </a:ln>
        </p:spPr>
        <p:txBody>
          <a:bodyPr vert="horz" wrap="square" lIns="0" tIns="144780" rIns="0" bIns="0" rtlCol="0">
            <a:spAutoFit/>
          </a:bodyPr>
          <a:lstStyle/>
          <a:p>
            <a:pPr marL="6350" algn="ctr">
              <a:lnSpc>
                <a:spcPct val="100000"/>
              </a:lnSpc>
              <a:spcBef>
                <a:spcPts val="1140"/>
              </a:spcBef>
            </a:pPr>
            <a:r>
              <a:rPr sz="1700" spc="-10" dirty="0">
                <a:latin typeface="Calibri"/>
                <a:cs typeface="Calibri"/>
              </a:rPr>
              <a:t>Object</a:t>
            </a:r>
            <a:endParaRPr sz="1700">
              <a:latin typeface="Calibri"/>
              <a:cs typeface="Calibri"/>
            </a:endParaRPr>
          </a:p>
          <a:p>
            <a:pPr marL="4445" algn="ctr">
              <a:lnSpc>
                <a:spcPct val="100000"/>
              </a:lnSpc>
              <a:spcBef>
                <a:spcPts val="5"/>
              </a:spcBef>
            </a:pPr>
            <a:r>
              <a:rPr sz="1700" spc="-10" dirty="0">
                <a:latin typeface="Calibri"/>
                <a:cs typeface="Calibri"/>
              </a:rPr>
              <a:t>Recognition</a:t>
            </a:r>
            <a:endParaRPr sz="1700">
              <a:latin typeface="Calibri"/>
              <a:cs typeface="Calibri"/>
            </a:endParaRPr>
          </a:p>
        </p:txBody>
      </p:sp>
      <p:sp>
        <p:nvSpPr>
          <p:cNvPr id="13" name="object 13"/>
          <p:cNvSpPr txBox="1"/>
          <p:nvPr/>
        </p:nvSpPr>
        <p:spPr>
          <a:xfrm>
            <a:off x="1036319" y="3514344"/>
            <a:ext cx="1694814" cy="829310"/>
          </a:xfrm>
          <a:prstGeom prst="rect">
            <a:avLst/>
          </a:prstGeom>
          <a:ln w="12191">
            <a:solidFill>
              <a:srgbClr val="000000"/>
            </a:solidFill>
          </a:ln>
        </p:spPr>
        <p:txBody>
          <a:bodyPr vert="horz" wrap="square" lIns="0" tIns="126365" rIns="0" bIns="0" rtlCol="0">
            <a:spAutoFit/>
          </a:bodyPr>
          <a:lstStyle/>
          <a:p>
            <a:pPr algn="ctr">
              <a:lnSpc>
                <a:spcPct val="100000"/>
              </a:lnSpc>
              <a:spcBef>
                <a:spcPts val="995"/>
              </a:spcBef>
            </a:pPr>
            <a:r>
              <a:rPr sz="1800" spc="-10" dirty="0">
                <a:latin typeface="Calibri"/>
                <a:cs typeface="Calibri"/>
              </a:rPr>
              <a:t>Image</a:t>
            </a:r>
            <a:endParaRPr sz="1800">
              <a:latin typeface="Calibri"/>
              <a:cs typeface="Calibri"/>
            </a:endParaRPr>
          </a:p>
          <a:p>
            <a:pPr algn="ctr">
              <a:lnSpc>
                <a:spcPct val="100000"/>
              </a:lnSpc>
            </a:pPr>
            <a:r>
              <a:rPr sz="1800" spc="-10" dirty="0">
                <a:latin typeface="Calibri"/>
                <a:cs typeface="Calibri"/>
              </a:rPr>
              <a:t>Enhancement</a:t>
            </a:r>
            <a:endParaRPr sz="1800">
              <a:latin typeface="Calibri"/>
              <a:cs typeface="Calibri"/>
            </a:endParaRPr>
          </a:p>
        </p:txBody>
      </p:sp>
      <p:sp>
        <p:nvSpPr>
          <p:cNvPr id="14" name="object 14"/>
          <p:cNvSpPr txBox="1"/>
          <p:nvPr/>
        </p:nvSpPr>
        <p:spPr>
          <a:xfrm>
            <a:off x="7360919" y="3712464"/>
            <a:ext cx="1694814" cy="829310"/>
          </a:xfrm>
          <a:prstGeom prst="rect">
            <a:avLst/>
          </a:prstGeom>
          <a:ln w="12192">
            <a:solidFill>
              <a:srgbClr val="000000"/>
            </a:solidFill>
          </a:ln>
        </p:spPr>
        <p:txBody>
          <a:bodyPr vert="horz" wrap="square" lIns="0" tIns="142240" rIns="0" bIns="0" rtlCol="0">
            <a:spAutoFit/>
          </a:bodyPr>
          <a:lstStyle/>
          <a:p>
            <a:pPr marL="182880">
              <a:lnSpc>
                <a:spcPct val="100000"/>
              </a:lnSpc>
              <a:spcBef>
                <a:spcPts val="1120"/>
              </a:spcBef>
            </a:pPr>
            <a:r>
              <a:rPr sz="1700" spc="-10" dirty="0">
                <a:latin typeface="Calibri"/>
                <a:cs typeface="Calibri"/>
              </a:rPr>
              <a:t>Representation</a:t>
            </a:r>
            <a:endParaRPr sz="1700">
              <a:latin typeface="Calibri"/>
              <a:cs typeface="Calibri"/>
            </a:endParaRPr>
          </a:p>
          <a:p>
            <a:pPr marL="250190">
              <a:lnSpc>
                <a:spcPct val="100000"/>
              </a:lnSpc>
            </a:pPr>
            <a:r>
              <a:rPr sz="1700" dirty="0">
                <a:latin typeface="Calibri"/>
                <a:cs typeface="Calibri"/>
              </a:rPr>
              <a:t>&amp;</a:t>
            </a:r>
            <a:r>
              <a:rPr sz="1700" spc="-5" dirty="0">
                <a:latin typeface="Calibri"/>
                <a:cs typeface="Calibri"/>
              </a:rPr>
              <a:t> </a:t>
            </a:r>
            <a:r>
              <a:rPr sz="1700" spc="-10" dirty="0">
                <a:latin typeface="Calibri"/>
                <a:cs typeface="Calibri"/>
              </a:rPr>
              <a:t>Description</a:t>
            </a:r>
            <a:endParaRPr sz="1700">
              <a:latin typeface="Calibri"/>
              <a:cs typeface="Calibri"/>
            </a:endParaRPr>
          </a:p>
        </p:txBody>
      </p:sp>
      <p:sp>
        <p:nvSpPr>
          <p:cNvPr id="15" name="object 15"/>
          <p:cNvSpPr txBox="1"/>
          <p:nvPr/>
        </p:nvSpPr>
        <p:spPr>
          <a:xfrm>
            <a:off x="1019047" y="5978144"/>
            <a:ext cx="158750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Problem</a:t>
            </a:r>
            <a:r>
              <a:rPr sz="1800" spc="-75" dirty="0">
                <a:latin typeface="Calibri"/>
                <a:cs typeface="Calibri"/>
              </a:rPr>
              <a:t> </a:t>
            </a:r>
            <a:r>
              <a:rPr sz="1800" spc="-10" dirty="0">
                <a:latin typeface="Calibri"/>
                <a:cs typeface="Calibri"/>
              </a:rPr>
              <a:t>Domain</a:t>
            </a:r>
            <a:endParaRPr sz="1800">
              <a:latin typeface="Calibri"/>
              <a:cs typeface="Calibri"/>
            </a:endParaRPr>
          </a:p>
        </p:txBody>
      </p:sp>
      <p:sp>
        <p:nvSpPr>
          <p:cNvPr id="16" name="object 16"/>
          <p:cNvSpPr/>
          <p:nvPr/>
        </p:nvSpPr>
        <p:spPr>
          <a:xfrm>
            <a:off x="8170164" y="4541520"/>
            <a:ext cx="76200" cy="294005"/>
          </a:xfrm>
          <a:custGeom>
            <a:avLst/>
            <a:gdLst/>
            <a:ahLst/>
            <a:cxnLst/>
            <a:rect l="l" t="t" r="r" b="b"/>
            <a:pathLst>
              <a:path w="76200" h="294004">
                <a:moveTo>
                  <a:pt x="31750" y="217423"/>
                </a:moveTo>
                <a:lnTo>
                  <a:pt x="0" y="217423"/>
                </a:lnTo>
                <a:lnTo>
                  <a:pt x="38100" y="293623"/>
                </a:lnTo>
                <a:lnTo>
                  <a:pt x="69850" y="230123"/>
                </a:lnTo>
                <a:lnTo>
                  <a:pt x="31750" y="230123"/>
                </a:lnTo>
                <a:lnTo>
                  <a:pt x="31750" y="217423"/>
                </a:lnTo>
                <a:close/>
              </a:path>
              <a:path w="76200" h="294004">
                <a:moveTo>
                  <a:pt x="44450" y="0"/>
                </a:moveTo>
                <a:lnTo>
                  <a:pt x="31750" y="0"/>
                </a:lnTo>
                <a:lnTo>
                  <a:pt x="31750" y="230123"/>
                </a:lnTo>
                <a:lnTo>
                  <a:pt x="44450" y="230123"/>
                </a:lnTo>
                <a:lnTo>
                  <a:pt x="44450" y="0"/>
                </a:lnTo>
                <a:close/>
              </a:path>
              <a:path w="76200" h="294004">
                <a:moveTo>
                  <a:pt x="76200" y="217423"/>
                </a:moveTo>
                <a:lnTo>
                  <a:pt x="44450" y="217423"/>
                </a:lnTo>
                <a:lnTo>
                  <a:pt x="44450" y="230123"/>
                </a:lnTo>
                <a:lnTo>
                  <a:pt x="69850" y="230123"/>
                </a:lnTo>
                <a:lnTo>
                  <a:pt x="76200" y="217423"/>
                </a:lnTo>
                <a:close/>
              </a:path>
            </a:pathLst>
          </a:custGeom>
          <a:solidFill>
            <a:srgbClr val="000000"/>
          </a:solidFill>
        </p:spPr>
        <p:txBody>
          <a:bodyPr wrap="square" lIns="0" tIns="0" rIns="0" bIns="0" rtlCol="0"/>
          <a:lstStyle/>
          <a:p>
            <a:endParaRPr/>
          </a:p>
        </p:txBody>
      </p:sp>
      <p:sp>
        <p:nvSpPr>
          <p:cNvPr id="17" name="object 17"/>
          <p:cNvSpPr/>
          <p:nvPr/>
        </p:nvSpPr>
        <p:spPr>
          <a:xfrm>
            <a:off x="8166100" y="3416427"/>
            <a:ext cx="76200" cy="294005"/>
          </a:xfrm>
          <a:custGeom>
            <a:avLst/>
            <a:gdLst/>
            <a:ahLst/>
            <a:cxnLst/>
            <a:rect l="l" t="t" r="r" b="b"/>
            <a:pathLst>
              <a:path w="76200" h="294004">
                <a:moveTo>
                  <a:pt x="31683" y="218409"/>
                </a:moveTo>
                <a:lnTo>
                  <a:pt x="0" y="220472"/>
                </a:lnTo>
                <a:lnTo>
                  <a:pt x="42925" y="294005"/>
                </a:lnTo>
                <a:lnTo>
                  <a:pt x="69475" y="231140"/>
                </a:lnTo>
                <a:lnTo>
                  <a:pt x="32511" y="231140"/>
                </a:lnTo>
                <a:lnTo>
                  <a:pt x="31683" y="218409"/>
                </a:lnTo>
                <a:close/>
              </a:path>
              <a:path w="76200" h="294004">
                <a:moveTo>
                  <a:pt x="44387" y="217582"/>
                </a:moveTo>
                <a:lnTo>
                  <a:pt x="31683" y="218409"/>
                </a:lnTo>
                <a:lnTo>
                  <a:pt x="32454" y="230250"/>
                </a:lnTo>
                <a:lnTo>
                  <a:pt x="32511" y="231140"/>
                </a:lnTo>
                <a:lnTo>
                  <a:pt x="45211" y="230250"/>
                </a:lnTo>
                <a:lnTo>
                  <a:pt x="44441" y="218409"/>
                </a:lnTo>
                <a:lnTo>
                  <a:pt x="44387" y="217582"/>
                </a:lnTo>
                <a:close/>
              </a:path>
              <a:path w="76200" h="294004">
                <a:moveTo>
                  <a:pt x="76073" y="215519"/>
                </a:moveTo>
                <a:lnTo>
                  <a:pt x="44387" y="217582"/>
                </a:lnTo>
                <a:lnTo>
                  <a:pt x="45211" y="230250"/>
                </a:lnTo>
                <a:lnTo>
                  <a:pt x="32511" y="231140"/>
                </a:lnTo>
                <a:lnTo>
                  <a:pt x="69475" y="231140"/>
                </a:lnTo>
                <a:lnTo>
                  <a:pt x="76073" y="215519"/>
                </a:lnTo>
                <a:close/>
              </a:path>
              <a:path w="76200" h="294004">
                <a:moveTo>
                  <a:pt x="30225" y="0"/>
                </a:moveTo>
                <a:lnTo>
                  <a:pt x="17525" y="762"/>
                </a:lnTo>
                <a:lnTo>
                  <a:pt x="31630" y="217582"/>
                </a:lnTo>
                <a:lnTo>
                  <a:pt x="31683" y="218409"/>
                </a:lnTo>
                <a:lnTo>
                  <a:pt x="44387" y="217582"/>
                </a:lnTo>
                <a:lnTo>
                  <a:pt x="30275" y="762"/>
                </a:lnTo>
                <a:lnTo>
                  <a:pt x="30225" y="0"/>
                </a:lnTo>
                <a:close/>
              </a:path>
            </a:pathLst>
          </a:custGeom>
          <a:solidFill>
            <a:srgbClr val="000000"/>
          </a:solidFill>
        </p:spPr>
        <p:txBody>
          <a:bodyPr wrap="square" lIns="0" tIns="0" rIns="0" bIns="0" rtlCol="0"/>
          <a:lstStyle/>
          <a:p>
            <a:endParaRPr/>
          </a:p>
        </p:txBody>
      </p:sp>
      <p:grpSp>
        <p:nvGrpSpPr>
          <p:cNvPr id="18" name="object 18"/>
          <p:cNvGrpSpPr/>
          <p:nvPr/>
        </p:nvGrpSpPr>
        <p:grpSpPr>
          <a:xfrm>
            <a:off x="1008824" y="1209992"/>
            <a:ext cx="1771014" cy="4749800"/>
            <a:chOff x="1008824" y="1209992"/>
            <a:chExt cx="1771014" cy="4749800"/>
          </a:xfrm>
        </p:grpSpPr>
        <p:sp>
          <p:nvSpPr>
            <p:cNvPr id="19" name="object 19"/>
            <p:cNvSpPr/>
            <p:nvPr/>
          </p:nvSpPr>
          <p:spPr>
            <a:xfrm>
              <a:off x="1845563" y="5452871"/>
              <a:ext cx="76200" cy="506730"/>
            </a:xfrm>
            <a:custGeom>
              <a:avLst/>
              <a:gdLst/>
              <a:ahLst/>
              <a:cxnLst/>
              <a:rect l="l" t="t" r="r" b="b"/>
              <a:pathLst>
                <a:path w="76200" h="506729">
                  <a:moveTo>
                    <a:pt x="44450" y="63499"/>
                  </a:moveTo>
                  <a:lnTo>
                    <a:pt x="31750" y="63499"/>
                  </a:lnTo>
                  <a:lnTo>
                    <a:pt x="31750" y="506412"/>
                  </a:lnTo>
                  <a:lnTo>
                    <a:pt x="44450" y="506412"/>
                  </a:lnTo>
                  <a:lnTo>
                    <a:pt x="44450" y="63499"/>
                  </a:lnTo>
                  <a:close/>
                </a:path>
                <a:path w="76200" h="506729">
                  <a:moveTo>
                    <a:pt x="38100" y="0"/>
                  </a:moveTo>
                  <a:lnTo>
                    <a:pt x="0" y="76199"/>
                  </a:lnTo>
                  <a:lnTo>
                    <a:pt x="31750" y="76199"/>
                  </a:lnTo>
                  <a:lnTo>
                    <a:pt x="31750" y="63499"/>
                  </a:lnTo>
                  <a:lnTo>
                    <a:pt x="69850" y="63499"/>
                  </a:lnTo>
                  <a:lnTo>
                    <a:pt x="38100" y="0"/>
                  </a:lnTo>
                  <a:close/>
                </a:path>
                <a:path w="76200" h="506729">
                  <a:moveTo>
                    <a:pt x="69850" y="63499"/>
                  </a:moveTo>
                  <a:lnTo>
                    <a:pt x="44450" y="63499"/>
                  </a:lnTo>
                  <a:lnTo>
                    <a:pt x="44450" y="76199"/>
                  </a:lnTo>
                  <a:lnTo>
                    <a:pt x="76200" y="76199"/>
                  </a:lnTo>
                  <a:lnTo>
                    <a:pt x="69850" y="63499"/>
                  </a:lnTo>
                  <a:close/>
                </a:path>
              </a:pathLst>
            </a:custGeom>
            <a:solidFill>
              <a:srgbClr val="000000"/>
            </a:solidFill>
          </p:spPr>
          <p:txBody>
            <a:bodyPr wrap="square" lIns="0" tIns="0" rIns="0" bIns="0" rtlCol="0"/>
            <a:lstStyle/>
            <a:p>
              <a:endParaRPr/>
            </a:p>
          </p:txBody>
        </p:sp>
        <p:pic>
          <p:nvPicPr>
            <p:cNvPr id="20" name="object 20"/>
            <p:cNvPicPr/>
            <p:nvPr/>
          </p:nvPicPr>
          <p:blipFill>
            <a:blip r:embed="rId2" cstate="print"/>
            <a:stretch>
              <a:fillRect/>
            </a:stretch>
          </p:blipFill>
          <p:spPr>
            <a:xfrm>
              <a:off x="1845563" y="4343400"/>
              <a:ext cx="76200" cy="228600"/>
            </a:xfrm>
            <a:prstGeom prst="rect">
              <a:avLst/>
            </a:prstGeom>
          </p:spPr>
        </p:pic>
        <p:sp>
          <p:nvSpPr>
            <p:cNvPr id="21" name="object 21"/>
            <p:cNvSpPr/>
            <p:nvPr/>
          </p:nvSpPr>
          <p:spPr>
            <a:xfrm>
              <a:off x="1018031" y="1219200"/>
              <a:ext cx="1752600" cy="829310"/>
            </a:xfrm>
            <a:custGeom>
              <a:avLst/>
              <a:gdLst/>
              <a:ahLst/>
              <a:cxnLst/>
              <a:rect l="l" t="t" r="r" b="b"/>
              <a:pathLst>
                <a:path w="1752600" h="829310">
                  <a:moveTo>
                    <a:pt x="0" y="829055"/>
                  </a:moveTo>
                  <a:lnTo>
                    <a:pt x="1752600" y="829055"/>
                  </a:lnTo>
                  <a:lnTo>
                    <a:pt x="1752600" y="0"/>
                  </a:lnTo>
                  <a:lnTo>
                    <a:pt x="0" y="0"/>
                  </a:lnTo>
                  <a:lnTo>
                    <a:pt x="0" y="829055"/>
                  </a:lnTo>
                  <a:close/>
                </a:path>
              </a:pathLst>
            </a:custGeom>
            <a:ln w="18288">
              <a:solidFill>
                <a:srgbClr val="000000"/>
              </a:solidFill>
            </a:ln>
          </p:spPr>
          <p:txBody>
            <a:bodyPr wrap="square" lIns="0" tIns="0" rIns="0" bIns="0" rtlCol="0"/>
            <a:lstStyle/>
            <a:p>
              <a:endParaRPr/>
            </a:p>
          </p:txBody>
        </p:sp>
      </p:grpSp>
      <p:sp>
        <p:nvSpPr>
          <p:cNvPr id="22" name="object 22"/>
          <p:cNvSpPr txBox="1"/>
          <p:nvPr/>
        </p:nvSpPr>
        <p:spPr>
          <a:xfrm>
            <a:off x="1265047" y="1332433"/>
            <a:ext cx="1261110" cy="574675"/>
          </a:xfrm>
          <a:prstGeom prst="rect">
            <a:avLst/>
          </a:prstGeom>
        </p:spPr>
        <p:txBody>
          <a:bodyPr vert="horz" wrap="square" lIns="0" tIns="12700" rIns="0" bIns="0" rtlCol="0">
            <a:spAutoFit/>
          </a:bodyPr>
          <a:lstStyle/>
          <a:p>
            <a:pPr algn="ctr">
              <a:lnSpc>
                <a:spcPct val="100000"/>
              </a:lnSpc>
              <a:spcBef>
                <a:spcPts val="100"/>
              </a:spcBef>
            </a:pPr>
            <a:r>
              <a:rPr sz="1800" dirty="0">
                <a:latin typeface="Calibri"/>
                <a:cs typeface="Calibri"/>
              </a:rPr>
              <a:t>Colour</a:t>
            </a:r>
            <a:r>
              <a:rPr sz="1800" spc="-50" dirty="0">
                <a:latin typeface="Calibri"/>
                <a:cs typeface="Calibri"/>
              </a:rPr>
              <a:t> </a:t>
            </a:r>
            <a:r>
              <a:rPr sz="1800" spc="-20" dirty="0">
                <a:latin typeface="Calibri"/>
                <a:cs typeface="Calibri"/>
              </a:rPr>
              <a:t>Image</a:t>
            </a:r>
            <a:endParaRPr sz="1800">
              <a:latin typeface="Calibri"/>
              <a:cs typeface="Calibri"/>
            </a:endParaRPr>
          </a:p>
          <a:p>
            <a:pPr algn="ctr">
              <a:lnSpc>
                <a:spcPct val="100000"/>
              </a:lnSpc>
              <a:spcBef>
                <a:spcPts val="5"/>
              </a:spcBef>
            </a:pPr>
            <a:r>
              <a:rPr sz="1800" spc="-10" dirty="0">
                <a:latin typeface="Calibri"/>
                <a:cs typeface="Calibri"/>
              </a:rPr>
              <a:t>Processing</a:t>
            </a:r>
            <a:endParaRPr sz="1800">
              <a:latin typeface="Calibri"/>
              <a:cs typeface="Calibri"/>
            </a:endParaRPr>
          </a:p>
        </p:txBody>
      </p:sp>
      <p:sp>
        <p:nvSpPr>
          <p:cNvPr id="23" name="object 23"/>
          <p:cNvSpPr/>
          <p:nvPr/>
        </p:nvSpPr>
        <p:spPr>
          <a:xfrm>
            <a:off x="5209032" y="1219200"/>
            <a:ext cx="1694814" cy="829310"/>
          </a:xfrm>
          <a:custGeom>
            <a:avLst/>
            <a:gdLst/>
            <a:ahLst/>
            <a:cxnLst/>
            <a:rect l="l" t="t" r="r" b="b"/>
            <a:pathLst>
              <a:path w="1694815" h="829310">
                <a:moveTo>
                  <a:pt x="0" y="829055"/>
                </a:moveTo>
                <a:lnTo>
                  <a:pt x="1694688" y="829055"/>
                </a:lnTo>
                <a:lnTo>
                  <a:pt x="1694688" y="0"/>
                </a:lnTo>
                <a:lnTo>
                  <a:pt x="0" y="0"/>
                </a:lnTo>
                <a:lnTo>
                  <a:pt x="0" y="829055"/>
                </a:lnTo>
                <a:close/>
              </a:path>
            </a:pathLst>
          </a:custGeom>
          <a:ln w="18288">
            <a:solidFill>
              <a:srgbClr val="000000"/>
            </a:solidFill>
          </a:ln>
        </p:spPr>
        <p:txBody>
          <a:bodyPr wrap="square" lIns="0" tIns="0" rIns="0" bIns="0" rtlCol="0"/>
          <a:lstStyle/>
          <a:p>
            <a:endParaRPr/>
          </a:p>
        </p:txBody>
      </p:sp>
      <p:sp>
        <p:nvSpPr>
          <p:cNvPr id="24" name="object 24"/>
          <p:cNvSpPr txBox="1"/>
          <p:nvPr/>
        </p:nvSpPr>
        <p:spPr>
          <a:xfrm>
            <a:off x="5442330" y="1332433"/>
            <a:ext cx="1230630" cy="574675"/>
          </a:xfrm>
          <a:prstGeom prst="rect">
            <a:avLst/>
          </a:prstGeom>
        </p:spPr>
        <p:txBody>
          <a:bodyPr vert="horz" wrap="square" lIns="0" tIns="12700" rIns="0" bIns="0" rtlCol="0">
            <a:spAutoFit/>
          </a:bodyPr>
          <a:lstStyle/>
          <a:p>
            <a:pPr marL="3175" algn="ctr">
              <a:lnSpc>
                <a:spcPct val="100000"/>
              </a:lnSpc>
              <a:spcBef>
                <a:spcPts val="100"/>
              </a:spcBef>
            </a:pPr>
            <a:r>
              <a:rPr sz="1800" spc="-10" dirty="0">
                <a:latin typeface="Calibri"/>
                <a:cs typeface="Calibri"/>
              </a:rPr>
              <a:t>Image</a:t>
            </a:r>
            <a:endParaRPr sz="1800">
              <a:latin typeface="Calibri"/>
              <a:cs typeface="Calibri"/>
            </a:endParaRPr>
          </a:p>
          <a:p>
            <a:pPr algn="ctr">
              <a:lnSpc>
                <a:spcPct val="100000"/>
              </a:lnSpc>
              <a:spcBef>
                <a:spcPts val="5"/>
              </a:spcBef>
            </a:pPr>
            <a:r>
              <a:rPr sz="1800" spc="-10" dirty="0">
                <a:latin typeface="Calibri"/>
                <a:cs typeface="Calibri"/>
              </a:rPr>
              <a:t>Compression</a:t>
            </a:r>
            <a:endParaRPr sz="1800">
              <a:latin typeface="Calibri"/>
              <a:cs typeface="Calibri"/>
            </a:endParaRPr>
          </a:p>
        </p:txBody>
      </p:sp>
      <p:grpSp>
        <p:nvGrpSpPr>
          <p:cNvPr id="25" name="object 25"/>
          <p:cNvGrpSpPr/>
          <p:nvPr/>
        </p:nvGrpSpPr>
        <p:grpSpPr>
          <a:xfrm>
            <a:off x="1842135" y="1212850"/>
            <a:ext cx="3010535" cy="2302510"/>
            <a:chOff x="1842135" y="1212850"/>
            <a:chExt cx="3010535" cy="2302510"/>
          </a:xfrm>
        </p:grpSpPr>
        <p:sp>
          <p:nvSpPr>
            <p:cNvPr id="26" name="object 26"/>
            <p:cNvSpPr/>
            <p:nvPr/>
          </p:nvSpPr>
          <p:spPr>
            <a:xfrm>
              <a:off x="1842135" y="3125723"/>
              <a:ext cx="103505" cy="389255"/>
            </a:xfrm>
            <a:custGeom>
              <a:avLst/>
              <a:gdLst/>
              <a:ahLst/>
              <a:cxnLst/>
              <a:rect l="l" t="t" r="r" b="b"/>
              <a:pathLst>
                <a:path w="103505" h="389254">
                  <a:moveTo>
                    <a:pt x="53430" y="25121"/>
                  </a:moveTo>
                  <a:lnTo>
                    <a:pt x="46829" y="35732"/>
                  </a:lnTo>
                  <a:lnTo>
                    <a:pt x="36702" y="388747"/>
                  </a:lnTo>
                  <a:lnTo>
                    <a:pt x="49402" y="389127"/>
                  </a:lnTo>
                  <a:lnTo>
                    <a:pt x="59520" y="36311"/>
                  </a:lnTo>
                  <a:lnTo>
                    <a:pt x="53430" y="25121"/>
                  </a:lnTo>
                  <a:close/>
                </a:path>
                <a:path w="103505" h="389254">
                  <a:moveTo>
                    <a:pt x="60897" y="12446"/>
                  </a:moveTo>
                  <a:lnTo>
                    <a:pt x="47497" y="12446"/>
                  </a:lnTo>
                  <a:lnTo>
                    <a:pt x="60197" y="12700"/>
                  </a:lnTo>
                  <a:lnTo>
                    <a:pt x="59537" y="35732"/>
                  </a:lnTo>
                  <a:lnTo>
                    <a:pt x="59520" y="36311"/>
                  </a:lnTo>
                  <a:lnTo>
                    <a:pt x="90423" y="93090"/>
                  </a:lnTo>
                  <a:lnTo>
                    <a:pt x="92201" y="96138"/>
                  </a:lnTo>
                  <a:lnTo>
                    <a:pt x="96012" y="97281"/>
                  </a:lnTo>
                  <a:lnTo>
                    <a:pt x="99059" y="95630"/>
                  </a:lnTo>
                  <a:lnTo>
                    <a:pt x="102234" y="93852"/>
                  </a:lnTo>
                  <a:lnTo>
                    <a:pt x="103377" y="90042"/>
                  </a:lnTo>
                  <a:lnTo>
                    <a:pt x="101674" y="87122"/>
                  </a:lnTo>
                  <a:lnTo>
                    <a:pt x="60897" y="12446"/>
                  </a:lnTo>
                  <a:close/>
                </a:path>
                <a:path w="103505" h="389254">
                  <a:moveTo>
                    <a:pt x="54101" y="0"/>
                  </a:moveTo>
                  <a:lnTo>
                    <a:pt x="1777" y="84074"/>
                  </a:lnTo>
                  <a:lnTo>
                    <a:pt x="0" y="87122"/>
                  </a:lnTo>
                  <a:lnTo>
                    <a:pt x="831" y="90804"/>
                  </a:lnTo>
                  <a:lnTo>
                    <a:pt x="888" y="91059"/>
                  </a:lnTo>
                  <a:lnTo>
                    <a:pt x="3809" y="92837"/>
                  </a:lnTo>
                  <a:lnTo>
                    <a:pt x="6857" y="94741"/>
                  </a:lnTo>
                  <a:lnTo>
                    <a:pt x="10794" y="93852"/>
                  </a:lnTo>
                  <a:lnTo>
                    <a:pt x="12572" y="90804"/>
                  </a:lnTo>
                  <a:lnTo>
                    <a:pt x="46829" y="35732"/>
                  </a:lnTo>
                  <a:lnTo>
                    <a:pt x="47399" y="15875"/>
                  </a:lnTo>
                  <a:lnTo>
                    <a:pt x="47497" y="12446"/>
                  </a:lnTo>
                  <a:lnTo>
                    <a:pt x="60897" y="12446"/>
                  </a:lnTo>
                  <a:lnTo>
                    <a:pt x="54101" y="0"/>
                  </a:lnTo>
                  <a:close/>
                </a:path>
                <a:path w="103505" h="389254">
                  <a:moveTo>
                    <a:pt x="60114" y="15621"/>
                  </a:moveTo>
                  <a:lnTo>
                    <a:pt x="48259" y="15621"/>
                  </a:lnTo>
                  <a:lnTo>
                    <a:pt x="59181" y="15875"/>
                  </a:lnTo>
                  <a:lnTo>
                    <a:pt x="53430" y="25121"/>
                  </a:lnTo>
                  <a:lnTo>
                    <a:pt x="59520" y="36311"/>
                  </a:lnTo>
                  <a:lnTo>
                    <a:pt x="60106" y="15875"/>
                  </a:lnTo>
                  <a:lnTo>
                    <a:pt x="60114" y="15621"/>
                  </a:lnTo>
                  <a:close/>
                </a:path>
                <a:path w="103505" h="389254">
                  <a:moveTo>
                    <a:pt x="47497" y="12446"/>
                  </a:moveTo>
                  <a:lnTo>
                    <a:pt x="46829" y="35732"/>
                  </a:lnTo>
                  <a:lnTo>
                    <a:pt x="53430" y="25121"/>
                  </a:lnTo>
                  <a:lnTo>
                    <a:pt x="48259" y="15621"/>
                  </a:lnTo>
                  <a:lnTo>
                    <a:pt x="60114" y="15621"/>
                  </a:lnTo>
                  <a:lnTo>
                    <a:pt x="60197" y="12700"/>
                  </a:lnTo>
                  <a:lnTo>
                    <a:pt x="47497" y="12446"/>
                  </a:lnTo>
                  <a:close/>
                </a:path>
                <a:path w="103505" h="389254">
                  <a:moveTo>
                    <a:pt x="48259" y="15621"/>
                  </a:moveTo>
                  <a:lnTo>
                    <a:pt x="53430" y="25121"/>
                  </a:lnTo>
                  <a:lnTo>
                    <a:pt x="59181" y="15875"/>
                  </a:lnTo>
                  <a:lnTo>
                    <a:pt x="48259" y="15621"/>
                  </a:lnTo>
                  <a:close/>
                </a:path>
              </a:pathLst>
            </a:custGeom>
            <a:solidFill>
              <a:srgbClr val="000000"/>
            </a:solidFill>
          </p:spPr>
          <p:txBody>
            <a:bodyPr wrap="square" lIns="0" tIns="0" rIns="0" bIns="0" rtlCol="0"/>
            <a:lstStyle/>
            <a:p>
              <a:endParaRPr/>
            </a:p>
          </p:txBody>
        </p:sp>
        <p:pic>
          <p:nvPicPr>
            <p:cNvPr id="27" name="object 27"/>
            <p:cNvPicPr/>
            <p:nvPr/>
          </p:nvPicPr>
          <p:blipFill>
            <a:blip r:embed="rId3" cstate="print"/>
            <a:stretch>
              <a:fillRect/>
            </a:stretch>
          </p:blipFill>
          <p:spPr>
            <a:xfrm>
              <a:off x="1842643" y="2049780"/>
              <a:ext cx="103377" cy="244475"/>
            </a:xfrm>
            <a:prstGeom prst="rect">
              <a:avLst/>
            </a:prstGeom>
          </p:spPr>
        </p:pic>
        <p:sp>
          <p:nvSpPr>
            <p:cNvPr id="28" name="object 28"/>
            <p:cNvSpPr/>
            <p:nvPr/>
          </p:nvSpPr>
          <p:spPr>
            <a:xfrm>
              <a:off x="3151632" y="1219200"/>
              <a:ext cx="1694814" cy="829310"/>
            </a:xfrm>
            <a:custGeom>
              <a:avLst/>
              <a:gdLst/>
              <a:ahLst/>
              <a:cxnLst/>
              <a:rect l="l" t="t" r="r" b="b"/>
              <a:pathLst>
                <a:path w="1694814" h="829310">
                  <a:moveTo>
                    <a:pt x="0" y="829055"/>
                  </a:moveTo>
                  <a:lnTo>
                    <a:pt x="1694688" y="829055"/>
                  </a:lnTo>
                  <a:lnTo>
                    <a:pt x="1694688" y="0"/>
                  </a:lnTo>
                  <a:lnTo>
                    <a:pt x="0" y="0"/>
                  </a:lnTo>
                  <a:lnTo>
                    <a:pt x="0" y="829055"/>
                  </a:lnTo>
                  <a:close/>
                </a:path>
              </a:pathLst>
            </a:custGeom>
            <a:ln w="12192">
              <a:solidFill>
                <a:srgbClr val="000000"/>
              </a:solidFill>
            </a:ln>
          </p:spPr>
          <p:txBody>
            <a:bodyPr wrap="square" lIns="0" tIns="0" rIns="0" bIns="0" rtlCol="0"/>
            <a:lstStyle/>
            <a:p>
              <a:endParaRPr/>
            </a:p>
          </p:txBody>
        </p:sp>
      </p:grpSp>
      <p:sp>
        <p:nvSpPr>
          <p:cNvPr id="29" name="object 29"/>
          <p:cNvSpPr txBox="1"/>
          <p:nvPr/>
        </p:nvSpPr>
        <p:spPr>
          <a:xfrm>
            <a:off x="3271265" y="1195273"/>
            <a:ext cx="1459230" cy="848994"/>
          </a:xfrm>
          <a:prstGeom prst="rect">
            <a:avLst/>
          </a:prstGeom>
        </p:spPr>
        <p:txBody>
          <a:bodyPr vert="horz" wrap="square" lIns="0" tIns="12700" rIns="0" bIns="0" rtlCol="0">
            <a:spAutoFit/>
          </a:bodyPr>
          <a:lstStyle/>
          <a:p>
            <a:pPr marL="12065" marR="5080" indent="-635" algn="ctr">
              <a:lnSpc>
                <a:spcPct val="100000"/>
              </a:lnSpc>
              <a:spcBef>
                <a:spcPts val="100"/>
              </a:spcBef>
            </a:pPr>
            <a:r>
              <a:rPr sz="1800" spc="-10" dirty="0">
                <a:latin typeface="Calibri"/>
                <a:cs typeface="Calibri"/>
              </a:rPr>
              <a:t>Wavelets</a:t>
            </a:r>
            <a:r>
              <a:rPr sz="1800" spc="-85" dirty="0">
                <a:latin typeface="Calibri"/>
                <a:cs typeface="Calibri"/>
              </a:rPr>
              <a:t> </a:t>
            </a:r>
            <a:r>
              <a:rPr sz="1800" spc="-50" dirty="0">
                <a:latin typeface="Calibri"/>
                <a:cs typeface="Calibri"/>
              </a:rPr>
              <a:t>&amp; </a:t>
            </a:r>
            <a:r>
              <a:rPr sz="1800" spc="-10" dirty="0">
                <a:latin typeface="Calibri"/>
                <a:cs typeface="Calibri"/>
              </a:rPr>
              <a:t>Multiresolution processing</a:t>
            </a:r>
            <a:endParaRPr sz="1800">
              <a:latin typeface="Calibri"/>
              <a:cs typeface="Calibri"/>
            </a:endParaRPr>
          </a:p>
        </p:txBody>
      </p:sp>
      <p:grpSp>
        <p:nvGrpSpPr>
          <p:cNvPr id="30" name="object 30"/>
          <p:cNvGrpSpPr/>
          <p:nvPr/>
        </p:nvGrpSpPr>
        <p:grpSpPr>
          <a:xfrm>
            <a:off x="786383" y="987552"/>
            <a:ext cx="8357870" cy="4815840"/>
            <a:chOff x="786383" y="987552"/>
            <a:chExt cx="8357870" cy="4815840"/>
          </a:xfrm>
        </p:grpSpPr>
        <p:sp>
          <p:nvSpPr>
            <p:cNvPr id="31" name="object 31"/>
            <p:cNvSpPr/>
            <p:nvPr/>
          </p:nvSpPr>
          <p:spPr>
            <a:xfrm>
              <a:off x="2772156" y="1583943"/>
              <a:ext cx="5476240" cy="1004569"/>
            </a:xfrm>
            <a:custGeom>
              <a:avLst/>
              <a:gdLst/>
              <a:ahLst/>
              <a:cxnLst/>
              <a:rect l="l" t="t" r="r" b="b"/>
              <a:pathLst>
                <a:path w="5476240" h="1004569">
                  <a:moveTo>
                    <a:pt x="381000" y="52832"/>
                  </a:moveTo>
                  <a:lnTo>
                    <a:pt x="370217" y="46482"/>
                  </a:lnTo>
                  <a:lnTo>
                    <a:pt x="292608" y="762"/>
                  </a:lnTo>
                  <a:lnTo>
                    <a:pt x="288671" y="1778"/>
                  </a:lnTo>
                  <a:lnTo>
                    <a:pt x="285115" y="7874"/>
                  </a:lnTo>
                  <a:lnTo>
                    <a:pt x="286131" y="11811"/>
                  </a:lnTo>
                  <a:lnTo>
                    <a:pt x="344970" y="46393"/>
                  </a:lnTo>
                  <a:lnTo>
                    <a:pt x="0" y="44958"/>
                  </a:lnTo>
                  <a:lnTo>
                    <a:pt x="0" y="57658"/>
                  </a:lnTo>
                  <a:lnTo>
                    <a:pt x="344957" y="59093"/>
                  </a:lnTo>
                  <a:lnTo>
                    <a:pt x="368414" y="59182"/>
                  </a:lnTo>
                  <a:lnTo>
                    <a:pt x="344792" y="59182"/>
                  </a:lnTo>
                  <a:lnTo>
                    <a:pt x="285877" y="93218"/>
                  </a:lnTo>
                  <a:lnTo>
                    <a:pt x="284734" y="97155"/>
                  </a:lnTo>
                  <a:lnTo>
                    <a:pt x="288290" y="103251"/>
                  </a:lnTo>
                  <a:lnTo>
                    <a:pt x="292227" y="104267"/>
                  </a:lnTo>
                  <a:lnTo>
                    <a:pt x="370039" y="59182"/>
                  </a:lnTo>
                  <a:lnTo>
                    <a:pt x="381000" y="52832"/>
                  </a:lnTo>
                  <a:close/>
                </a:path>
                <a:path w="5476240" h="1004569">
                  <a:moveTo>
                    <a:pt x="2437828" y="51435"/>
                  </a:moveTo>
                  <a:lnTo>
                    <a:pt x="2426805" y="45072"/>
                  </a:lnTo>
                  <a:lnTo>
                    <a:pt x="2351786" y="1778"/>
                  </a:lnTo>
                  <a:lnTo>
                    <a:pt x="2348865" y="0"/>
                  </a:lnTo>
                  <a:lnTo>
                    <a:pt x="2344928" y="1016"/>
                  </a:lnTo>
                  <a:lnTo>
                    <a:pt x="2341372" y="7112"/>
                  </a:lnTo>
                  <a:lnTo>
                    <a:pt x="2342515" y="11049"/>
                  </a:lnTo>
                  <a:lnTo>
                    <a:pt x="2345436" y="12700"/>
                  </a:lnTo>
                  <a:lnTo>
                    <a:pt x="2401405" y="45072"/>
                  </a:lnTo>
                  <a:lnTo>
                    <a:pt x="2075688" y="46482"/>
                  </a:lnTo>
                  <a:lnTo>
                    <a:pt x="2075688" y="59182"/>
                  </a:lnTo>
                  <a:lnTo>
                    <a:pt x="2401646" y="57785"/>
                  </a:lnTo>
                  <a:lnTo>
                    <a:pt x="2342769" y="92456"/>
                  </a:lnTo>
                  <a:lnTo>
                    <a:pt x="2341753" y="96393"/>
                  </a:lnTo>
                  <a:lnTo>
                    <a:pt x="2343531" y="99314"/>
                  </a:lnTo>
                  <a:lnTo>
                    <a:pt x="2345309" y="102362"/>
                  </a:lnTo>
                  <a:lnTo>
                    <a:pt x="2349246" y="103378"/>
                  </a:lnTo>
                  <a:lnTo>
                    <a:pt x="2426678" y="57772"/>
                  </a:lnTo>
                  <a:lnTo>
                    <a:pt x="2437434" y="51435"/>
                  </a:lnTo>
                  <a:lnTo>
                    <a:pt x="2437828" y="51435"/>
                  </a:lnTo>
                  <a:close/>
                </a:path>
                <a:path w="5476240" h="1004569">
                  <a:moveTo>
                    <a:pt x="4571238" y="52832"/>
                  </a:moveTo>
                  <a:lnTo>
                    <a:pt x="4560430" y="46482"/>
                  </a:lnTo>
                  <a:lnTo>
                    <a:pt x="4482846" y="889"/>
                  </a:lnTo>
                  <a:lnTo>
                    <a:pt x="4478909" y="1905"/>
                  </a:lnTo>
                  <a:lnTo>
                    <a:pt x="4477131" y="4953"/>
                  </a:lnTo>
                  <a:lnTo>
                    <a:pt x="4475353" y="7874"/>
                  </a:lnTo>
                  <a:lnTo>
                    <a:pt x="4476369" y="11811"/>
                  </a:lnTo>
                  <a:lnTo>
                    <a:pt x="4535233" y="46405"/>
                  </a:lnTo>
                  <a:lnTo>
                    <a:pt x="4133088" y="44958"/>
                  </a:lnTo>
                  <a:lnTo>
                    <a:pt x="4133088" y="57658"/>
                  </a:lnTo>
                  <a:lnTo>
                    <a:pt x="4535233" y="59105"/>
                  </a:lnTo>
                  <a:lnTo>
                    <a:pt x="4558665" y="59182"/>
                  </a:lnTo>
                  <a:lnTo>
                    <a:pt x="4535094" y="59182"/>
                  </a:lnTo>
                  <a:lnTo>
                    <a:pt x="4476115" y="93345"/>
                  </a:lnTo>
                  <a:lnTo>
                    <a:pt x="4475099" y="97155"/>
                  </a:lnTo>
                  <a:lnTo>
                    <a:pt x="4476750" y="100203"/>
                  </a:lnTo>
                  <a:lnTo>
                    <a:pt x="4478528" y="103251"/>
                  </a:lnTo>
                  <a:lnTo>
                    <a:pt x="4482465" y="104267"/>
                  </a:lnTo>
                  <a:lnTo>
                    <a:pt x="4560278" y="59182"/>
                  </a:lnTo>
                  <a:lnTo>
                    <a:pt x="4571238" y="52832"/>
                  </a:lnTo>
                  <a:close/>
                </a:path>
                <a:path w="5476240" h="1004569">
                  <a:moveTo>
                    <a:pt x="5475732" y="918210"/>
                  </a:moveTo>
                  <a:lnTo>
                    <a:pt x="5474843" y="914273"/>
                  </a:lnTo>
                  <a:lnTo>
                    <a:pt x="5469001" y="910463"/>
                  </a:lnTo>
                  <a:lnTo>
                    <a:pt x="5465064" y="911352"/>
                  </a:lnTo>
                  <a:lnTo>
                    <a:pt x="5463159" y="914273"/>
                  </a:lnTo>
                  <a:lnTo>
                    <a:pt x="5427573" y="968311"/>
                  </a:lnTo>
                  <a:lnTo>
                    <a:pt x="5454269" y="466217"/>
                  </a:lnTo>
                  <a:lnTo>
                    <a:pt x="5441569" y="465455"/>
                  </a:lnTo>
                  <a:lnTo>
                    <a:pt x="5414873" y="967562"/>
                  </a:lnTo>
                  <a:lnTo>
                    <a:pt x="5385308" y="910082"/>
                  </a:lnTo>
                  <a:lnTo>
                    <a:pt x="5383657" y="906907"/>
                  </a:lnTo>
                  <a:lnTo>
                    <a:pt x="5379847" y="905764"/>
                  </a:lnTo>
                  <a:lnTo>
                    <a:pt x="5376799" y="907288"/>
                  </a:lnTo>
                  <a:lnTo>
                    <a:pt x="5373624" y="908939"/>
                  </a:lnTo>
                  <a:lnTo>
                    <a:pt x="5372354" y="912749"/>
                  </a:lnTo>
                  <a:lnTo>
                    <a:pt x="5374005" y="915924"/>
                  </a:lnTo>
                  <a:lnTo>
                    <a:pt x="5419344" y="1004062"/>
                  </a:lnTo>
                  <a:lnTo>
                    <a:pt x="5427408" y="991743"/>
                  </a:lnTo>
                  <a:lnTo>
                    <a:pt x="5473700" y="921131"/>
                  </a:lnTo>
                  <a:lnTo>
                    <a:pt x="5475732" y="918210"/>
                  </a:lnTo>
                  <a:close/>
                </a:path>
              </a:pathLst>
            </a:custGeom>
            <a:solidFill>
              <a:srgbClr val="000000"/>
            </a:solidFill>
          </p:spPr>
          <p:txBody>
            <a:bodyPr wrap="square" lIns="0" tIns="0" rIns="0" bIns="0" rtlCol="0"/>
            <a:lstStyle/>
            <a:p>
              <a:endParaRPr/>
            </a:p>
          </p:txBody>
        </p:sp>
        <p:sp>
          <p:nvSpPr>
            <p:cNvPr id="32" name="object 32"/>
            <p:cNvSpPr/>
            <p:nvPr/>
          </p:nvSpPr>
          <p:spPr>
            <a:xfrm>
              <a:off x="2770632" y="2590800"/>
              <a:ext cx="304800" cy="2590800"/>
            </a:xfrm>
            <a:custGeom>
              <a:avLst/>
              <a:gdLst/>
              <a:ahLst/>
              <a:cxnLst/>
              <a:rect l="l" t="t" r="r" b="b"/>
              <a:pathLst>
                <a:path w="304800" h="2590800">
                  <a:moveTo>
                    <a:pt x="0" y="2476500"/>
                  </a:moveTo>
                  <a:lnTo>
                    <a:pt x="114300" y="2362200"/>
                  </a:lnTo>
                  <a:lnTo>
                    <a:pt x="114300" y="2419350"/>
                  </a:lnTo>
                  <a:lnTo>
                    <a:pt x="190500" y="2419350"/>
                  </a:lnTo>
                  <a:lnTo>
                    <a:pt x="190500" y="2362200"/>
                  </a:lnTo>
                  <a:lnTo>
                    <a:pt x="304800" y="2476500"/>
                  </a:lnTo>
                  <a:lnTo>
                    <a:pt x="190500" y="2590800"/>
                  </a:lnTo>
                  <a:lnTo>
                    <a:pt x="190500" y="2533650"/>
                  </a:lnTo>
                  <a:lnTo>
                    <a:pt x="114300" y="2533650"/>
                  </a:lnTo>
                  <a:lnTo>
                    <a:pt x="114300" y="2590800"/>
                  </a:lnTo>
                  <a:lnTo>
                    <a:pt x="0" y="2476500"/>
                  </a:lnTo>
                  <a:close/>
                </a:path>
                <a:path w="304800" h="2590800">
                  <a:moveTo>
                    <a:pt x="0" y="1409700"/>
                  </a:moveTo>
                  <a:lnTo>
                    <a:pt x="114300" y="1295400"/>
                  </a:lnTo>
                  <a:lnTo>
                    <a:pt x="114300" y="1352550"/>
                  </a:lnTo>
                  <a:lnTo>
                    <a:pt x="190500" y="1352550"/>
                  </a:lnTo>
                  <a:lnTo>
                    <a:pt x="190500" y="1295400"/>
                  </a:lnTo>
                  <a:lnTo>
                    <a:pt x="304800" y="1409700"/>
                  </a:lnTo>
                  <a:lnTo>
                    <a:pt x="190500" y="1524000"/>
                  </a:lnTo>
                  <a:lnTo>
                    <a:pt x="190500" y="1466850"/>
                  </a:lnTo>
                  <a:lnTo>
                    <a:pt x="114300" y="1466850"/>
                  </a:lnTo>
                  <a:lnTo>
                    <a:pt x="114300" y="1524000"/>
                  </a:lnTo>
                  <a:lnTo>
                    <a:pt x="0" y="1409700"/>
                  </a:lnTo>
                  <a:close/>
                </a:path>
                <a:path w="304800" h="2590800">
                  <a:moveTo>
                    <a:pt x="0" y="114300"/>
                  </a:moveTo>
                  <a:lnTo>
                    <a:pt x="114300" y="0"/>
                  </a:lnTo>
                  <a:lnTo>
                    <a:pt x="114300" y="57150"/>
                  </a:lnTo>
                  <a:lnTo>
                    <a:pt x="190500" y="57150"/>
                  </a:lnTo>
                  <a:lnTo>
                    <a:pt x="190500" y="0"/>
                  </a:lnTo>
                  <a:lnTo>
                    <a:pt x="304800" y="114300"/>
                  </a:lnTo>
                  <a:lnTo>
                    <a:pt x="190500" y="228600"/>
                  </a:lnTo>
                  <a:lnTo>
                    <a:pt x="190500" y="171450"/>
                  </a:lnTo>
                  <a:lnTo>
                    <a:pt x="114300" y="171450"/>
                  </a:lnTo>
                  <a:lnTo>
                    <a:pt x="114300" y="228600"/>
                  </a:lnTo>
                  <a:lnTo>
                    <a:pt x="0" y="114300"/>
                  </a:lnTo>
                  <a:close/>
                </a:path>
              </a:pathLst>
            </a:custGeom>
            <a:ln w="12192">
              <a:solidFill>
                <a:srgbClr val="000000"/>
              </a:solidFill>
            </a:ln>
          </p:spPr>
          <p:txBody>
            <a:bodyPr wrap="square" lIns="0" tIns="0" rIns="0" bIns="0" rtlCol="0"/>
            <a:lstStyle/>
            <a:p>
              <a:endParaRPr/>
            </a:p>
          </p:txBody>
        </p:sp>
        <p:pic>
          <p:nvPicPr>
            <p:cNvPr id="33" name="object 33"/>
            <p:cNvPicPr/>
            <p:nvPr/>
          </p:nvPicPr>
          <p:blipFill>
            <a:blip r:embed="rId4" cstate="print"/>
            <a:stretch>
              <a:fillRect/>
            </a:stretch>
          </p:blipFill>
          <p:spPr>
            <a:xfrm>
              <a:off x="2848101" y="1979802"/>
              <a:ext cx="228346" cy="228219"/>
            </a:xfrm>
            <a:prstGeom prst="rect">
              <a:avLst/>
            </a:prstGeom>
          </p:spPr>
        </p:pic>
        <p:sp>
          <p:nvSpPr>
            <p:cNvPr id="34" name="object 34"/>
            <p:cNvSpPr/>
            <p:nvPr/>
          </p:nvSpPr>
          <p:spPr>
            <a:xfrm>
              <a:off x="3874007" y="2020824"/>
              <a:ext cx="228600" cy="304800"/>
            </a:xfrm>
            <a:custGeom>
              <a:avLst/>
              <a:gdLst/>
              <a:ahLst/>
              <a:cxnLst/>
              <a:rect l="l" t="t" r="r" b="b"/>
              <a:pathLst>
                <a:path w="228600" h="304800">
                  <a:moveTo>
                    <a:pt x="114300" y="0"/>
                  </a:moveTo>
                  <a:lnTo>
                    <a:pt x="0" y="114300"/>
                  </a:lnTo>
                  <a:lnTo>
                    <a:pt x="57150" y="114300"/>
                  </a:lnTo>
                  <a:lnTo>
                    <a:pt x="57150" y="190500"/>
                  </a:lnTo>
                  <a:lnTo>
                    <a:pt x="0" y="190500"/>
                  </a:lnTo>
                  <a:lnTo>
                    <a:pt x="114300" y="304800"/>
                  </a:lnTo>
                  <a:lnTo>
                    <a:pt x="228600" y="190500"/>
                  </a:lnTo>
                  <a:lnTo>
                    <a:pt x="171450" y="190500"/>
                  </a:lnTo>
                  <a:lnTo>
                    <a:pt x="171450" y="114300"/>
                  </a:lnTo>
                  <a:lnTo>
                    <a:pt x="228600" y="114300"/>
                  </a:lnTo>
                  <a:lnTo>
                    <a:pt x="114300" y="0"/>
                  </a:lnTo>
                  <a:close/>
                </a:path>
              </a:pathLst>
            </a:custGeom>
            <a:solidFill>
              <a:srgbClr val="FFFFFF"/>
            </a:solidFill>
          </p:spPr>
          <p:txBody>
            <a:bodyPr wrap="square" lIns="0" tIns="0" rIns="0" bIns="0" rtlCol="0"/>
            <a:lstStyle/>
            <a:p>
              <a:endParaRPr/>
            </a:p>
          </p:txBody>
        </p:sp>
        <p:sp>
          <p:nvSpPr>
            <p:cNvPr id="35" name="object 35"/>
            <p:cNvSpPr/>
            <p:nvPr/>
          </p:nvSpPr>
          <p:spPr>
            <a:xfrm>
              <a:off x="3874007" y="2020824"/>
              <a:ext cx="228600" cy="304800"/>
            </a:xfrm>
            <a:custGeom>
              <a:avLst/>
              <a:gdLst/>
              <a:ahLst/>
              <a:cxnLst/>
              <a:rect l="l" t="t" r="r" b="b"/>
              <a:pathLst>
                <a:path w="228600" h="304800">
                  <a:moveTo>
                    <a:pt x="114300" y="0"/>
                  </a:moveTo>
                  <a:lnTo>
                    <a:pt x="228600" y="114300"/>
                  </a:lnTo>
                  <a:lnTo>
                    <a:pt x="171450" y="114300"/>
                  </a:lnTo>
                  <a:lnTo>
                    <a:pt x="171450" y="190500"/>
                  </a:lnTo>
                  <a:lnTo>
                    <a:pt x="228600" y="190500"/>
                  </a:lnTo>
                  <a:lnTo>
                    <a:pt x="114300" y="304800"/>
                  </a:lnTo>
                  <a:lnTo>
                    <a:pt x="0" y="190500"/>
                  </a:lnTo>
                  <a:lnTo>
                    <a:pt x="57150" y="190500"/>
                  </a:lnTo>
                  <a:lnTo>
                    <a:pt x="57150" y="114300"/>
                  </a:lnTo>
                  <a:lnTo>
                    <a:pt x="0" y="114300"/>
                  </a:lnTo>
                  <a:lnTo>
                    <a:pt x="114300" y="0"/>
                  </a:lnTo>
                  <a:close/>
                </a:path>
              </a:pathLst>
            </a:custGeom>
            <a:ln w="12192">
              <a:solidFill>
                <a:srgbClr val="000000"/>
              </a:solidFill>
            </a:ln>
          </p:spPr>
          <p:txBody>
            <a:bodyPr wrap="square" lIns="0" tIns="0" rIns="0" bIns="0" rtlCol="0"/>
            <a:lstStyle/>
            <a:p>
              <a:endParaRPr/>
            </a:p>
          </p:txBody>
        </p:sp>
        <p:sp>
          <p:nvSpPr>
            <p:cNvPr id="36" name="object 36"/>
            <p:cNvSpPr/>
            <p:nvPr/>
          </p:nvSpPr>
          <p:spPr>
            <a:xfrm>
              <a:off x="5894831" y="1981200"/>
              <a:ext cx="228600" cy="304800"/>
            </a:xfrm>
            <a:custGeom>
              <a:avLst/>
              <a:gdLst/>
              <a:ahLst/>
              <a:cxnLst/>
              <a:rect l="l" t="t" r="r" b="b"/>
              <a:pathLst>
                <a:path w="228600" h="304800">
                  <a:moveTo>
                    <a:pt x="114300" y="0"/>
                  </a:moveTo>
                  <a:lnTo>
                    <a:pt x="0" y="114300"/>
                  </a:lnTo>
                  <a:lnTo>
                    <a:pt x="57150" y="114300"/>
                  </a:lnTo>
                  <a:lnTo>
                    <a:pt x="57150" y="190500"/>
                  </a:lnTo>
                  <a:lnTo>
                    <a:pt x="0" y="190500"/>
                  </a:lnTo>
                  <a:lnTo>
                    <a:pt x="114300" y="304800"/>
                  </a:lnTo>
                  <a:lnTo>
                    <a:pt x="228600" y="190500"/>
                  </a:lnTo>
                  <a:lnTo>
                    <a:pt x="171450" y="190500"/>
                  </a:lnTo>
                  <a:lnTo>
                    <a:pt x="171450" y="114300"/>
                  </a:lnTo>
                  <a:lnTo>
                    <a:pt x="228600" y="114300"/>
                  </a:lnTo>
                  <a:lnTo>
                    <a:pt x="114300" y="0"/>
                  </a:lnTo>
                  <a:close/>
                </a:path>
              </a:pathLst>
            </a:custGeom>
            <a:solidFill>
              <a:srgbClr val="FFFFFF"/>
            </a:solidFill>
          </p:spPr>
          <p:txBody>
            <a:bodyPr wrap="square" lIns="0" tIns="0" rIns="0" bIns="0" rtlCol="0"/>
            <a:lstStyle/>
            <a:p>
              <a:endParaRPr/>
            </a:p>
          </p:txBody>
        </p:sp>
        <p:sp>
          <p:nvSpPr>
            <p:cNvPr id="37" name="object 37"/>
            <p:cNvSpPr/>
            <p:nvPr/>
          </p:nvSpPr>
          <p:spPr>
            <a:xfrm>
              <a:off x="5894831" y="1981200"/>
              <a:ext cx="228600" cy="304800"/>
            </a:xfrm>
            <a:custGeom>
              <a:avLst/>
              <a:gdLst/>
              <a:ahLst/>
              <a:cxnLst/>
              <a:rect l="l" t="t" r="r" b="b"/>
              <a:pathLst>
                <a:path w="228600" h="304800">
                  <a:moveTo>
                    <a:pt x="114300" y="0"/>
                  </a:moveTo>
                  <a:lnTo>
                    <a:pt x="228600" y="114300"/>
                  </a:lnTo>
                  <a:lnTo>
                    <a:pt x="171450" y="114300"/>
                  </a:lnTo>
                  <a:lnTo>
                    <a:pt x="171450" y="190500"/>
                  </a:lnTo>
                  <a:lnTo>
                    <a:pt x="228600" y="190500"/>
                  </a:lnTo>
                  <a:lnTo>
                    <a:pt x="114300" y="304800"/>
                  </a:lnTo>
                  <a:lnTo>
                    <a:pt x="0" y="190500"/>
                  </a:lnTo>
                  <a:lnTo>
                    <a:pt x="57150" y="190500"/>
                  </a:lnTo>
                  <a:lnTo>
                    <a:pt x="57150" y="114300"/>
                  </a:lnTo>
                  <a:lnTo>
                    <a:pt x="0" y="114300"/>
                  </a:lnTo>
                  <a:lnTo>
                    <a:pt x="114300" y="0"/>
                  </a:lnTo>
                  <a:close/>
                </a:path>
              </a:pathLst>
            </a:custGeom>
            <a:ln w="12192">
              <a:solidFill>
                <a:srgbClr val="000000"/>
              </a:solidFill>
            </a:ln>
          </p:spPr>
          <p:txBody>
            <a:bodyPr wrap="square" lIns="0" tIns="0" rIns="0" bIns="0" rtlCol="0"/>
            <a:lstStyle/>
            <a:p>
              <a:endParaRPr/>
            </a:p>
          </p:txBody>
        </p:sp>
        <p:pic>
          <p:nvPicPr>
            <p:cNvPr id="38" name="object 38"/>
            <p:cNvPicPr/>
            <p:nvPr/>
          </p:nvPicPr>
          <p:blipFill>
            <a:blip r:embed="rId5" cstate="print"/>
            <a:stretch>
              <a:fillRect/>
            </a:stretch>
          </p:blipFill>
          <p:spPr>
            <a:xfrm>
              <a:off x="7037577" y="2019427"/>
              <a:ext cx="228219" cy="228346"/>
            </a:xfrm>
            <a:prstGeom prst="rect">
              <a:avLst/>
            </a:prstGeom>
          </p:spPr>
        </p:pic>
        <p:sp>
          <p:nvSpPr>
            <p:cNvPr id="39" name="object 39"/>
            <p:cNvSpPr/>
            <p:nvPr/>
          </p:nvSpPr>
          <p:spPr>
            <a:xfrm>
              <a:off x="7037831" y="2895600"/>
              <a:ext cx="304800" cy="2438400"/>
            </a:xfrm>
            <a:custGeom>
              <a:avLst/>
              <a:gdLst/>
              <a:ahLst/>
              <a:cxnLst/>
              <a:rect l="l" t="t" r="r" b="b"/>
              <a:pathLst>
                <a:path w="304800" h="2438400">
                  <a:moveTo>
                    <a:pt x="0" y="114300"/>
                  </a:moveTo>
                  <a:lnTo>
                    <a:pt x="114300" y="0"/>
                  </a:lnTo>
                  <a:lnTo>
                    <a:pt x="114300" y="57150"/>
                  </a:lnTo>
                  <a:lnTo>
                    <a:pt x="190500" y="57150"/>
                  </a:lnTo>
                  <a:lnTo>
                    <a:pt x="190500" y="0"/>
                  </a:lnTo>
                  <a:lnTo>
                    <a:pt x="304800" y="114300"/>
                  </a:lnTo>
                  <a:lnTo>
                    <a:pt x="190500" y="228600"/>
                  </a:lnTo>
                  <a:lnTo>
                    <a:pt x="190500" y="171450"/>
                  </a:lnTo>
                  <a:lnTo>
                    <a:pt x="114300" y="171450"/>
                  </a:lnTo>
                  <a:lnTo>
                    <a:pt x="114300" y="228600"/>
                  </a:lnTo>
                  <a:lnTo>
                    <a:pt x="0" y="114300"/>
                  </a:lnTo>
                  <a:close/>
                </a:path>
                <a:path w="304800" h="2438400">
                  <a:moveTo>
                    <a:pt x="0" y="1257300"/>
                  </a:moveTo>
                  <a:lnTo>
                    <a:pt x="114300" y="1143000"/>
                  </a:lnTo>
                  <a:lnTo>
                    <a:pt x="114300" y="1200150"/>
                  </a:lnTo>
                  <a:lnTo>
                    <a:pt x="190500" y="1200150"/>
                  </a:lnTo>
                  <a:lnTo>
                    <a:pt x="190500" y="1143000"/>
                  </a:lnTo>
                  <a:lnTo>
                    <a:pt x="304800" y="1257300"/>
                  </a:lnTo>
                  <a:lnTo>
                    <a:pt x="190500" y="1371600"/>
                  </a:lnTo>
                  <a:lnTo>
                    <a:pt x="190500" y="1314450"/>
                  </a:lnTo>
                  <a:lnTo>
                    <a:pt x="114300" y="1314450"/>
                  </a:lnTo>
                  <a:lnTo>
                    <a:pt x="114300" y="1371600"/>
                  </a:lnTo>
                  <a:lnTo>
                    <a:pt x="0" y="1257300"/>
                  </a:lnTo>
                  <a:close/>
                </a:path>
                <a:path w="304800" h="2438400">
                  <a:moveTo>
                    <a:pt x="0" y="2324100"/>
                  </a:moveTo>
                  <a:lnTo>
                    <a:pt x="114300" y="2209800"/>
                  </a:lnTo>
                  <a:lnTo>
                    <a:pt x="114300" y="2266950"/>
                  </a:lnTo>
                  <a:lnTo>
                    <a:pt x="190500" y="2266950"/>
                  </a:lnTo>
                  <a:lnTo>
                    <a:pt x="190500" y="2209800"/>
                  </a:lnTo>
                  <a:lnTo>
                    <a:pt x="304800" y="2324100"/>
                  </a:lnTo>
                  <a:lnTo>
                    <a:pt x="190500" y="2438400"/>
                  </a:lnTo>
                  <a:lnTo>
                    <a:pt x="190500" y="2381250"/>
                  </a:lnTo>
                  <a:lnTo>
                    <a:pt x="114300" y="2381250"/>
                  </a:lnTo>
                  <a:lnTo>
                    <a:pt x="114300" y="2438400"/>
                  </a:lnTo>
                  <a:lnTo>
                    <a:pt x="0" y="2324100"/>
                  </a:lnTo>
                  <a:close/>
                </a:path>
              </a:pathLst>
            </a:custGeom>
            <a:ln w="12192">
              <a:solidFill>
                <a:srgbClr val="000000"/>
              </a:solidFill>
            </a:ln>
          </p:spPr>
          <p:txBody>
            <a:bodyPr wrap="square" lIns="0" tIns="0" rIns="0" bIns="0" rtlCol="0"/>
            <a:lstStyle/>
            <a:p>
              <a:endParaRPr/>
            </a:p>
          </p:txBody>
        </p:sp>
        <p:sp>
          <p:nvSpPr>
            <p:cNvPr id="40" name="object 40"/>
            <p:cNvSpPr/>
            <p:nvPr/>
          </p:nvSpPr>
          <p:spPr>
            <a:xfrm>
              <a:off x="790955" y="992124"/>
              <a:ext cx="8353425" cy="4259580"/>
            </a:xfrm>
            <a:custGeom>
              <a:avLst/>
              <a:gdLst/>
              <a:ahLst/>
              <a:cxnLst/>
              <a:rect l="l" t="t" r="r" b="b"/>
              <a:pathLst>
                <a:path w="8353425" h="4259580">
                  <a:moveTo>
                    <a:pt x="246062" y="3997325"/>
                  </a:moveTo>
                  <a:lnTo>
                    <a:pt x="0" y="3997325"/>
                  </a:lnTo>
                  <a:lnTo>
                    <a:pt x="0" y="0"/>
                  </a:lnTo>
                </a:path>
                <a:path w="8353425" h="4259580">
                  <a:moveTo>
                    <a:pt x="0" y="0"/>
                  </a:moveTo>
                  <a:lnTo>
                    <a:pt x="7429500" y="0"/>
                  </a:lnTo>
                  <a:lnTo>
                    <a:pt x="7429500" y="228600"/>
                  </a:lnTo>
                </a:path>
                <a:path w="8353425" h="4259580">
                  <a:moveTo>
                    <a:pt x="8304276" y="643127"/>
                  </a:moveTo>
                  <a:lnTo>
                    <a:pt x="8353044" y="643127"/>
                  </a:lnTo>
                </a:path>
                <a:path w="8353425" h="4259580">
                  <a:moveTo>
                    <a:pt x="8353044" y="4259453"/>
                  </a:moveTo>
                  <a:lnTo>
                    <a:pt x="8266176" y="4259453"/>
                  </a:lnTo>
                </a:path>
              </a:pathLst>
            </a:custGeom>
            <a:ln w="9144">
              <a:solidFill>
                <a:srgbClr val="000000"/>
              </a:solidFill>
            </a:ln>
          </p:spPr>
          <p:txBody>
            <a:bodyPr wrap="square" lIns="0" tIns="0" rIns="0" bIns="0" rtlCol="0"/>
            <a:lstStyle/>
            <a:p>
              <a:endParaRPr/>
            </a:p>
          </p:txBody>
        </p:sp>
        <p:sp>
          <p:nvSpPr>
            <p:cNvPr id="41" name="object 41"/>
            <p:cNvSpPr/>
            <p:nvPr/>
          </p:nvSpPr>
          <p:spPr>
            <a:xfrm>
              <a:off x="3124200" y="2362200"/>
              <a:ext cx="3886200" cy="3429000"/>
            </a:xfrm>
            <a:custGeom>
              <a:avLst/>
              <a:gdLst/>
              <a:ahLst/>
              <a:cxnLst/>
              <a:rect l="l" t="t" r="r" b="b"/>
              <a:pathLst>
                <a:path w="3886200" h="3429000">
                  <a:moveTo>
                    <a:pt x="0" y="3429000"/>
                  </a:moveTo>
                  <a:lnTo>
                    <a:pt x="3886200" y="3429000"/>
                  </a:lnTo>
                  <a:lnTo>
                    <a:pt x="3886200" y="0"/>
                  </a:lnTo>
                  <a:lnTo>
                    <a:pt x="0" y="0"/>
                  </a:lnTo>
                  <a:lnTo>
                    <a:pt x="0" y="3429000"/>
                  </a:lnTo>
                  <a:close/>
                </a:path>
              </a:pathLst>
            </a:custGeom>
            <a:ln w="24384">
              <a:solidFill>
                <a:srgbClr val="000000"/>
              </a:solidFill>
            </a:ln>
          </p:spPr>
          <p:txBody>
            <a:bodyPr wrap="square" lIns="0" tIns="0" rIns="0" bIns="0" rtlCol="0"/>
            <a:lstStyle/>
            <a:p>
              <a:endParaRPr/>
            </a:p>
          </p:txBody>
        </p:sp>
      </p:grpSp>
      <p:sp>
        <p:nvSpPr>
          <p:cNvPr id="42" name="object 42"/>
          <p:cNvSpPr txBox="1"/>
          <p:nvPr/>
        </p:nvSpPr>
        <p:spPr>
          <a:xfrm>
            <a:off x="1096772" y="627329"/>
            <a:ext cx="4084954" cy="271145"/>
          </a:xfrm>
          <a:prstGeom prst="rect">
            <a:avLst/>
          </a:prstGeom>
        </p:spPr>
        <p:txBody>
          <a:bodyPr vert="horz" wrap="square" lIns="0" tIns="13970" rIns="0" bIns="0" rtlCol="0">
            <a:spAutoFit/>
          </a:bodyPr>
          <a:lstStyle/>
          <a:p>
            <a:pPr marL="12700">
              <a:lnSpc>
                <a:spcPct val="100000"/>
              </a:lnSpc>
              <a:spcBef>
                <a:spcPts val="110"/>
              </a:spcBef>
            </a:pPr>
            <a:r>
              <a:rPr sz="1600" b="1" dirty="0">
                <a:latin typeface="Calibri"/>
                <a:cs typeface="Calibri"/>
              </a:rPr>
              <a:t>Outputs</a:t>
            </a:r>
            <a:r>
              <a:rPr sz="1600" b="1" spc="-10" dirty="0">
                <a:latin typeface="Calibri"/>
                <a:cs typeface="Calibri"/>
              </a:rPr>
              <a:t> </a:t>
            </a:r>
            <a:r>
              <a:rPr sz="1600" b="1" dirty="0">
                <a:latin typeface="Calibri"/>
                <a:cs typeface="Calibri"/>
              </a:rPr>
              <a:t>of</a:t>
            </a:r>
            <a:r>
              <a:rPr sz="1600" b="1" spc="-20" dirty="0">
                <a:latin typeface="Calibri"/>
                <a:cs typeface="Calibri"/>
              </a:rPr>
              <a:t> </a:t>
            </a:r>
            <a:r>
              <a:rPr sz="1600" b="1" dirty="0">
                <a:latin typeface="Calibri"/>
                <a:cs typeface="Calibri"/>
              </a:rPr>
              <a:t>these</a:t>
            </a:r>
            <a:r>
              <a:rPr sz="1600" b="1" spc="-65" dirty="0">
                <a:latin typeface="Calibri"/>
                <a:cs typeface="Calibri"/>
              </a:rPr>
              <a:t> </a:t>
            </a:r>
            <a:r>
              <a:rPr sz="1600" b="1" dirty="0">
                <a:latin typeface="Calibri"/>
                <a:cs typeface="Calibri"/>
              </a:rPr>
              <a:t>processes</a:t>
            </a:r>
            <a:r>
              <a:rPr sz="1600" b="1" spc="-60" dirty="0">
                <a:latin typeface="Calibri"/>
                <a:cs typeface="Calibri"/>
              </a:rPr>
              <a:t> </a:t>
            </a:r>
            <a:r>
              <a:rPr sz="1600" b="1" spc="-10" dirty="0">
                <a:latin typeface="Calibri"/>
                <a:cs typeface="Calibri"/>
              </a:rPr>
              <a:t>generally</a:t>
            </a:r>
            <a:r>
              <a:rPr sz="1600" b="1" spc="-60" dirty="0">
                <a:latin typeface="Calibri"/>
                <a:cs typeface="Calibri"/>
              </a:rPr>
              <a:t> </a:t>
            </a:r>
            <a:r>
              <a:rPr sz="1600" b="1" dirty="0">
                <a:latin typeface="Calibri"/>
                <a:cs typeface="Calibri"/>
              </a:rPr>
              <a:t>are</a:t>
            </a:r>
            <a:r>
              <a:rPr sz="1600" b="1" spc="-35" dirty="0">
                <a:latin typeface="Calibri"/>
                <a:cs typeface="Calibri"/>
              </a:rPr>
              <a:t> </a:t>
            </a:r>
            <a:r>
              <a:rPr sz="1600" b="1" spc="-10" dirty="0">
                <a:latin typeface="Calibri"/>
                <a:cs typeface="Calibri"/>
              </a:rPr>
              <a:t>images</a:t>
            </a:r>
            <a:endParaRPr sz="1600">
              <a:latin typeface="Calibri"/>
              <a:cs typeface="Calibri"/>
            </a:endParaRPr>
          </a:p>
        </p:txBody>
      </p:sp>
      <p:sp>
        <p:nvSpPr>
          <p:cNvPr id="43" name="object 43"/>
          <p:cNvSpPr txBox="1"/>
          <p:nvPr/>
        </p:nvSpPr>
        <p:spPr>
          <a:xfrm>
            <a:off x="4299330" y="3753357"/>
            <a:ext cx="154051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Knowledge</a:t>
            </a:r>
            <a:r>
              <a:rPr sz="1800" spc="-40" dirty="0">
                <a:latin typeface="Calibri"/>
                <a:cs typeface="Calibri"/>
              </a:rPr>
              <a:t> </a:t>
            </a:r>
            <a:r>
              <a:rPr sz="1800" spc="-20" dirty="0">
                <a:latin typeface="Calibri"/>
                <a:cs typeface="Calibri"/>
              </a:rPr>
              <a:t>Base</a:t>
            </a:r>
            <a:endParaRPr sz="18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74775" y="228868"/>
            <a:ext cx="7350125" cy="2331720"/>
          </a:xfrm>
          <a:prstGeom prst="rect">
            <a:avLst/>
          </a:prstGeom>
        </p:spPr>
        <p:txBody>
          <a:bodyPr vert="horz" wrap="square" lIns="0" tIns="98425" rIns="0" bIns="0" rtlCol="0">
            <a:spAutoFit/>
          </a:bodyPr>
          <a:lstStyle/>
          <a:p>
            <a:pPr marL="12700" algn="just">
              <a:lnSpc>
                <a:spcPct val="100000"/>
              </a:lnSpc>
              <a:spcBef>
                <a:spcPts val="775"/>
              </a:spcBef>
            </a:pPr>
            <a:r>
              <a:rPr sz="2800" b="1" dirty="0">
                <a:latin typeface="Calibri"/>
                <a:cs typeface="Calibri"/>
              </a:rPr>
              <a:t>Step</a:t>
            </a:r>
            <a:r>
              <a:rPr sz="2800" b="1" spc="-75" dirty="0">
                <a:latin typeface="Calibri"/>
                <a:cs typeface="Calibri"/>
              </a:rPr>
              <a:t> </a:t>
            </a:r>
            <a:r>
              <a:rPr sz="2800" b="1" dirty="0">
                <a:latin typeface="Calibri"/>
                <a:cs typeface="Calibri"/>
              </a:rPr>
              <a:t>1:</a:t>
            </a:r>
            <a:r>
              <a:rPr sz="2800" b="1" spc="-10" dirty="0">
                <a:latin typeface="Calibri"/>
                <a:cs typeface="Calibri"/>
              </a:rPr>
              <a:t> </a:t>
            </a:r>
            <a:r>
              <a:rPr sz="2800" b="1" dirty="0">
                <a:latin typeface="Calibri"/>
                <a:cs typeface="Calibri"/>
              </a:rPr>
              <a:t>Image</a:t>
            </a:r>
            <a:r>
              <a:rPr sz="2800" b="1" spc="-40" dirty="0">
                <a:latin typeface="Calibri"/>
                <a:cs typeface="Calibri"/>
              </a:rPr>
              <a:t> </a:t>
            </a:r>
            <a:r>
              <a:rPr sz="2800" b="1" spc="-10" dirty="0">
                <a:latin typeface="Calibri"/>
                <a:cs typeface="Calibri"/>
              </a:rPr>
              <a:t>Acquisition</a:t>
            </a:r>
            <a:endParaRPr sz="2800">
              <a:latin typeface="Calibri"/>
              <a:cs typeface="Calibri"/>
            </a:endParaRPr>
          </a:p>
          <a:p>
            <a:pPr marL="356870" marR="5080" algn="just">
              <a:lnSpc>
                <a:spcPct val="100000"/>
              </a:lnSpc>
              <a:spcBef>
                <a:spcPts val="675"/>
              </a:spcBef>
            </a:pPr>
            <a:r>
              <a:rPr sz="2800" dirty="0">
                <a:latin typeface="Calibri"/>
                <a:cs typeface="Calibri"/>
              </a:rPr>
              <a:t>The</a:t>
            </a:r>
            <a:r>
              <a:rPr sz="2800" spc="40" dirty="0">
                <a:latin typeface="Calibri"/>
                <a:cs typeface="Calibri"/>
              </a:rPr>
              <a:t> </a:t>
            </a:r>
            <a:r>
              <a:rPr sz="2800" dirty="0">
                <a:latin typeface="Calibri"/>
                <a:cs typeface="Calibri"/>
              </a:rPr>
              <a:t>image</a:t>
            </a:r>
            <a:r>
              <a:rPr sz="2800" spc="40" dirty="0">
                <a:latin typeface="Calibri"/>
                <a:cs typeface="Calibri"/>
              </a:rPr>
              <a:t> </a:t>
            </a:r>
            <a:r>
              <a:rPr sz="2800" dirty="0">
                <a:latin typeface="Calibri"/>
                <a:cs typeface="Calibri"/>
              </a:rPr>
              <a:t>is</a:t>
            </a:r>
            <a:r>
              <a:rPr sz="2800" spc="50" dirty="0">
                <a:latin typeface="Calibri"/>
                <a:cs typeface="Calibri"/>
              </a:rPr>
              <a:t> </a:t>
            </a:r>
            <a:r>
              <a:rPr sz="2800" dirty="0">
                <a:latin typeface="Calibri"/>
                <a:cs typeface="Calibri"/>
              </a:rPr>
              <a:t>captured</a:t>
            </a:r>
            <a:r>
              <a:rPr sz="2800" spc="40" dirty="0">
                <a:latin typeface="Calibri"/>
                <a:cs typeface="Calibri"/>
              </a:rPr>
              <a:t> </a:t>
            </a:r>
            <a:r>
              <a:rPr sz="2800" dirty="0">
                <a:latin typeface="Calibri"/>
                <a:cs typeface="Calibri"/>
              </a:rPr>
              <a:t>by</a:t>
            </a:r>
            <a:r>
              <a:rPr sz="2800" spc="45" dirty="0">
                <a:latin typeface="Calibri"/>
                <a:cs typeface="Calibri"/>
              </a:rPr>
              <a:t> </a:t>
            </a:r>
            <a:r>
              <a:rPr sz="2800" dirty="0">
                <a:latin typeface="Calibri"/>
                <a:cs typeface="Calibri"/>
              </a:rPr>
              <a:t>a</a:t>
            </a:r>
            <a:r>
              <a:rPr sz="2800" spc="45" dirty="0">
                <a:latin typeface="Calibri"/>
                <a:cs typeface="Calibri"/>
              </a:rPr>
              <a:t> </a:t>
            </a:r>
            <a:r>
              <a:rPr sz="2800" dirty="0">
                <a:latin typeface="Calibri"/>
                <a:cs typeface="Calibri"/>
              </a:rPr>
              <a:t>sensor</a:t>
            </a:r>
            <a:r>
              <a:rPr sz="2800" spc="60" dirty="0">
                <a:latin typeface="Calibri"/>
                <a:cs typeface="Calibri"/>
              </a:rPr>
              <a:t> </a:t>
            </a:r>
            <a:r>
              <a:rPr sz="2800" dirty="0">
                <a:latin typeface="Calibri"/>
                <a:cs typeface="Calibri"/>
              </a:rPr>
              <a:t>(eg.</a:t>
            </a:r>
            <a:r>
              <a:rPr sz="2800" spc="55" dirty="0">
                <a:latin typeface="Calibri"/>
                <a:cs typeface="Calibri"/>
              </a:rPr>
              <a:t> </a:t>
            </a:r>
            <a:r>
              <a:rPr sz="2800" spc="-10" dirty="0">
                <a:latin typeface="Calibri"/>
                <a:cs typeface="Calibri"/>
              </a:rPr>
              <a:t>Camera), </a:t>
            </a:r>
            <a:r>
              <a:rPr sz="2800" dirty="0">
                <a:latin typeface="Calibri"/>
                <a:cs typeface="Calibri"/>
              </a:rPr>
              <a:t>and</a:t>
            </a:r>
            <a:r>
              <a:rPr sz="2800" spc="35" dirty="0">
                <a:latin typeface="Calibri"/>
                <a:cs typeface="Calibri"/>
              </a:rPr>
              <a:t>  </a:t>
            </a:r>
            <a:r>
              <a:rPr sz="2800" dirty="0">
                <a:latin typeface="Calibri"/>
                <a:cs typeface="Calibri"/>
              </a:rPr>
              <a:t>digitized</a:t>
            </a:r>
            <a:r>
              <a:rPr sz="2800" spc="695" dirty="0">
                <a:latin typeface="Calibri"/>
                <a:cs typeface="Calibri"/>
              </a:rPr>
              <a:t> </a:t>
            </a:r>
            <a:r>
              <a:rPr sz="2800" dirty="0">
                <a:latin typeface="Calibri"/>
                <a:cs typeface="Calibri"/>
              </a:rPr>
              <a:t>if</a:t>
            </a:r>
            <a:r>
              <a:rPr sz="2800" spc="35" dirty="0">
                <a:latin typeface="Calibri"/>
                <a:cs typeface="Calibri"/>
              </a:rPr>
              <a:t>  </a:t>
            </a:r>
            <a:r>
              <a:rPr sz="2800" dirty="0">
                <a:latin typeface="Calibri"/>
                <a:cs typeface="Calibri"/>
              </a:rPr>
              <a:t>the</a:t>
            </a:r>
            <a:r>
              <a:rPr sz="2800" spc="695" dirty="0">
                <a:latin typeface="Calibri"/>
                <a:cs typeface="Calibri"/>
              </a:rPr>
              <a:t> </a:t>
            </a:r>
            <a:r>
              <a:rPr sz="2800" dirty="0">
                <a:latin typeface="Calibri"/>
                <a:cs typeface="Calibri"/>
              </a:rPr>
              <a:t>output</a:t>
            </a:r>
            <a:r>
              <a:rPr sz="2800" spc="695" dirty="0">
                <a:latin typeface="Calibri"/>
                <a:cs typeface="Calibri"/>
              </a:rPr>
              <a:t> </a:t>
            </a:r>
            <a:r>
              <a:rPr sz="2800" dirty="0">
                <a:latin typeface="Calibri"/>
                <a:cs typeface="Calibri"/>
              </a:rPr>
              <a:t>of</a:t>
            </a:r>
            <a:r>
              <a:rPr sz="2800" spc="35" dirty="0">
                <a:latin typeface="Calibri"/>
                <a:cs typeface="Calibri"/>
              </a:rPr>
              <a:t>  </a:t>
            </a:r>
            <a:r>
              <a:rPr sz="2800" dirty="0">
                <a:latin typeface="Calibri"/>
                <a:cs typeface="Calibri"/>
              </a:rPr>
              <a:t>the</a:t>
            </a:r>
            <a:r>
              <a:rPr sz="2800" spc="35" dirty="0">
                <a:latin typeface="Calibri"/>
                <a:cs typeface="Calibri"/>
              </a:rPr>
              <a:t>  </a:t>
            </a:r>
            <a:r>
              <a:rPr sz="2800" dirty="0">
                <a:latin typeface="Calibri"/>
                <a:cs typeface="Calibri"/>
              </a:rPr>
              <a:t>camera</a:t>
            </a:r>
            <a:r>
              <a:rPr sz="2800" spc="30" dirty="0">
                <a:latin typeface="Calibri"/>
                <a:cs typeface="Calibri"/>
              </a:rPr>
              <a:t>  </a:t>
            </a:r>
            <a:r>
              <a:rPr sz="2800" spc="-25" dirty="0">
                <a:latin typeface="Calibri"/>
                <a:cs typeface="Calibri"/>
              </a:rPr>
              <a:t>or </a:t>
            </a:r>
            <a:r>
              <a:rPr sz="2800" dirty="0">
                <a:latin typeface="Calibri"/>
                <a:cs typeface="Calibri"/>
              </a:rPr>
              <a:t>sensor</a:t>
            </a:r>
            <a:r>
              <a:rPr sz="2800" spc="215" dirty="0">
                <a:latin typeface="Calibri"/>
                <a:cs typeface="Calibri"/>
              </a:rPr>
              <a:t>  </a:t>
            </a:r>
            <a:r>
              <a:rPr sz="2800" dirty="0">
                <a:latin typeface="Calibri"/>
                <a:cs typeface="Calibri"/>
              </a:rPr>
              <a:t>is</a:t>
            </a:r>
            <a:r>
              <a:rPr sz="2800" spc="215" dirty="0">
                <a:latin typeface="Calibri"/>
                <a:cs typeface="Calibri"/>
              </a:rPr>
              <a:t>  </a:t>
            </a:r>
            <a:r>
              <a:rPr sz="2800" dirty="0">
                <a:latin typeface="Calibri"/>
                <a:cs typeface="Calibri"/>
              </a:rPr>
              <a:t>not</a:t>
            </a:r>
            <a:r>
              <a:rPr sz="2800" spc="215" dirty="0">
                <a:latin typeface="Calibri"/>
                <a:cs typeface="Calibri"/>
              </a:rPr>
              <a:t>  </a:t>
            </a:r>
            <a:r>
              <a:rPr sz="2800" dirty="0">
                <a:latin typeface="Calibri"/>
                <a:cs typeface="Calibri"/>
              </a:rPr>
              <a:t>already</a:t>
            </a:r>
            <a:r>
              <a:rPr sz="2800" spc="210" dirty="0">
                <a:latin typeface="Calibri"/>
                <a:cs typeface="Calibri"/>
              </a:rPr>
              <a:t>  </a:t>
            </a:r>
            <a:r>
              <a:rPr sz="2800" dirty="0">
                <a:latin typeface="Calibri"/>
                <a:cs typeface="Calibri"/>
              </a:rPr>
              <a:t>in</a:t>
            </a:r>
            <a:r>
              <a:rPr sz="2800" spc="204" dirty="0">
                <a:latin typeface="Calibri"/>
                <a:cs typeface="Calibri"/>
              </a:rPr>
              <a:t>  </a:t>
            </a:r>
            <a:r>
              <a:rPr sz="2800" dirty="0">
                <a:latin typeface="Calibri"/>
                <a:cs typeface="Calibri"/>
              </a:rPr>
              <a:t>digital</a:t>
            </a:r>
            <a:r>
              <a:rPr sz="2800" spc="204" dirty="0">
                <a:latin typeface="Calibri"/>
                <a:cs typeface="Calibri"/>
              </a:rPr>
              <a:t>  </a:t>
            </a:r>
            <a:r>
              <a:rPr sz="2800" dirty="0">
                <a:latin typeface="Calibri"/>
                <a:cs typeface="Calibri"/>
              </a:rPr>
              <a:t>form,</a:t>
            </a:r>
            <a:r>
              <a:rPr sz="2800" spc="210" dirty="0">
                <a:latin typeface="Calibri"/>
                <a:cs typeface="Calibri"/>
              </a:rPr>
              <a:t>  </a:t>
            </a:r>
            <a:r>
              <a:rPr sz="2800" spc="-10" dirty="0">
                <a:latin typeface="Calibri"/>
                <a:cs typeface="Calibri"/>
              </a:rPr>
              <a:t>using analogue-</a:t>
            </a:r>
            <a:r>
              <a:rPr sz="2800" spc="-20" dirty="0">
                <a:latin typeface="Calibri"/>
                <a:cs typeface="Calibri"/>
              </a:rPr>
              <a:t>to-</a:t>
            </a:r>
            <a:r>
              <a:rPr sz="2800" dirty="0">
                <a:latin typeface="Calibri"/>
                <a:cs typeface="Calibri"/>
              </a:rPr>
              <a:t>digital</a:t>
            </a:r>
            <a:r>
              <a:rPr sz="2800" spc="-10" dirty="0">
                <a:latin typeface="Calibri"/>
                <a:cs typeface="Calibri"/>
              </a:rPr>
              <a:t> convertor</a:t>
            </a:r>
            <a:endParaRPr sz="2800">
              <a:latin typeface="Calibri"/>
              <a:cs typeface="Calibri"/>
            </a:endParaRPr>
          </a:p>
        </p:txBody>
      </p:sp>
      <p:pic>
        <p:nvPicPr>
          <p:cNvPr id="3" name="object 3"/>
          <p:cNvPicPr/>
          <p:nvPr/>
        </p:nvPicPr>
        <p:blipFill>
          <a:blip r:embed="rId2" cstate="print"/>
          <a:stretch>
            <a:fillRect/>
          </a:stretch>
        </p:blipFill>
        <p:spPr>
          <a:xfrm>
            <a:off x="1355290" y="2711691"/>
            <a:ext cx="7178307" cy="34561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14983" y="94611"/>
            <a:ext cx="7229475" cy="3245485"/>
          </a:xfrm>
          <a:prstGeom prst="rect">
            <a:avLst/>
          </a:prstGeom>
        </p:spPr>
        <p:txBody>
          <a:bodyPr vert="horz" wrap="square" lIns="0" tIns="85090" rIns="0" bIns="0" rtlCol="0">
            <a:spAutoFit/>
          </a:bodyPr>
          <a:lstStyle/>
          <a:p>
            <a:pPr marL="12700">
              <a:lnSpc>
                <a:spcPct val="100000"/>
              </a:lnSpc>
              <a:spcBef>
                <a:spcPts val="670"/>
              </a:spcBef>
            </a:pPr>
            <a:r>
              <a:rPr sz="2400" b="1" dirty="0">
                <a:latin typeface="Calibri"/>
                <a:cs typeface="Calibri"/>
              </a:rPr>
              <a:t>Step</a:t>
            </a:r>
            <a:r>
              <a:rPr sz="2400" b="1" spc="-40" dirty="0">
                <a:latin typeface="Calibri"/>
                <a:cs typeface="Calibri"/>
              </a:rPr>
              <a:t> </a:t>
            </a:r>
            <a:r>
              <a:rPr sz="2400" b="1" dirty="0">
                <a:latin typeface="Calibri"/>
                <a:cs typeface="Calibri"/>
              </a:rPr>
              <a:t>2:</a:t>
            </a:r>
            <a:r>
              <a:rPr sz="2400" b="1" spc="-70" dirty="0">
                <a:latin typeface="Calibri"/>
                <a:cs typeface="Calibri"/>
              </a:rPr>
              <a:t> </a:t>
            </a:r>
            <a:r>
              <a:rPr sz="2400" b="1" dirty="0">
                <a:latin typeface="Calibri"/>
                <a:cs typeface="Calibri"/>
              </a:rPr>
              <a:t>Image</a:t>
            </a:r>
            <a:r>
              <a:rPr sz="2400" b="1" spc="-30" dirty="0">
                <a:latin typeface="Calibri"/>
                <a:cs typeface="Calibri"/>
              </a:rPr>
              <a:t> </a:t>
            </a:r>
            <a:r>
              <a:rPr sz="2400" b="1" spc="-10" dirty="0">
                <a:latin typeface="Calibri"/>
                <a:cs typeface="Calibri"/>
              </a:rPr>
              <a:t>Enhancement</a:t>
            </a:r>
            <a:endParaRPr sz="2400">
              <a:latin typeface="Calibri"/>
              <a:cs typeface="Calibri"/>
            </a:endParaRPr>
          </a:p>
          <a:p>
            <a:pPr marL="356870" marR="5080">
              <a:lnSpc>
                <a:spcPct val="100000"/>
              </a:lnSpc>
              <a:spcBef>
                <a:spcPts val="580"/>
              </a:spcBef>
            </a:pPr>
            <a:r>
              <a:rPr sz="2400" dirty="0">
                <a:latin typeface="Calibri"/>
                <a:cs typeface="Calibri"/>
              </a:rPr>
              <a:t>The</a:t>
            </a:r>
            <a:r>
              <a:rPr sz="2400" spc="-45" dirty="0">
                <a:latin typeface="Calibri"/>
                <a:cs typeface="Calibri"/>
              </a:rPr>
              <a:t> </a:t>
            </a:r>
            <a:r>
              <a:rPr sz="2400" dirty="0">
                <a:latin typeface="Calibri"/>
                <a:cs typeface="Calibri"/>
              </a:rPr>
              <a:t>process</a:t>
            </a:r>
            <a:r>
              <a:rPr sz="2400" spc="-45" dirty="0">
                <a:latin typeface="Calibri"/>
                <a:cs typeface="Calibri"/>
              </a:rPr>
              <a:t> </a:t>
            </a:r>
            <a:r>
              <a:rPr sz="2400" dirty="0">
                <a:latin typeface="Calibri"/>
                <a:cs typeface="Calibri"/>
              </a:rPr>
              <a:t>of</a:t>
            </a:r>
            <a:r>
              <a:rPr sz="2400" spc="-35" dirty="0">
                <a:latin typeface="Calibri"/>
                <a:cs typeface="Calibri"/>
              </a:rPr>
              <a:t> </a:t>
            </a:r>
            <a:r>
              <a:rPr sz="2400" dirty="0">
                <a:latin typeface="Calibri"/>
                <a:cs typeface="Calibri"/>
              </a:rPr>
              <a:t>manipulating</a:t>
            </a:r>
            <a:r>
              <a:rPr sz="2400" spc="-114" dirty="0">
                <a:latin typeface="Calibri"/>
                <a:cs typeface="Calibri"/>
              </a:rPr>
              <a:t> </a:t>
            </a:r>
            <a:r>
              <a:rPr sz="2400" dirty="0">
                <a:latin typeface="Calibri"/>
                <a:cs typeface="Calibri"/>
              </a:rPr>
              <a:t>an</a:t>
            </a:r>
            <a:r>
              <a:rPr sz="2400" spc="-40" dirty="0">
                <a:latin typeface="Calibri"/>
                <a:cs typeface="Calibri"/>
              </a:rPr>
              <a:t> </a:t>
            </a:r>
            <a:r>
              <a:rPr sz="2400" dirty="0">
                <a:latin typeface="Calibri"/>
                <a:cs typeface="Calibri"/>
              </a:rPr>
              <a:t>image</a:t>
            </a:r>
            <a:r>
              <a:rPr sz="2400" spc="-40" dirty="0">
                <a:latin typeface="Calibri"/>
                <a:cs typeface="Calibri"/>
              </a:rPr>
              <a:t> </a:t>
            </a:r>
            <a:r>
              <a:rPr sz="2400" dirty="0">
                <a:latin typeface="Calibri"/>
                <a:cs typeface="Calibri"/>
              </a:rPr>
              <a:t>so</a:t>
            </a:r>
            <a:r>
              <a:rPr sz="2400" spc="-40" dirty="0">
                <a:latin typeface="Calibri"/>
                <a:cs typeface="Calibri"/>
              </a:rPr>
              <a:t> </a:t>
            </a:r>
            <a:r>
              <a:rPr sz="2400" dirty="0">
                <a:latin typeface="Calibri"/>
                <a:cs typeface="Calibri"/>
              </a:rPr>
              <a:t>that</a:t>
            </a:r>
            <a:r>
              <a:rPr sz="2400" spc="-60" dirty="0">
                <a:latin typeface="Calibri"/>
                <a:cs typeface="Calibri"/>
              </a:rPr>
              <a:t> </a:t>
            </a:r>
            <a:r>
              <a:rPr sz="2400" dirty="0">
                <a:latin typeface="Calibri"/>
                <a:cs typeface="Calibri"/>
              </a:rPr>
              <a:t>the</a:t>
            </a:r>
            <a:r>
              <a:rPr sz="2400" spc="-60" dirty="0">
                <a:latin typeface="Calibri"/>
                <a:cs typeface="Calibri"/>
              </a:rPr>
              <a:t> </a:t>
            </a:r>
            <a:r>
              <a:rPr sz="2400" spc="-10" dirty="0">
                <a:latin typeface="Calibri"/>
                <a:cs typeface="Calibri"/>
              </a:rPr>
              <a:t>result </a:t>
            </a:r>
            <a:r>
              <a:rPr sz="2400" dirty="0">
                <a:latin typeface="Calibri"/>
                <a:cs typeface="Calibri"/>
              </a:rPr>
              <a:t>is</a:t>
            </a:r>
            <a:r>
              <a:rPr sz="2400" spc="-55" dirty="0">
                <a:latin typeface="Calibri"/>
                <a:cs typeface="Calibri"/>
              </a:rPr>
              <a:t> </a:t>
            </a:r>
            <a:r>
              <a:rPr sz="2400" dirty="0">
                <a:latin typeface="Calibri"/>
                <a:cs typeface="Calibri"/>
              </a:rPr>
              <a:t>more</a:t>
            </a:r>
            <a:r>
              <a:rPr sz="2400" spc="-45" dirty="0">
                <a:latin typeface="Calibri"/>
                <a:cs typeface="Calibri"/>
              </a:rPr>
              <a:t> </a:t>
            </a:r>
            <a:r>
              <a:rPr sz="2400" dirty="0">
                <a:latin typeface="Calibri"/>
                <a:cs typeface="Calibri"/>
              </a:rPr>
              <a:t>suitable</a:t>
            </a:r>
            <a:r>
              <a:rPr sz="2400" spc="-90" dirty="0">
                <a:latin typeface="Calibri"/>
                <a:cs typeface="Calibri"/>
              </a:rPr>
              <a:t> </a:t>
            </a:r>
            <a:r>
              <a:rPr sz="2400" dirty="0">
                <a:latin typeface="Calibri"/>
                <a:cs typeface="Calibri"/>
              </a:rPr>
              <a:t>than</a:t>
            </a:r>
            <a:r>
              <a:rPr sz="2400" spc="-60" dirty="0">
                <a:latin typeface="Calibri"/>
                <a:cs typeface="Calibri"/>
              </a:rPr>
              <a:t> </a:t>
            </a:r>
            <a:r>
              <a:rPr sz="2400" dirty="0">
                <a:latin typeface="Calibri"/>
                <a:cs typeface="Calibri"/>
              </a:rPr>
              <a:t>the</a:t>
            </a:r>
            <a:r>
              <a:rPr sz="2400" spc="-65" dirty="0">
                <a:latin typeface="Calibri"/>
                <a:cs typeface="Calibri"/>
              </a:rPr>
              <a:t> </a:t>
            </a:r>
            <a:r>
              <a:rPr sz="2400" dirty="0">
                <a:latin typeface="Calibri"/>
                <a:cs typeface="Calibri"/>
              </a:rPr>
              <a:t>original</a:t>
            </a:r>
            <a:r>
              <a:rPr sz="2400" spc="-65" dirty="0">
                <a:latin typeface="Calibri"/>
                <a:cs typeface="Calibri"/>
              </a:rPr>
              <a:t> </a:t>
            </a:r>
            <a:r>
              <a:rPr sz="2400" dirty="0">
                <a:latin typeface="Calibri"/>
                <a:cs typeface="Calibri"/>
              </a:rPr>
              <a:t>for</a:t>
            </a:r>
            <a:r>
              <a:rPr sz="2400" spc="-45" dirty="0">
                <a:latin typeface="Calibri"/>
                <a:cs typeface="Calibri"/>
              </a:rPr>
              <a:t> </a:t>
            </a:r>
            <a:r>
              <a:rPr sz="2400" spc="-10" dirty="0">
                <a:latin typeface="Calibri"/>
                <a:cs typeface="Calibri"/>
              </a:rPr>
              <a:t>specific applications.</a:t>
            </a:r>
            <a:endParaRPr sz="2400">
              <a:latin typeface="Calibri"/>
              <a:cs typeface="Calibri"/>
            </a:endParaRPr>
          </a:p>
          <a:p>
            <a:pPr>
              <a:lnSpc>
                <a:spcPct val="100000"/>
              </a:lnSpc>
              <a:spcBef>
                <a:spcPts val="1105"/>
              </a:spcBef>
            </a:pPr>
            <a:endParaRPr sz="2400">
              <a:latin typeface="Calibri"/>
              <a:cs typeface="Calibri"/>
            </a:endParaRPr>
          </a:p>
          <a:p>
            <a:pPr marL="356870" marR="374015">
              <a:lnSpc>
                <a:spcPct val="100000"/>
              </a:lnSpc>
              <a:spcBef>
                <a:spcPts val="5"/>
              </a:spcBef>
            </a:pPr>
            <a:r>
              <a:rPr sz="2400" dirty="0">
                <a:latin typeface="Calibri"/>
                <a:cs typeface="Calibri"/>
              </a:rPr>
              <a:t>The</a:t>
            </a:r>
            <a:r>
              <a:rPr sz="2400" spc="-35" dirty="0">
                <a:latin typeface="Calibri"/>
                <a:cs typeface="Calibri"/>
              </a:rPr>
              <a:t> </a:t>
            </a:r>
            <a:r>
              <a:rPr sz="2400" dirty="0">
                <a:latin typeface="Calibri"/>
                <a:cs typeface="Calibri"/>
              </a:rPr>
              <a:t>idea</a:t>
            </a:r>
            <a:r>
              <a:rPr sz="2400" spc="-35" dirty="0">
                <a:latin typeface="Calibri"/>
                <a:cs typeface="Calibri"/>
              </a:rPr>
              <a:t> </a:t>
            </a:r>
            <a:r>
              <a:rPr sz="2400" dirty="0">
                <a:latin typeface="Calibri"/>
                <a:cs typeface="Calibri"/>
              </a:rPr>
              <a:t>behind</a:t>
            </a:r>
            <a:r>
              <a:rPr sz="2400" spc="-55" dirty="0">
                <a:latin typeface="Calibri"/>
                <a:cs typeface="Calibri"/>
              </a:rPr>
              <a:t> </a:t>
            </a:r>
            <a:r>
              <a:rPr sz="2400" spc="-10" dirty="0">
                <a:latin typeface="Calibri"/>
                <a:cs typeface="Calibri"/>
              </a:rPr>
              <a:t>enhancement</a:t>
            </a:r>
            <a:r>
              <a:rPr sz="2400" spc="-80" dirty="0">
                <a:latin typeface="Calibri"/>
                <a:cs typeface="Calibri"/>
              </a:rPr>
              <a:t> </a:t>
            </a:r>
            <a:r>
              <a:rPr sz="2400" spc="-10" dirty="0">
                <a:latin typeface="Calibri"/>
                <a:cs typeface="Calibri"/>
              </a:rPr>
              <a:t>techniques</a:t>
            </a:r>
            <a:r>
              <a:rPr sz="2400" spc="-85" dirty="0">
                <a:latin typeface="Calibri"/>
                <a:cs typeface="Calibri"/>
              </a:rPr>
              <a:t> </a:t>
            </a:r>
            <a:r>
              <a:rPr sz="2400" dirty="0">
                <a:latin typeface="Calibri"/>
                <a:cs typeface="Calibri"/>
              </a:rPr>
              <a:t>is</a:t>
            </a:r>
            <a:r>
              <a:rPr sz="2400" spc="-45" dirty="0">
                <a:latin typeface="Calibri"/>
                <a:cs typeface="Calibri"/>
              </a:rPr>
              <a:t> </a:t>
            </a:r>
            <a:r>
              <a:rPr sz="2400" dirty="0">
                <a:latin typeface="Calibri"/>
                <a:cs typeface="Calibri"/>
              </a:rPr>
              <a:t>to</a:t>
            </a:r>
            <a:r>
              <a:rPr sz="2400" spc="-60" dirty="0">
                <a:latin typeface="Calibri"/>
                <a:cs typeface="Calibri"/>
              </a:rPr>
              <a:t> </a:t>
            </a:r>
            <a:r>
              <a:rPr sz="2400" spc="-10" dirty="0">
                <a:latin typeface="Calibri"/>
                <a:cs typeface="Calibri"/>
              </a:rPr>
              <a:t>bring </a:t>
            </a:r>
            <a:r>
              <a:rPr sz="2400" dirty="0">
                <a:latin typeface="Calibri"/>
                <a:cs typeface="Calibri"/>
              </a:rPr>
              <a:t>out</a:t>
            </a:r>
            <a:r>
              <a:rPr sz="2400" spc="-60" dirty="0">
                <a:latin typeface="Calibri"/>
                <a:cs typeface="Calibri"/>
              </a:rPr>
              <a:t> </a:t>
            </a:r>
            <a:r>
              <a:rPr sz="2400" dirty="0">
                <a:latin typeface="Calibri"/>
                <a:cs typeface="Calibri"/>
              </a:rPr>
              <a:t>details</a:t>
            </a:r>
            <a:r>
              <a:rPr sz="2400" spc="-70" dirty="0">
                <a:latin typeface="Calibri"/>
                <a:cs typeface="Calibri"/>
              </a:rPr>
              <a:t> </a:t>
            </a:r>
            <a:r>
              <a:rPr sz="2400" dirty="0">
                <a:latin typeface="Calibri"/>
                <a:cs typeface="Calibri"/>
              </a:rPr>
              <a:t>that</a:t>
            </a:r>
            <a:r>
              <a:rPr sz="2400" spc="-60" dirty="0">
                <a:latin typeface="Calibri"/>
                <a:cs typeface="Calibri"/>
              </a:rPr>
              <a:t> </a:t>
            </a:r>
            <a:r>
              <a:rPr sz="2400" dirty="0">
                <a:latin typeface="Calibri"/>
                <a:cs typeface="Calibri"/>
              </a:rPr>
              <a:t>are</a:t>
            </a:r>
            <a:r>
              <a:rPr sz="2400" spc="-40" dirty="0">
                <a:latin typeface="Calibri"/>
                <a:cs typeface="Calibri"/>
              </a:rPr>
              <a:t> </a:t>
            </a:r>
            <a:r>
              <a:rPr sz="2400" dirty="0">
                <a:latin typeface="Calibri"/>
                <a:cs typeface="Calibri"/>
              </a:rPr>
              <a:t>hidden,</a:t>
            </a:r>
            <a:r>
              <a:rPr sz="2400" spc="-70" dirty="0">
                <a:latin typeface="Calibri"/>
                <a:cs typeface="Calibri"/>
              </a:rPr>
              <a:t> </a:t>
            </a:r>
            <a:r>
              <a:rPr sz="2400" dirty="0">
                <a:latin typeface="Calibri"/>
                <a:cs typeface="Calibri"/>
              </a:rPr>
              <a:t>or</a:t>
            </a:r>
            <a:r>
              <a:rPr sz="2400" spc="-60" dirty="0">
                <a:latin typeface="Calibri"/>
                <a:cs typeface="Calibri"/>
              </a:rPr>
              <a:t> </a:t>
            </a:r>
            <a:r>
              <a:rPr sz="2400" dirty="0">
                <a:latin typeface="Calibri"/>
                <a:cs typeface="Calibri"/>
              </a:rPr>
              <a:t>simple</a:t>
            </a:r>
            <a:r>
              <a:rPr sz="2400" spc="-45" dirty="0">
                <a:latin typeface="Calibri"/>
                <a:cs typeface="Calibri"/>
              </a:rPr>
              <a:t> </a:t>
            </a:r>
            <a:r>
              <a:rPr sz="2400" dirty="0">
                <a:latin typeface="Calibri"/>
                <a:cs typeface="Calibri"/>
              </a:rPr>
              <a:t>to</a:t>
            </a:r>
            <a:r>
              <a:rPr sz="2400" spc="-60" dirty="0">
                <a:latin typeface="Calibri"/>
                <a:cs typeface="Calibri"/>
              </a:rPr>
              <a:t> </a:t>
            </a:r>
            <a:r>
              <a:rPr sz="2400" spc="-10" dirty="0">
                <a:latin typeface="Calibri"/>
                <a:cs typeface="Calibri"/>
              </a:rPr>
              <a:t>highlight </a:t>
            </a:r>
            <a:r>
              <a:rPr sz="2400" dirty="0">
                <a:latin typeface="Calibri"/>
                <a:cs typeface="Calibri"/>
              </a:rPr>
              <a:t>certain</a:t>
            </a:r>
            <a:r>
              <a:rPr sz="2400" spc="-70" dirty="0">
                <a:latin typeface="Calibri"/>
                <a:cs typeface="Calibri"/>
              </a:rPr>
              <a:t> </a:t>
            </a:r>
            <a:r>
              <a:rPr sz="2400" spc="-20" dirty="0">
                <a:latin typeface="Calibri"/>
                <a:cs typeface="Calibri"/>
              </a:rPr>
              <a:t>features</a:t>
            </a:r>
            <a:r>
              <a:rPr sz="2400" spc="-80" dirty="0">
                <a:latin typeface="Calibri"/>
                <a:cs typeface="Calibri"/>
              </a:rPr>
              <a:t> </a:t>
            </a:r>
            <a:r>
              <a:rPr sz="2400" dirty="0">
                <a:latin typeface="Calibri"/>
                <a:cs typeface="Calibri"/>
              </a:rPr>
              <a:t>of</a:t>
            </a:r>
            <a:r>
              <a:rPr sz="2400" spc="-45" dirty="0">
                <a:latin typeface="Calibri"/>
                <a:cs typeface="Calibri"/>
              </a:rPr>
              <a:t> </a:t>
            </a:r>
            <a:r>
              <a:rPr sz="2400" spc="-10" dirty="0">
                <a:latin typeface="Calibri"/>
                <a:cs typeface="Calibri"/>
              </a:rPr>
              <a:t>interest</a:t>
            </a:r>
            <a:r>
              <a:rPr sz="2400" spc="-90" dirty="0">
                <a:latin typeface="Calibri"/>
                <a:cs typeface="Calibri"/>
              </a:rPr>
              <a:t> </a:t>
            </a:r>
            <a:r>
              <a:rPr sz="2400" dirty="0">
                <a:latin typeface="Calibri"/>
                <a:cs typeface="Calibri"/>
              </a:rPr>
              <a:t>in</a:t>
            </a:r>
            <a:r>
              <a:rPr sz="2400" spc="-50" dirty="0">
                <a:latin typeface="Calibri"/>
                <a:cs typeface="Calibri"/>
              </a:rPr>
              <a:t> </a:t>
            </a:r>
            <a:r>
              <a:rPr sz="2400" dirty="0">
                <a:latin typeface="Calibri"/>
                <a:cs typeface="Calibri"/>
              </a:rPr>
              <a:t>an</a:t>
            </a:r>
            <a:r>
              <a:rPr sz="2400" spc="-50" dirty="0">
                <a:latin typeface="Calibri"/>
                <a:cs typeface="Calibri"/>
              </a:rPr>
              <a:t> </a:t>
            </a:r>
            <a:r>
              <a:rPr sz="2400" spc="-10" dirty="0">
                <a:latin typeface="Calibri"/>
                <a:cs typeface="Calibri"/>
              </a:rPr>
              <a:t>image.</a:t>
            </a:r>
            <a:endParaRPr sz="2400">
              <a:latin typeface="Calibri"/>
              <a:cs typeface="Calibri"/>
            </a:endParaRPr>
          </a:p>
        </p:txBody>
      </p:sp>
      <p:grpSp>
        <p:nvGrpSpPr>
          <p:cNvPr id="3" name="object 3"/>
          <p:cNvGrpSpPr/>
          <p:nvPr/>
        </p:nvGrpSpPr>
        <p:grpSpPr>
          <a:xfrm>
            <a:off x="4727447" y="4940808"/>
            <a:ext cx="396240" cy="429895"/>
            <a:chOff x="4727447" y="4940808"/>
            <a:chExt cx="396240" cy="429895"/>
          </a:xfrm>
        </p:grpSpPr>
        <p:sp>
          <p:nvSpPr>
            <p:cNvPr id="4" name="object 4"/>
            <p:cNvSpPr/>
            <p:nvPr/>
          </p:nvSpPr>
          <p:spPr>
            <a:xfrm>
              <a:off x="4733543" y="4946904"/>
              <a:ext cx="384175" cy="417830"/>
            </a:xfrm>
            <a:custGeom>
              <a:avLst/>
              <a:gdLst/>
              <a:ahLst/>
              <a:cxnLst/>
              <a:rect l="l" t="t" r="r" b="b"/>
              <a:pathLst>
                <a:path w="384175" h="417829">
                  <a:moveTo>
                    <a:pt x="288035" y="0"/>
                  </a:moveTo>
                  <a:lnTo>
                    <a:pt x="288035" y="104394"/>
                  </a:lnTo>
                  <a:lnTo>
                    <a:pt x="0" y="104394"/>
                  </a:lnTo>
                  <a:lnTo>
                    <a:pt x="0" y="313182"/>
                  </a:lnTo>
                  <a:lnTo>
                    <a:pt x="288035" y="313182"/>
                  </a:lnTo>
                  <a:lnTo>
                    <a:pt x="288035" y="417576"/>
                  </a:lnTo>
                  <a:lnTo>
                    <a:pt x="384047" y="208788"/>
                  </a:lnTo>
                  <a:lnTo>
                    <a:pt x="288035" y="0"/>
                  </a:lnTo>
                  <a:close/>
                </a:path>
              </a:pathLst>
            </a:custGeom>
            <a:solidFill>
              <a:srgbClr val="4F81BC"/>
            </a:solidFill>
          </p:spPr>
          <p:txBody>
            <a:bodyPr wrap="square" lIns="0" tIns="0" rIns="0" bIns="0" rtlCol="0"/>
            <a:lstStyle/>
            <a:p>
              <a:endParaRPr/>
            </a:p>
          </p:txBody>
        </p:sp>
        <p:sp>
          <p:nvSpPr>
            <p:cNvPr id="5" name="object 5"/>
            <p:cNvSpPr/>
            <p:nvPr/>
          </p:nvSpPr>
          <p:spPr>
            <a:xfrm>
              <a:off x="4733543" y="4946904"/>
              <a:ext cx="384175" cy="417830"/>
            </a:xfrm>
            <a:custGeom>
              <a:avLst/>
              <a:gdLst/>
              <a:ahLst/>
              <a:cxnLst/>
              <a:rect l="l" t="t" r="r" b="b"/>
              <a:pathLst>
                <a:path w="384175" h="417829">
                  <a:moveTo>
                    <a:pt x="0" y="104394"/>
                  </a:moveTo>
                  <a:lnTo>
                    <a:pt x="288035" y="104394"/>
                  </a:lnTo>
                  <a:lnTo>
                    <a:pt x="288035" y="0"/>
                  </a:lnTo>
                  <a:lnTo>
                    <a:pt x="384047" y="208788"/>
                  </a:lnTo>
                  <a:lnTo>
                    <a:pt x="288035" y="417576"/>
                  </a:lnTo>
                  <a:lnTo>
                    <a:pt x="288035" y="313182"/>
                  </a:lnTo>
                  <a:lnTo>
                    <a:pt x="0" y="313182"/>
                  </a:lnTo>
                  <a:lnTo>
                    <a:pt x="0" y="104394"/>
                  </a:lnTo>
                  <a:close/>
                </a:path>
              </a:pathLst>
            </a:custGeom>
            <a:ln w="12192">
              <a:solidFill>
                <a:srgbClr val="000000"/>
              </a:solidFill>
            </a:ln>
          </p:spPr>
          <p:txBody>
            <a:bodyPr wrap="square" lIns="0" tIns="0" rIns="0" bIns="0" rtlCol="0"/>
            <a:lstStyle/>
            <a:p>
              <a:endParaRPr/>
            </a:p>
          </p:txBody>
        </p:sp>
      </p:grpSp>
      <p:grpSp>
        <p:nvGrpSpPr>
          <p:cNvPr id="6" name="object 6"/>
          <p:cNvGrpSpPr/>
          <p:nvPr/>
        </p:nvGrpSpPr>
        <p:grpSpPr>
          <a:xfrm>
            <a:off x="2581655" y="4181855"/>
            <a:ext cx="2030095" cy="2009139"/>
            <a:chOff x="2581655" y="4181855"/>
            <a:chExt cx="2030095" cy="2009139"/>
          </a:xfrm>
        </p:grpSpPr>
        <p:pic>
          <p:nvPicPr>
            <p:cNvPr id="7" name="object 7"/>
            <p:cNvPicPr/>
            <p:nvPr/>
          </p:nvPicPr>
          <p:blipFill>
            <a:blip r:embed="rId2" cstate="print"/>
            <a:stretch>
              <a:fillRect/>
            </a:stretch>
          </p:blipFill>
          <p:spPr>
            <a:xfrm>
              <a:off x="2590799" y="4190999"/>
              <a:ext cx="2011679" cy="1990344"/>
            </a:xfrm>
            <a:prstGeom prst="rect">
              <a:avLst/>
            </a:prstGeom>
          </p:spPr>
        </p:pic>
        <p:sp>
          <p:nvSpPr>
            <p:cNvPr id="8" name="object 8"/>
            <p:cNvSpPr/>
            <p:nvPr/>
          </p:nvSpPr>
          <p:spPr>
            <a:xfrm>
              <a:off x="2586227" y="4186427"/>
              <a:ext cx="2021205" cy="1999614"/>
            </a:xfrm>
            <a:custGeom>
              <a:avLst/>
              <a:gdLst/>
              <a:ahLst/>
              <a:cxnLst/>
              <a:rect l="l" t="t" r="r" b="b"/>
              <a:pathLst>
                <a:path w="2021204" h="1999614">
                  <a:moveTo>
                    <a:pt x="0" y="1999488"/>
                  </a:moveTo>
                  <a:lnTo>
                    <a:pt x="2020824" y="1999488"/>
                  </a:lnTo>
                  <a:lnTo>
                    <a:pt x="2020824" y="0"/>
                  </a:lnTo>
                  <a:lnTo>
                    <a:pt x="0" y="0"/>
                  </a:lnTo>
                  <a:lnTo>
                    <a:pt x="0" y="1999488"/>
                  </a:lnTo>
                  <a:close/>
                </a:path>
              </a:pathLst>
            </a:custGeom>
            <a:ln w="9144">
              <a:solidFill>
                <a:srgbClr val="000000"/>
              </a:solidFill>
            </a:ln>
          </p:spPr>
          <p:txBody>
            <a:bodyPr wrap="square" lIns="0" tIns="0" rIns="0" bIns="0" rtlCol="0"/>
            <a:lstStyle/>
            <a:p>
              <a:endParaRPr/>
            </a:p>
          </p:txBody>
        </p:sp>
      </p:grpSp>
      <p:grpSp>
        <p:nvGrpSpPr>
          <p:cNvPr id="9" name="object 9"/>
          <p:cNvGrpSpPr/>
          <p:nvPr/>
        </p:nvGrpSpPr>
        <p:grpSpPr>
          <a:xfrm>
            <a:off x="5251703" y="4209288"/>
            <a:ext cx="1996439" cy="2048510"/>
            <a:chOff x="5251703" y="4209288"/>
            <a:chExt cx="1996439" cy="2048510"/>
          </a:xfrm>
        </p:grpSpPr>
        <p:pic>
          <p:nvPicPr>
            <p:cNvPr id="10" name="object 10"/>
            <p:cNvPicPr/>
            <p:nvPr/>
          </p:nvPicPr>
          <p:blipFill>
            <a:blip r:embed="rId3" cstate="print"/>
            <a:stretch>
              <a:fillRect/>
            </a:stretch>
          </p:blipFill>
          <p:spPr>
            <a:xfrm>
              <a:off x="5260847" y="4218432"/>
              <a:ext cx="1978152" cy="2029968"/>
            </a:xfrm>
            <a:prstGeom prst="rect">
              <a:avLst/>
            </a:prstGeom>
          </p:spPr>
        </p:pic>
        <p:sp>
          <p:nvSpPr>
            <p:cNvPr id="11" name="object 11"/>
            <p:cNvSpPr/>
            <p:nvPr/>
          </p:nvSpPr>
          <p:spPr>
            <a:xfrm>
              <a:off x="5256275" y="4213860"/>
              <a:ext cx="1987550" cy="2039620"/>
            </a:xfrm>
            <a:custGeom>
              <a:avLst/>
              <a:gdLst/>
              <a:ahLst/>
              <a:cxnLst/>
              <a:rect l="l" t="t" r="r" b="b"/>
              <a:pathLst>
                <a:path w="1987550" h="2039620">
                  <a:moveTo>
                    <a:pt x="0" y="2039112"/>
                  </a:moveTo>
                  <a:lnTo>
                    <a:pt x="1987296" y="2039112"/>
                  </a:lnTo>
                  <a:lnTo>
                    <a:pt x="1987296" y="0"/>
                  </a:lnTo>
                  <a:lnTo>
                    <a:pt x="0" y="0"/>
                  </a:lnTo>
                  <a:lnTo>
                    <a:pt x="0" y="2039112"/>
                  </a:lnTo>
                  <a:close/>
                </a:path>
              </a:pathLst>
            </a:custGeom>
            <a:ln w="9144">
              <a:solidFill>
                <a:srgbClr val="000000"/>
              </a:solidFill>
            </a:ln>
          </p:spPr>
          <p:txBody>
            <a:bodyPr wrap="square" lIns="0" tIns="0" rIns="0" bIns="0" rtlCol="0"/>
            <a:lstStyle/>
            <a:p>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7175" y="167385"/>
            <a:ext cx="327660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a:cs typeface="Calibri"/>
              </a:rPr>
              <a:t>Step</a:t>
            </a:r>
            <a:r>
              <a:rPr sz="2400" b="1" spc="-35" dirty="0">
                <a:latin typeface="Calibri"/>
                <a:cs typeface="Calibri"/>
              </a:rPr>
              <a:t> </a:t>
            </a:r>
            <a:r>
              <a:rPr sz="2400" b="1" dirty="0">
                <a:latin typeface="Calibri"/>
                <a:cs typeface="Calibri"/>
              </a:rPr>
              <a:t>3:</a:t>
            </a:r>
            <a:r>
              <a:rPr sz="2400" b="1" spc="-75" dirty="0">
                <a:latin typeface="Calibri"/>
                <a:cs typeface="Calibri"/>
              </a:rPr>
              <a:t> </a:t>
            </a:r>
            <a:r>
              <a:rPr sz="2400" b="1" dirty="0">
                <a:latin typeface="Calibri"/>
                <a:cs typeface="Calibri"/>
              </a:rPr>
              <a:t>Image</a:t>
            </a:r>
            <a:r>
              <a:rPr sz="2400" b="1" spc="-20" dirty="0">
                <a:latin typeface="Calibri"/>
                <a:cs typeface="Calibri"/>
              </a:rPr>
              <a:t> </a:t>
            </a:r>
            <a:r>
              <a:rPr sz="2400" b="1" spc="-10" dirty="0">
                <a:latin typeface="Calibri"/>
                <a:cs typeface="Calibri"/>
              </a:rPr>
              <a:t>Restoration</a:t>
            </a:r>
            <a:endParaRPr sz="2400">
              <a:latin typeface="Calibri"/>
              <a:cs typeface="Calibri"/>
            </a:endParaRPr>
          </a:p>
        </p:txBody>
      </p:sp>
      <p:sp>
        <p:nvSpPr>
          <p:cNvPr id="3" name="object 3"/>
          <p:cNvSpPr txBox="1"/>
          <p:nvPr/>
        </p:nvSpPr>
        <p:spPr>
          <a:xfrm>
            <a:off x="1597278" y="971867"/>
            <a:ext cx="7263765" cy="2514600"/>
          </a:xfrm>
          <a:prstGeom prst="rect">
            <a:avLst/>
          </a:prstGeom>
        </p:spPr>
        <p:txBody>
          <a:bodyPr vert="horz" wrap="square" lIns="0" tIns="86360" rIns="0" bIns="0" rtlCol="0">
            <a:spAutoFit/>
          </a:bodyPr>
          <a:lstStyle/>
          <a:p>
            <a:pPr marL="518159" indent="-231140">
              <a:lnSpc>
                <a:spcPct val="100000"/>
              </a:lnSpc>
              <a:spcBef>
                <a:spcPts val="680"/>
              </a:spcBef>
              <a:buChar char="-"/>
              <a:tabLst>
                <a:tab pos="518159" algn="l"/>
              </a:tabLst>
            </a:pPr>
            <a:r>
              <a:rPr sz="2400" spc="-10" dirty="0">
                <a:latin typeface="Calibri"/>
                <a:cs typeface="Calibri"/>
              </a:rPr>
              <a:t>Improving</a:t>
            </a:r>
            <a:r>
              <a:rPr sz="2400" spc="-75" dirty="0">
                <a:latin typeface="Calibri"/>
                <a:cs typeface="Calibri"/>
              </a:rPr>
              <a:t> </a:t>
            </a:r>
            <a:r>
              <a:rPr sz="2400" dirty="0">
                <a:latin typeface="Calibri"/>
                <a:cs typeface="Calibri"/>
              </a:rPr>
              <a:t>the</a:t>
            </a:r>
            <a:r>
              <a:rPr sz="2400" spc="-30" dirty="0">
                <a:latin typeface="Calibri"/>
                <a:cs typeface="Calibri"/>
              </a:rPr>
              <a:t> </a:t>
            </a:r>
            <a:r>
              <a:rPr sz="2400" dirty="0">
                <a:latin typeface="Calibri"/>
                <a:cs typeface="Calibri"/>
              </a:rPr>
              <a:t>appearance</a:t>
            </a:r>
            <a:r>
              <a:rPr sz="2400" spc="-60" dirty="0">
                <a:latin typeface="Calibri"/>
                <a:cs typeface="Calibri"/>
              </a:rPr>
              <a:t> </a:t>
            </a:r>
            <a:r>
              <a:rPr sz="2400" dirty="0">
                <a:latin typeface="Calibri"/>
                <a:cs typeface="Calibri"/>
              </a:rPr>
              <a:t>of</a:t>
            </a:r>
            <a:r>
              <a:rPr sz="2400" spc="-40" dirty="0">
                <a:latin typeface="Calibri"/>
                <a:cs typeface="Calibri"/>
              </a:rPr>
              <a:t> </a:t>
            </a:r>
            <a:r>
              <a:rPr sz="2400" dirty="0">
                <a:latin typeface="Calibri"/>
                <a:cs typeface="Calibri"/>
              </a:rPr>
              <a:t>an</a:t>
            </a:r>
            <a:r>
              <a:rPr sz="2400" spc="-15" dirty="0">
                <a:latin typeface="Calibri"/>
                <a:cs typeface="Calibri"/>
              </a:rPr>
              <a:t> </a:t>
            </a:r>
            <a:r>
              <a:rPr sz="2400" spc="-10" dirty="0">
                <a:latin typeface="Calibri"/>
                <a:cs typeface="Calibri"/>
              </a:rPr>
              <a:t>image</a:t>
            </a:r>
            <a:endParaRPr sz="2400">
              <a:latin typeface="Calibri"/>
              <a:cs typeface="Calibri"/>
            </a:endParaRPr>
          </a:p>
          <a:p>
            <a:pPr marL="447040" indent="-160020">
              <a:lnSpc>
                <a:spcPct val="100000"/>
              </a:lnSpc>
              <a:spcBef>
                <a:spcPts val="575"/>
              </a:spcBef>
              <a:buChar char="-"/>
              <a:tabLst>
                <a:tab pos="447040" algn="l"/>
              </a:tabLst>
            </a:pPr>
            <a:r>
              <a:rPr sz="2400" spc="-45" dirty="0">
                <a:latin typeface="Calibri"/>
                <a:cs typeface="Calibri"/>
              </a:rPr>
              <a:t>Tend</a:t>
            </a:r>
            <a:r>
              <a:rPr sz="2400" spc="-20" dirty="0">
                <a:latin typeface="Calibri"/>
                <a:cs typeface="Calibri"/>
              </a:rPr>
              <a:t> </a:t>
            </a:r>
            <a:r>
              <a:rPr sz="2400" dirty="0">
                <a:latin typeface="Calibri"/>
                <a:cs typeface="Calibri"/>
              </a:rPr>
              <a:t>to</a:t>
            </a:r>
            <a:r>
              <a:rPr sz="2400" spc="-40" dirty="0">
                <a:latin typeface="Calibri"/>
                <a:cs typeface="Calibri"/>
              </a:rPr>
              <a:t> </a:t>
            </a:r>
            <a:r>
              <a:rPr sz="2400" dirty="0">
                <a:latin typeface="Calibri"/>
                <a:cs typeface="Calibri"/>
              </a:rPr>
              <a:t>be</a:t>
            </a:r>
            <a:r>
              <a:rPr sz="2400" spc="-30" dirty="0">
                <a:latin typeface="Calibri"/>
                <a:cs typeface="Calibri"/>
              </a:rPr>
              <a:t> </a:t>
            </a:r>
            <a:r>
              <a:rPr sz="2400" spc="-10" dirty="0">
                <a:latin typeface="Calibri"/>
                <a:cs typeface="Calibri"/>
              </a:rPr>
              <a:t>mathematical</a:t>
            </a:r>
            <a:r>
              <a:rPr sz="2400" spc="-55" dirty="0">
                <a:latin typeface="Calibri"/>
                <a:cs typeface="Calibri"/>
              </a:rPr>
              <a:t> </a:t>
            </a:r>
            <a:r>
              <a:rPr sz="2400" dirty="0">
                <a:latin typeface="Calibri"/>
                <a:cs typeface="Calibri"/>
              </a:rPr>
              <a:t>or</a:t>
            </a:r>
            <a:r>
              <a:rPr sz="2400" spc="-25" dirty="0">
                <a:latin typeface="Calibri"/>
                <a:cs typeface="Calibri"/>
              </a:rPr>
              <a:t> </a:t>
            </a:r>
            <a:r>
              <a:rPr sz="2400" spc="-10" dirty="0">
                <a:latin typeface="Calibri"/>
                <a:cs typeface="Calibri"/>
              </a:rPr>
              <a:t>probabilistic</a:t>
            </a:r>
            <a:r>
              <a:rPr sz="2400" spc="-60" dirty="0">
                <a:latin typeface="Calibri"/>
                <a:cs typeface="Calibri"/>
              </a:rPr>
              <a:t> </a:t>
            </a:r>
            <a:r>
              <a:rPr sz="2400" spc="-10" dirty="0">
                <a:latin typeface="Calibri"/>
                <a:cs typeface="Calibri"/>
              </a:rPr>
              <a:t>models.</a:t>
            </a:r>
            <a:endParaRPr sz="2400">
              <a:latin typeface="Calibri"/>
              <a:cs typeface="Calibri"/>
            </a:endParaRPr>
          </a:p>
          <a:p>
            <a:pPr>
              <a:lnSpc>
                <a:spcPct val="100000"/>
              </a:lnSpc>
              <a:spcBef>
                <a:spcPts val="1105"/>
              </a:spcBef>
            </a:pPr>
            <a:endParaRPr sz="2400">
              <a:latin typeface="Calibri"/>
              <a:cs typeface="Calibri"/>
            </a:endParaRPr>
          </a:p>
          <a:p>
            <a:pPr marL="287020" marR="5080" indent="-274320" algn="just">
              <a:lnSpc>
                <a:spcPct val="100000"/>
              </a:lnSpc>
            </a:pPr>
            <a:r>
              <a:rPr sz="2400" dirty="0">
                <a:latin typeface="Calibri"/>
                <a:cs typeface="Calibri"/>
              </a:rPr>
              <a:t>Enhancement,</a:t>
            </a:r>
            <a:r>
              <a:rPr sz="2400" spc="590" dirty="0">
                <a:latin typeface="Calibri"/>
                <a:cs typeface="Calibri"/>
              </a:rPr>
              <a:t> </a:t>
            </a:r>
            <a:r>
              <a:rPr sz="2400" dirty="0">
                <a:latin typeface="Calibri"/>
                <a:cs typeface="Calibri"/>
              </a:rPr>
              <a:t>on</a:t>
            </a:r>
            <a:r>
              <a:rPr sz="2400" spc="585" dirty="0">
                <a:latin typeface="Calibri"/>
                <a:cs typeface="Calibri"/>
              </a:rPr>
              <a:t> </a:t>
            </a:r>
            <a:r>
              <a:rPr sz="2400" dirty="0">
                <a:latin typeface="Calibri"/>
                <a:cs typeface="Calibri"/>
              </a:rPr>
              <a:t>the</a:t>
            </a:r>
            <a:r>
              <a:rPr sz="2400" spc="585" dirty="0">
                <a:latin typeface="Calibri"/>
                <a:cs typeface="Calibri"/>
              </a:rPr>
              <a:t> </a:t>
            </a:r>
            <a:r>
              <a:rPr sz="2400" dirty="0">
                <a:latin typeface="Calibri"/>
                <a:cs typeface="Calibri"/>
              </a:rPr>
              <a:t>other</a:t>
            </a:r>
            <a:r>
              <a:rPr sz="2400" spc="35" dirty="0">
                <a:latin typeface="Calibri"/>
                <a:cs typeface="Calibri"/>
              </a:rPr>
              <a:t>  </a:t>
            </a:r>
            <a:r>
              <a:rPr sz="2400" dirty="0">
                <a:latin typeface="Calibri"/>
                <a:cs typeface="Calibri"/>
              </a:rPr>
              <a:t>hand,</a:t>
            </a:r>
            <a:r>
              <a:rPr sz="2400" spc="585" dirty="0">
                <a:latin typeface="Calibri"/>
                <a:cs typeface="Calibri"/>
              </a:rPr>
              <a:t> </a:t>
            </a:r>
            <a:r>
              <a:rPr sz="2400" dirty="0">
                <a:latin typeface="Calibri"/>
                <a:cs typeface="Calibri"/>
              </a:rPr>
              <a:t>is</a:t>
            </a:r>
            <a:r>
              <a:rPr sz="2400" spc="595" dirty="0">
                <a:latin typeface="Calibri"/>
                <a:cs typeface="Calibri"/>
              </a:rPr>
              <a:t> </a:t>
            </a:r>
            <a:r>
              <a:rPr sz="2400" dirty="0">
                <a:latin typeface="Calibri"/>
                <a:cs typeface="Calibri"/>
              </a:rPr>
              <a:t>based</a:t>
            </a:r>
            <a:r>
              <a:rPr sz="2400" spc="595" dirty="0">
                <a:latin typeface="Calibri"/>
                <a:cs typeface="Calibri"/>
              </a:rPr>
              <a:t> </a:t>
            </a:r>
            <a:r>
              <a:rPr sz="2400" dirty="0">
                <a:latin typeface="Calibri"/>
                <a:cs typeface="Calibri"/>
              </a:rPr>
              <a:t>on</a:t>
            </a:r>
            <a:r>
              <a:rPr sz="2400" spc="35" dirty="0">
                <a:latin typeface="Calibri"/>
                <a:cs typeface="Calibri"/>
              </a:rPr>
              <a:t>  </a:t>
            </a:r>
            <a:r>
              <a:rPr sz="2400" spc="-10" dirty="0">
                <a:latin typeface="Calibri"/>
                <a:cs typeface="Calibri"/>
              </a:rPr>
              <a:t>human </a:t>
            </a:r>
            <a:r>
              <a:rPr sz="2400" dirty="0">
                <a:latin typeface="Calibri"/>
                <a:cs typeface="Calibri"/>
              </a:rPr>
              <a:t>subjective</a:t>
            </a:r>
            <a:r>
              <a:rPr sz="2400" spc="114" dirty="0">
                <a:latin typeface="Calibri"/>
                <a:cs typeface="Calibri"/>
              </a:rPr>
              <a:t>  </a:t>
            </a:r>
            <a:r>
              <a:rPr sz="2400" dirty="0">
                <a:latin typeface="Calibri"/>
                <a:cs typeface="Calibri"/>
              </a:rPr>
              <a:t>preferences</a:t>
            </a:r>
            <a:r>
              <a:rPr sz="2400" spc="100" dirty="0">
                <a:latin typeface="Calibri"/>
                <a:cs typeface="Calibri"/>
              </a:rPr>
              <a:t>  </a:t>
            </a:r>
            <a:r>
              <a:rPr sz="2400" dirty="0">
                <a:latin typeface="Calibri"/>
                <a:cs typeface="Calibri"/>
              </a:rPr>
              <a:t>regarding</a:t>
            </a:r>
            <a:r>
              <a:rPr sz="2400" spc="110" dirty="0">
                <a:latin typeface="Calibri"/>
                <a:cs typeface="Calibri"/>
              </a:rPr>
              <a:t>  </a:t>
            </a:r>
            <a:r>
              <a:rPr sz="2400" dirty="0">
                <a:latin typeface="Calibri"/>
                <a:cs typeface="Calibri"/>
              </a:rPr>
              <a:t>what</a:t>
            </a:r>
            <a:r>
              <a:rPr sz="2400" spc="114" dirty="0">
                <a:latin typeface="Calibri"/>
                <a:cs typeface="Calibri"/>
              </a:rPr>
              <a:t>  </a:t>
            </a:r>
            <a:r>
              <a:rPr sz="2400" dirty="0">
                <a:latin typeface="Calibri"/>
                <a:cs typeface="Calibri"/>
              </a:rPr>
              <a:t>constitutes</a:t>
            </a:r>
            <a:r>
              <a:rPr sz="2400" spc="114" dirty="0">
                <a:latin typeface="Calibri"/>
                <a:cs typeface="Calibri"/>
              </a:rPr>
              <a:t>  </a:t>
            </a:r>
            <a:r>
              <a:rPr sz="2400" spc="-50" dirty="0">
                <a:latin typeface="Calibri"/>
                <a:cs typeface="Calibri"/>
              </a:rPr>
              <a:t>a </a:t>
            </a:r>
            <a:r>
              <a:rPr sz="2400" spc="-10" dirty="0">
                <a:latin typeface="Calibri"/>
                <a:cs typeface="Calibri"/>
              </a:rPr>
              <a:t>“good”</a:t>
            </a:r>
            <a:r>
              <a:rPr sz="2400" spc="-75" dirty="0">
                <a:latin typeface="Calibri"/>
                <a:cs typeface="Calibri"/>
              </a:rPr>
              <a:t> </a:t>
            </a:r>
            <a:r>
              <a:rPr sz="2400" spc="-10" dirty="0">
                <a:latin typeface="Calibri"/>
                <a:cs typeface="Calibri"/>
              </a:rPr>
              <a:t>enhancement</a:t>
            </a:r>
            <a:r>
              <a:rPr sz="2400" spc="-70" dirty="0">
                <a:latin typeface="Calibri"/>
                <a:cs typeface="Calibri"/>
              </a:rPr>
              <a:t> </a:t>
            </a:r>
            <a:r>
              <a:rPr sz="2400" spc="-10" dirty="0">
                <a:latin typeface="Calibri"/>
                <a:cs typeface="Calibri"/>
              </a:rPr>
              <a:t>result.</a:t>
            </a:r>
            <a:endParaRPr sz="2400">
              <a:latin typeface="Calibri"/>
              <a:cs typeface="Calibri"/>
            </a:endParaRPr>
          </a:p>
        </p:txBody>
      </p:sp>
      <p:grpSp>
        <p:nvGrpSpPr>
          <p:cNvPr id="4" name="object 4"/>
          <p:cNvGrpSpPr/>
          <p:nvPr/>
        </p:nvGrpSpPr>
        <p:grpSpPr>
          <a:xfrm>
            <a:off x="4843271" y="4358640"/>
            <a:ext cx="2447925" cy="1868805"/>
            <a:chOff x="4843271" y="4358640"/>
            <a:chExt cx="2447925" cy="1868805"/>
          </a:xfrm>
        </p:grpSpPr>
        <p:pic>
          <p:nvPicPr>
            <p:cNvPr id="5" name="object 5"/>
            <p:cNvPicPr/>
            <p:nvPr/>
          </p:nvPicPr>
          <p:blipFill>
            <a:blip r:embed="rId2" cstate="print"/>
            <a:stretch>
              <a:fillRect/>
            </a:stretch>
          </p:blipFill>
          <p:spPr>
            <a:xfrm>
              <a:off x="4852415" y="4367784"/>
              <a:ext cx="2429256" cy="1850136"/>
            </a:xfrm>
            <a:prstGeom prst="rect">
              <a:avLst/>
            </a:prstGeom>
          </p:spPr>
        </p:pic>
        <p:sp>
          <p:nvSpPr>
            <p:cNvPr id="6" name="object 6"/>
            <p:cNvSpPr/>
            <p:nvPr/>
          </p:nvSpPr>
          <p:spPr>
            <a:xfrm>
              <a:off x="4847843" y="4363212"/>
              <a:ext cx="2438400" cy="1859280"/>
            </a:xfrm>
            <a:custGeom>
              <a:avLst/>
              <a:gdLst/>
              <a:ahLst/>
              <a:cxnLst/>
              <a:rect l="l" t="t" r="r" b="b"/>
              <a:pathLst>
                <a:path w="2438400" h="1859279">
                  <a:moveTo>
                    <a:pt x="0" y="1859280"/>
                  </a:moveTo>
                  <a:lnTo>
                    <a:pt x="2438400" y="1859280"/>
                  </a:lnTo>
                  <a:lnTo>
                    <a:pt x="2438400" y="0"/>
                  </a:lnTo>
                  <a:lnTo>
                    <a:pt x="0" y="0"/>
                  </a:lnTo>
                  <a:lnTo>
                    <a:pt x="0" y="1859280"/>
                  </a:lnTo>
                  <a:close/>
                </a:path>
              </a:pathLst>
            </a:custGeom>
            <a:ln w="9144">
              <a:solidFill>
                <a:srgbClr val="000000"/>
              </a:solidFill>
            </a:ln>
          </p:spPr>
          <p:txBody>
            <a:bodyPr wrap="square" lIns="0" tIns="0" rIns="0" bIns="0" rtlCol="0"/>
            <a:lstStyle/>
            <a:p>
              <a:endParaRPr/>
            </a:p>
          </p:txBody>
        </p:sp>
      </p:grpSp>
      <p:grpSp>
        <p:nvGrpSpPr>
          <p:cNvPr id="7" name="object 7"/>
          <p:cNvGrpSpPr/>
          <p:nvPr/>
        </p:nvGrpSpPr>
        <p:grpSpPr>
          <a:xfrm>
            <a:off x="1642872" y="4392167"/>
            <a:ext cx="2481580" cy="1865630"/>
            <a:chOff x="1642872" y="4392167"/>
            <a:chExt cx="2481580" cy="1865630"/>
          </a:xfrm>
        </p:grpSpPr>
        <p:pic>
          <p:nvPicPr>
            <p:cNvPr id="8" name="object 8"/>
            <p:cNvPicPr/>
            <p:nvPr/>
          </p:nvPicPr>
          <p:blipFill>
            <a:blip r:embed="rId3" cstate="print"/>
            <a:stretch>
              <a:fillRect/>
            </a:stretch>
          </p:blipFill>
          <p:spPr>
            <a:xfrm>
              <a:off x="1652016" y="4401311"/>
              <a:ext cx="2455298" cy="1847088"/>
            </a:xfrm>
            <a:prstGeom prst="rect">
              <a:avLst/>
            </a:prstGeom>
          </p:spPr>
        </p:pic>
        <p:sp>
          <p:nvSpPr>
            <p:cNvPr id="9" name="object 9"/>
            <p:cNvSpPr/>
            <p:nvPr/>
          </p:nvSpPr>
          <p:spPr>
            <a:xfrm>
              <a:off x="1647444" y="4396739"/>
              <a:ext cx="2472055" cy="1856739"/>
            </a:xfrm>
            <a:custGeom>
              <a:avLst/>
              <a:gdLst/>
              <a:ahLst/>
              <a:cxnLst/>
              <a:rect l="l" t="t" r="r" b="b"/>
              <a:pathLst>
                <a:path w="2472054" h="1856739">
                  <a:moveTo>
                    <a:pt x="0" y="1856232"/>
                  </a:moveTo>
                  <a:lnTo>
                    <a:pt x="2471928" y="1856232"/>
                  </a:lnTo>
                  <a:lnTo>
                    <a:pt x="2471928" y="0"/>
                  </a:lnTo>
                  <a:lnTo>
                    <a:pt x="0" y="0"/>
                  </a:lnTo>
                  <a:lnTo>
                    <a:pt x="0" y="1856232"/>
                  </a:lnTo>
                  <a:close/>
                </a:path>
              </a:pathLst>
            </a:custGeom>
            <a:ln w="9144">
              <a:solidFill>
                <a:srgbClr val="000000"/>
              </a:solidFill>
            </a:ln>
          </p:spPr>
          <p:txBody>
            <a:bodyPr wrap="square" lIns="0" tIns="0" rIns="0" bIns="0" rtlCol="0"/>
            <a:lstStyle/>
            <a:p>
              <a:endParaRPr/>
            </a:p>
          </p:txBody>
        </p:sp>
      </p:grpSp>
      <p:grpSp>
        <p:nvGrpSpPr>
          <p:cNvPr id="10" name="object 10"/>
          <p:cNvGrpSpPr/>
          <p:nvPr/>
        </p:nvGrpSpPr>
        <p:grpSpPr>
          <a:xfrm>
            <a:off x="4337303" y="5138928"/>
            <a:ext cx="396240" cy="429895"/>
            <a:chOff x="4337303" y="5138928"/>
            <a:chExt cx="396240" cy="429895"/>
          </a:xfrm>
        </p:grpSpPr>
        <p:sp>
          <p:nvSpPr>
            <p:cNvPr id="11" name="object 11"/>
            <p:cNvSpPr/>
            <p:nvPr/>
          </p:nvSpPr>
          <p:spPr>
            <a:xfrm>
              <a:off x="4343399" y="5145024"/>
              <a:ext cx="384175" cy="417830"/>
            </a:xfrm>
            <a:custGeom>
              <a:avLst/>
              <a:gdLst/>
              <a:ahLst/>
              <a:cxnLst/>
              <a:rect l="l" t="t" r="r" b="b"/>
              <a:pathLst>
                <a:path w="384175" h="417829">
                  <a:moveTo>
                    <a:pt x="288036" y="0"/>
                  </a:moveTo>
                  <a:lnTo>
                    <a:pt x="288036" y="104393"/>
                  </a:lnTo>
                  <a:lnTo>
                    <a:pt x="0" y="104393"/>
                  </a:lnTo>
                  <a:lnTo>
                    <a:pt x="0" y="313181"/>
                  </a:lnTo>
                  <a:lnTo>
                    <a:pt x="288036" y="313181"/>
                  </a:lnTo>
                  <a:lnTo>
                    <a:pt x="288036" y="417575"/>
                  </a:lnTo>
                  <a:lnTo>
                    <a:pt x="384048" y="208787"/>
                  </a:lnTo>
                  <a:lnTo>
                    <a:pt x="288036" y="0"/>
                  </a:lnTo>
                  <a:close/>
                </a:path>
              </a:pathLst>
            </a:custGeom>
            <a:solidFill>
              <a:srgbClr val="4F81BC"/>
            </a:solidFill>
          </p:spPr>
          <p:txBody>
            <a:bodyPr wrap="square" lIns="0" tIns="0" rIns="0" bIns="0" rtlCol="0"/>
            <a:lstStyle/>
            <a:p>
              <a:endParaRPr/>
            </a:p>
          </p:txBody>
        </p:sp>
        <p:sp>
          <p:nvSpPr>
            <p:cNvPr id="12" name="object 12"/>
            <p:cNvSpPr/>
            <p:nvPr/>
          </p:nvSpPr>
          <p:spPr>
            <a:xfrm>
              <a:off x="4343399" y="5145024"/>
              <a:ext cx="384175" cy="417830"/>
            </a:xfrm>
            <a:custGeom>
              <a:avLst/>
              <a:gdLst/>
              <a:ahLst/>
              <a:cxnLst/>
              <a:rect l="l" t="t" r="r" b="b"/>
              <a:pathLst>
                <a:path w="384175" h="417829">
                  <a:moveTo>
                    <a:pt x="0" y="104393"/>
                  </a:moveTo>
                  <a:lnTo>
                    <a:pt x="288036" y="104393"/>
                  </a:lnTo>
                  <a:lnTo>
                    <a:pt x="288036" y="0"/>
                  </a:lnTo>
                  <a:lnTo>
                    <a:pt x="384048" y="208787"/>
                  </a:lnTo>
                  <a:lnTo>
                    <a:pt x="288036" y="417575"/>
                  </a:lnTo>
                  <a:lnTo>
                    <a:pt x="288036" y="313181"/>
                  </a:lnTo>
                  <a:lnTo>
                    <a:pt x="0" y="313181"/>
                  </a:lnTo>
                  <a:lnTo>
                    <a:pt x="0" y="104393"/>
                  </a:lnTo>
                  <a:close/>
                </a:path>
              </a:pathLst>
            </a:custGeom>
            <a:ln w="12192">
              <a:solidFill>
                <a:srgbClr val="000000"/>
              </a:solidFill>
            </a:ln>
          </p:spPr>
          <p:txBody>
            <a:bodyPr wrap="square" lIns="0" tIns="0" rIns="0" bIns="0" rtlCol="0"/>
            <a:lstStyle/>
            <a:p>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22044" y="395681"/>
            <a:ext cx="7478395" cy="2075180"/>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a:cs typeface="Calibri"/>
              </a:rPr>
              <a:t>Step</a:t>
            </a:r>
            <a:r>
              <a:rPr sz="2400" b="1" spc="-20" dirty="0">
                <a:latin typeface="Calibri"/>
                <a:cs typeface="Calibri"/>
              </a:rPr>
              <a:t> </a:t>
            </a:r>
            <a:r>
              <a:rPr sz="2400" b="1" dirty="0">
                <a:latin typeface="Calibri"/>
                <a:cs typeface="Calibri"/>
              </a:rPr>
              <a:t>4:</a:t>
            </a:r>
            <a:r>
              <a:rPr sz="2400" b="1" spc="-55" dirty="0">
                <a:latin typeface="Calibri"/>
                <a:cs typeface="Calibri"/>
              </a:rPr>
              <a:t> </a:t>
            </a:r>
            <a:r>
              <a:rPr sz="2400" b="1" dirty="0">
                <a:latin typeface="Calibri"/>
                <a:cs typeface="Calibri"/>
              </a:rPr>
              <a:t>Colour</a:t>
            </a:r>
            <a:r>
              <a:rPr sz="2400" b="1" spc="-55" dirty="0">
                <a:latin typeface="Calibri"/>
                <a:cs typeface="Calibri"/>
              </a:rPr>
              <a:t> </a:t>
            </a:r>
            <a:r>
              <a:rPr sz="2400" b="1" dirty="0">
                <a:latin typeface="Calibri"/>
                <a:cs typeface="Calibri"/>
              </a:rPr>
              <a:t>Image</a:t>
            </a:r>
            <a:r>
              <a:rPr sz="2400" b="1" spc="-30" dirty="0">
                <a:latin typeface="Calibri"/>
                <a:cs typeface="Calibri"/>
              </a:rPr>
              <a:t> </a:t>
            </a:r>
            <a:r>
              <a:rPr sz="2400" b="1" spc="-10" dirty="0">
                <a:latin typeface="Calibri"/>
                <a:cs typeface="Calibri"/>
              </a:rPr>
              <a:t>Processing</a:t>
            </a:r>
            <a:endParaRPr sz="2400">
              <a:latin typeface="Calibri"/>
              <a:cs typeface="Calibri"/>
            </a:endParaRPr>
          </a:p>
          <a:p>
            <a:pPr>
              <a:lnSpc>
                <a:spcPct val="100000"/>
              </a:lnSpc>
              <a:spcBef>
                <a:spcPts val="1105"/>
              </a:spcBef>
            </a:pPr>
            <a:endParaRPr sz="2400">
              <a:latin typeface="Calibri"/>
              <a:cs typeface="Calibri"/>
            </a:endParaRPr>
          </a:p>
          <a:p>
            <a:pPr marL="356870">
              <a:lnSpc>
                <a:spcPct val="100000"/>
              </a:lnSpc>
            </a:pPr>
            <a:r>
              <a:rPr sz="2400" dirty="0">
                <a:latin typeface="Calibri"/>
                <a:cs typeface="Calibri"/>
              </a:rPr>
              <a:t>Use</a:t>
            </a:r>
            <a:r>
              <a:rPr sz="2400" spc="-25" dirty="0">
                <a:latin typeface="Calibri"/>
                <a:cs typeface="Calibri"/>
              </a:rPr>
              <a:t> </a:t>
            </a:r>
            <a:r>
              <a:rPr sz="2400" dirty="0">
                <a:latin typeface="Calibri"/>
                <a:cs typeface="Calibri"/>
              </a:rPr>
              <a:t>the</a:t>
            </a:r>
            <a:r>
              <a:rPr sz="2400" spc="-60" dirty="0">
                <a:latin typeface="Calibri"/>
                <a:cs typeface="Calibri"/>
              </a:rPr>
              <a:t> </a:t>
            </a:r>
            <a:r>
              <a:rPr sz="2400" dirty="0">
                <a:latin typeface="Calibri"/>
                <a:cs typeface="Calibri"/>
              </a:rPr>
              <a:t>colour</a:t>
            </a:r>
            <a:r>
              <a:rPr sz="2400" spc="-70" dirty="0">
                <a:latin typeface="Calibri"/>
                <a:cs typeface="Calibri"/>
              </a:rPr>
              <a:t> </a:t>
            </a:r>
            <a:r>
              <a:rPr sz="2400" dirty="0">
                <a:latin typeface="Calibri"/>
                <a:cs typeface="Calibri"/>
              </a:rPr>
              <a:t>of</a:t>
            </a:r>
            <a:r>
              <a:rPr sz="2400" spc="-35" dirty="0">
                <a:latin typeface="Calibri"/>
                <a:cs typeface="Calibri"/>
              </a:rPr>
              <a:t> </a:t>
            </a:r>
            <a:r>
              <a:rPr sz="2400" dirty="0">
                <a:latin typeface="Calibri"/>
                <a:cs typeface="Calibri"/>
              </a:rPr>
              <a:t>the</a:t>
            </a:r>
            <a:r>
              <a:rPr sz="2400" spc="-60" dirty="0">
                <a:latin typeface="Calibri"/>
                <a:cs typeface="Calibri"/>
              </a:rPr>
              <a:t> </a:t>
            </a:r>
            <a:r>
              <a:rPr sz="2400" dirty="0">
                <a:latin typeface="Calibri"/>
                <a:cs typeface="Calibri"/>
              </a:rPr>
              <a:t>image</a:t>
            </a:r>
            <a:r>
              <a:rPr sz="2400" spc="-45" dirty="0">
                <a:latin typeface="Calibri"/>
                <a:cs typeface="Calibri"/>
              </a:rPr>
              <a:t> </a:t>
            </a:r>
            <a:r>
              <a:rPr sz="2400" dirty="0">
                <a:latin typeface="Calibri"/>
                <a:cs typeface="Calibri"/>
              </a:rPr>
              <a:t>to</a:t>
            </a:r>
            <a:r>
              <a:rPr sz="2400" spc="-45" dirty="0">
                <a:latin typeface="Calibri"/>
                <a:cs typeface="Calibri"/>
              </a:rPr>
              <a:t> </a:t>
            </a:r>
            <a:r>
              <a:rPr sz="2400" dirty="0">
                <a:latin typeface="Calibri"/>
                <a:cs typeface="Calibri"/>
              </a:rPr>
              <a:t>extract</a:t>
            </a:r>
            <a:r>
              <a:rPr sz="2400" spc="-40" dirty="0">
                <a:latin typeface="Calibri"/>
                <a:cs typeface="Calibri"/>
              </a:rPr>
              <a:t> </a:t>
            </a:r>
            <a:r>
              <a:rPr sz="2400" spc="-20" dirty="0">
                <a:latin typeface="Calibri"/>
                <a:cs typeface="Calibri"/>
              </a:rPr>
              <a:t>features</a:t>
            </a:r>
            <a:r>
              <a:rPr sz="2400" spc="-65" dirty="0">
                <a:latin typeface="Calibri"/>
                <a:cs typeface="Calibri"/>
              </a:rPr>
              <a:t> </a:t>
            </a:r>
            <a:r>
              <a:rPr sz="2400" dirty="0">
                <a:latin typeface="Calibri"/>
                <a:cs typeface="Calibri"/>
              </a:rPr>
              <a:t>of</a:t>
            </a:r>
            <a:r>
              <a:rPr sz="2400" spc="-35" dirty="0">
                <a:latin typeface="Calibri"/>
                <a:cs typeface="Calibri"/>
              </a:rPr>
              <a:t> </a:t>
            </a:r>
            <a:r>
              <a:rPr sz="2400" spc="-10" dirty="0">
                <a:latin typeface="Calibri"/>
                <a:cs typeface="Calibri"/>
              </a:rPr>
              <a:t>interest</a:t>
            </a:r>
            <a:endParaRPr sz="2400">
              <a:latin typeface="Calibri"/>
              <a:cs typeface="Calibri"/>
            </a:endParaRPr>
          </a:p>
          <a:p>
            <a:pPr marL="356870">
              <a:lnSpc>
                <a:spcPct val="100000"/>
              </a:lnSpc>
              <a:spcBef>
                <a:spcPts val="5"/>
              </a:spcBef>
            </a:pPr>
            <a:r>
              <a:rPr sz="2400" dirty="0">
                <a:latin typeface="Calibri"/>
                <a:cs typeface="Calibri"/>
              </a:rPr>
              <a:t>in</a:t>
            </a:r>
            <a:r>
              <a:rPr sz="2400" spc="-40" dirty="0">
                <a:latin typeface="Calibri"/>
                <a:cs typeface="Calibri"/>
              </a:rPr>
              <a:t> </a:t>
            </a:r>
            <a:r>
              <a:rPr sz="2400" dirty="0">
                <a:latin typeface="Calibri"/>
                <a:cs typeface="Calibri"/>
              </a:rPr>
              <a:t>an</a:t>
            </a:r>
            <a:r>
              <a:rPr sz="2400" spc="-30" dirty="0">
                <a:latin typeface="Calibri"/>
                <a:cs typeface="Calibri"/>
              </a:rPr>
              <a:t> </a:t>
            </a:r>
            <a:r>
              <a:rPr sz="2400" spc="-10" dirty="0">
                <a:latin typeface="Calibri"/>
                <a:cs typeface="Calibri"/>
              </a:rPr>
              <a:t>image.</a:t>
            </a:r>
            <a:endParaRPr sz="2400">
              <a:latin typeface="Calibri"/>
              <a:cs typeface="Calibri"/>
            </a:endParaRPr>
          </a:p>
          <a:p>
            <a:pPr marL="287020">
              <a:lnSpc>
                <a:spcPct val="100000"/>
              </a:lnSpc>
              <a:spcBef>
                <a:spcPts val="575"/>
              </a:spcBef>
            </a:pPr>
            <a:r>
              <a:rPr sz="2400" dirty="0">
                <a:latin typeface="Calibri"/>
                <a:cs typeface="Calibri"/>
              </a:rPr>
              <a:t>Colour</a:t>
            </a:r>
            <a:r>
              <a:rPr sz="2400" spc="-70" dirty="0">
                <a:latin typeface="Calibri"/>
                <a:cs typeface="Calibri"/>
              </a:rPr>
              <a:t> </a:t>
            </a:r>
            <a:r>
              <a:rPr sz="2400" dirty="0">
                <a:latin typeface="Calibri"/>
                <a:cs typeface="Calibri"/>
              </a:rPr>
              <a:t>modeling</a:t>
            </a:r>
            <a:r>
              <a:rPr sz="2400" spc="-100" dirty="0">
                <a:latin typeface="Calibri"/>
                <a:cs typeface="Calibri"/>
              </a:rPr>
              <a:t> </a:t>
            </a:r>
            <a:r>
              <a:rPr sz="2400" dirty="0">
                <a:latin typeface="Calibri"/>
                <a:cs typeface="Calibri"/>
              </a:rPr>
              <a:t>and</a:t>
            </a:r>
            <a:r>
              <a:rPr sz="2400" spc="-45" dirty="0">
                <a:latin typeface="Calibri"/>
                <a:cs typeface="Calibri"/>
              </a:rPr>
              <a:t> </a:t>
            </a:r>
            <a:r>
              <a:rPr sz="2400" dirty="0">
                <a:latin typeface="Calibri"/>
                <a:cs typeface="Calibri"/>
              </a:rPr>
              <a:t>processing</a:t>
            </a:r>
            <a:r>
              <a:rPr sz="2400" spc="-80" dirty="0">
                <a:latin typeface="Calibri"/>
                <a:cs typeface="Calibri"/>
              </a:rPr>
              <a:t> </a:t>
            </a:r>
            <a:r>
              <a:rPr sz="2400" dirty="0">
                <a:latin typeface="Calibri"/>
                <a:cs typeface="Calibri"/>
              </a:rPr>
              <a:t>in</a:t>
            </a:r>
            <a:r>
              <a:rPr sz="2400" spc="-50" dirty="0">
                <a:latin typeface="Calibri"/>
                <a:cs typeface="Calibri"/>
              </a:rPr>
              <a:t> </a:t>
            </a:r>
            <a:r>
              <a:rPr sz="2400" dirty="0">
                <a:latin typeface="Calibri"/>
                <a:cs typeface="Calibri"/>
              </a:rPr>
              <a:t>a</a:t>
            </a:r>
            <a:r>
              <a:rPr sz="2400" spc="-35" dirty="0">
                <a:latin typeface="Calibri"/>
                <a:cs typeface="Calibri"/>
              </a:rPr>
              <a:t> </a:t>
            </a:r>
            <a:r>
              <a:rPr sz="2400" dirty="0">
                <a:latin typeface="Calibri"/>
                <a:cs typeface="Calibri"/>
              </a:rPr>
              <a:t>digital</a:t>
            </a:r>
            <a:r>
              <a:rPr sz="2400" spc="-90" dirty="0">
                <a:latin typeface="Calibri"/>
                <a:cs typeface="Calibri"/>
              </a:rPr>
              <a:t> </a:t>
            </a:r>
            <a:r>
              <a:rPr sz="2400" dirty="0">
                <a:latin typeface="Calibri"/>
                <a:cs typeface="Calibri"/>
              </a:rPr>
              <a:t>domain</a:t>
            </a:r>
            <a:r>
              <a:rPr sz="2400" spc="-70" dirty="0">
                <a:latin typeface="Calibri"/>
                <a:cs typeface="Calibri"/>
              </a:rPr>
              <a:t> </a:t>
            </a:r>
            <a:r>
              <a:rPr sz="2400" spc="-20" dirty="0">
                <a:latin typeface="Calibri"/>
                <a:cs typeface="Calibri"/>
              </a:rPr>
              <a:t>etc.</a:t>
            </a:r>
            <a:endParaRPr sz="2400">
              <a:latin typeface="Calibri"/>
              <a:cs typeface="Calibri"/>
            </a:endParaRPr>
          </a:p>
        </p:txBody>
      </p:sp>
      <p:pic>
        <p:nvPicPr>
          <p:cNvPr id="3" name="object 3"/>
          <p:cNvPicPr/>
          <p:nvPr/>
        </p:nvPicPr>
        <p:blipFill>
          <a:blip r:embed="rId2" cstate="print"/>
          <a:stretch>
            <a:fillRect/>
          </a:stretch>
        </p:blipFill>
        <p:spPr>
          <a:xfrm>
            <a:off x="2413428" y="3124200"/>
            <a:ext cx="5105101" cy="25359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74775" y="322135"/>
            <a:ext cx="7149465" cy="2002155"/>
          </a:xfrm>
          <a:prstGeom prst="rect">
            <a:avLst/>
          </a:prstGeom>
        </p:spPr>
        <p:txBody>
          <a:bodyPr vert="horz" wrap="square" lIns="0" tIns="86360" rIns="0" bIns="0" rtlCol="0">
            <a:spAutoFit/>
          </a:bodyPr>
          <a:lstStyle/>
          <a:p>
            <a:pPr marL="12700">
              <a:lnSpc>
                <a:spcPct val="100000"/>
              </a:lnSpc>
              <a:spcBef>
                <a:spcPts val="680"/>
              </a:spcBef>
            </a:pPr>
            <a:r>
              <a:rPr sz="2400" b="1" dirty="0">
                <a:latin typeface="Calibri"/>
                <a:cs typeface="Calibri"/>
              </a:rPr>
              <a:t>Step</a:t>
            </a:r>
            <a:r>
              <a:rPr sz="2400" b="1" spc="-25" dirty="0">
                <a:latin typeface="Calibri"/>
                <a:cs typeface="Calibri"/>
              </a:rPr>
              <a:t> </a:t>
            </a:r>
            <a:r>
              <a:rPr sz="2400" b="1" dirty="0">
                <a:latin typeface="Calibri"/>
                <a:cs typeface="Calibri"/>
              </a:rPr>
              <a:t>5:</a:t>
            </a:r>
            <a:r>
              <a:rPr sz="2400" b="1" spc="-65" dirty="0">
                <a:latin typeface="Calibri"/>
                <a:cs typeface="Calibri"/>
              </a:rPr>
              <a:t> </a:t>
            </a:r>
            <a:r>
              <a:rPr sz="2400" b="1" spc="-10" dirty="0">
                <a:latin typeface="Calibri"/>
                <a:cs typeface="Calibri"/>
              </a:rPr>
              <a:t>Wavelets</a:t>
            </a:r>
            <a:endParaRPr sz="2400">
              <a:latin typeface="Calibri"/>
              <a:cs typeface="Calibri"/>
            </a:endParaRPr>
          </a:p>
          <a:p>
            <a:pPr marL="356870" marR="5080">
              <a:lnSpc>
                <a:spcPct val="100000"/>
              </a:lnSpc>
              <a:spcBef>
                <a:spcPts val="580"/>
              </a:spcBef>
            </a:pPr>
            <a:r>
              <a:rPr sz="2400" dirty="0">
                <a:latin typeface="Calibri"/>
                <a:cs typeface="Calibri"/>
              </a:rPr>
              <a:t>Are</a:t>
            </a:r>
            <a:r>
              <a:rPr sz="2400" spc="-20" dirty="0">
                <a:latin typeface="Calibri"/>
                <a:cs typeface="Calibri"/>
              </a:rPr>
              <a:t> </a:t>
            </a:r>
            <a:r>
              <a:rPr sz="2400" dirty="0">
                <a:latin typeface="Calibri"/>
                <a:cs typeface="Calibri"/>
              </a:rPr>
              <a:t>the</a:t>
            </a:r>
            <a:r>
              <a:rPr sz="2400" spc="-45" dirty="0">
                <a:latin typeface="Calibri"/>
                <a:cs typeface="Calibri"/>
              </a:rPr>
              <a:t> </a:t>
            </a:r>
            <a:r>
              <a:rPr sz="2400" spc="-10" dirty="0">
                <a:latin typeface="Calibri"/>
                <a:cs typeface="Calibri"/>
              </a:rPr>
              <a:t>foundation</a:t>
            </a:r>
            <a:r>
              <a:rPr sz="2400" spc="-80" dirty="0">
                <a:latin typeface="Calibri"/>
                <a:cs typeface="Calibri"/>
              </a:rPr>
              <a:t> </a:t>
            </a:r>
            <a:r>
              <a:rPr sz="2400" dirty="0">
                <a:latin typeface="Calibri"/>
                <a:cs typeface="Calibri"/>
              </a:rPr>
              <a:t>of</a:t>
            </a:r>
            <a:r>
              <a:rPr sz="2400" spc="-10" dirty="0">
                <a:latin typeface="Calibri"/>
                <a:cs typeface="Calibri"/>
              </a:rPr>
              <a:t> </a:t>
            </a:r>
            <a:r>
              <a:rPr sz="2400" spc="-20" dirty="0">
                <a:latin typeface="Calibri"/>
                <a:cs typeface="Calibri"/>
              </a:rPr>
              <a:t>representing</a:t>
            </a:r>
            <a:r>
              <a:rPr sz="2400" spc="-95" dirty="0">
                <a:latin typeface="Calibri"/>
                <a:cs typeface="Calibri"/>
              </a:rPr>
              <a:t> </a:t>
            </a:r>
            <a:r>
              <a:rPr sz="2400" dirty="0">
                <a:latin typeface="Calibri"/>
                <a:cs typeface="Calibri"/>
              </a:rPr>
              <a:t>images</a:t>
            </a:r>
            <a:r>
              <a:rPr sz="2400" spc="-25" dirty="0">
                <a:latin typeface="Calibri"/>
                <a:cs typeface="Calibri"/>
              </a:rPr>
              <a:t> </a:t>
            </a:r>
            <a:r>
              <a:rPr sz="2400" dirty="0">
                <a:latin typeface="Calibri"/>
                <a:cs typeface="Calibri"/>
              </a:rPr>
              <a:t>in</a:t>
            </a:r>
            <a:r>
              <a:rPr sz="2400" spc="-20" dirty="0">
                <a:latin typeface="Calibri"/>
                <a:cs typeface="Calibri"/>
              </a:rPr>
              <a:t> </a:t>
            </a:r>
            <a:r>
              <a:rPr sz="2400" spc="-10" dirty="0">
                <a:latin typeface="Calibri"/>
                <a:cs typeface="Calibri"/>
              </a:rPr>
              <a:t>various </a:t>
            </a:r>
            <a:r>
              <a:rPr sz="2400" dirty="0">
                <a:latin typeface="Calibri"/>
                <a:cs typeface="Calibri"/>
              </a:rPr>
              <a:t>degrees</a:t>
            </a:r>
            <a:r>
              <a:rPr sz="2400" spc="-50" dirty="0">
                <a:latin typeface="Calibri"/>
                <a:cs typeface="Calibri"/>
              </a:rPr>
              <a:t> </a:t>
            </a:r>
            <a:r>
              <a:rPr sz="2400" dirty="0">
                <a:latin typeface="Calibri"/>
                <a:cs typeface="Calibri"/>
              </a:rPr>
              <a:t>of</a:t>
            </a:r>
            <a:r>
              <a:rPr sz="2400" spc="-55" dirty="0">
                <a:latin typeface="Calibri"/>
                <a:cs typeface="Calibri"/>
              </a:rPr>
              <a:t> </a:t>
            </a:r>
            <a:r>
              <a:rPr sz="2400" dirty="0">
                <a:latin typeface="Calibri"/>
                <a:cs typeface="Calibri"/>
              </a:rPr>
              <a:t>resolution.</a:t>
            </a:r>
            <a:r>
              <a:rPr sz="2400" spc="-95" dirty="0">
                <a:latin typeface="Calibri"/>
                <a:cs typeface="Calibri"/>
              </a:rPr>
              <a:t> </a:t>
            </a:r>
            <a:r>
              <a:rPr sz="2400" dirty="0">
                <a:latin typeface="Calibri"/>
                <a:cs typeface="Calibri"/>
              </a:rPr>
              <a:t>It</a:t>
            </a:r>
            <a:r>
              <a:rPr sz="2400" spc="-40" dirty="0">
                <a:latin typeface="Calibri"/>
                <a:cs typeface="Calibri"/>
              </a:rPr>
              <a:t> </a:t>
            </a:r>
            <a:r>
              <a:rPr sz="2400" dirty="0">
                <a:latin typeface="Calibri"/>
                <a:cs typeface="Calibri"/>
              </a:rPr>
              <a:t>is</a:t>
            </a:r>
            <a:r>
              <a:rPr sz="2400" spc="-50" dirty="0">
                <a:latin typeface="Calibri"/>
                <a:cs typeface="Calibri"/>
              </a:rPr>
              <a:t> </a:t>
            </a:r>
            <a:r>
              <a:rPr sz="2400" dirty="0">
                <a:latin typeface="Calibri"/>
                <a:cs typeface="Calibri"/>
              </a:rPr>
              <a:t>used</a:t>
            </a:r>
            <a:r>
              <a:rPr sz="2400" spc="-35" dirty="0">
                <a:latin typeface="Calibri"/>
                <a:cs typeface="Calibri"/>
              </a:rPr>
              <a:t> </a:t>
            </a:r>
            <a:r>
              <a:rPr sz="2400" dirty="0">
                <a:latin typeface="Calibri"/>
                <a:cs typeface="Calibri"/>
              </a:rPr>
              <a:t>for</a:t>
            </a:r>
            <a:r>
              <a:rPr sz="2400" spc="-65" dirty="0">
                <a:latin typeface="Calibri"/>
                <a:cs typeface="Calibri"/>
              </a:rPr>
              <a:t> </a:t>
            </a:r>
            <a:r>
              <a:rPr sz="2400" dirty="0">
                <a:latin typeface="Calibri"/>
                <a:cs typeface="Calibri"/>
              </a:rPr>
              <a:t>image</a:t>
            </a:r>
            <a:r>
              <a:rPr sz="2400" spc="-45" dirty="0">
                <a:latin typeface="Calibri"/>
                <a:cs typeface="Calibri"/>
              </a:rPr>
              <a:t> </a:t>
            </a:r>
            <a:r>
              <a:rPr sz="2400" spc="-20" dirty="0">
                <a:latin typeface="Calibri"/>
                <a:cs typeface="Calibri"/>
              </a:rPr>
              <a:t>data </a:t>
            </a:r>
            <a:r>
              <a:rPr sz="2400" spc="-10" dirty="0">
                <a:latin typeface="Calibri"/>
                <a:cs typeface="Calibri"/>
              </a:rPr>
              <a:t>compression</a:t>
            </a:r>
            <a:r>
              <a:rPr sz="2400" spc="-95" dirty="0">
                <a:latin typeface="Calibri"/>
                <a:cs typeface="Calibri"/>
              </a:rPr>
              <a:t> </a:t>
            </a:r>
            <a:r>
              <a:rPr sz="2400" dirty="0">
                <a:latin typeface="Calibri"/>
                <a:cs typeface="Calibri"/>
              </a:rPr>
              <a:t>where</a:t>
            </a:r>
            <a:r>
              <a:rPr sz="2400" spc="-50" dirty="0">
                <a:latin typeface="Calibri"/>
                <a:cs typeface="Calibri"/>
              </a:rPr>
              <a:t> </a:t>
            </a:r>
            <a:r>
              <a:rPr sz="2400" dirty="0">
                <a:latin typeface="Calibri"/>
                <a:cs typeface="Calibri"/>
              </a:rPr>
              <a:t>images</a:t>
            </a:r>
            <a:r>
              <a:rPr sz="2400" spc="-60" dirty="0">
                <a:latin typeface="Calibri"/>
                <a:cs typeface="Calibri"/>
              </a:rPr>
              <a:t> </a:t>
            </a:r>
            <a:r>
              <a:rPr sz="2400" dirty="0">
                <a:latin typeface="Calibri"/>
                <a:cs typeface="Calibri"/>
              </a:rPr>
              <a:t>are</a:t>
            </a:r>
            <a:r>
              <a:rPr sz="2400" spc="-50" dirty="0">
                <a:latin typeface="Calibri"/>
                <a:cs typeface="Calibri"/>
              </a:rPr>
              <a:t> </a:t>
            </a:r>
            <a:r>
              <a:rPr sz="2400" spc="-10" dirty="0">
                <a:latin typeface="Calibri"/>
                <a:cs typeface="Calibri"/>
              </a:rPr>
              <a:t>subdivided</a:t>
            </a:r>
            <a:r>
              <a:rPr sz="2400" spc="-70" dirty="0">
                <a:latin typeface="Calibri"/>
                <a:cs typeface="Calibri"/>
              </a:rPr>
              <a:t> </a:t>
            </a:r>
            <a:r>
              <a:rPr sz="2400" dirty="0">
                <a:latin typeface="Calibri"/>
                <a:cs typeface="Calibri"/>
              </a:rPr>
              <a:t>into</a:t>
            </a:r>
            <a:r>
              <a:rPr sz="2400" spc="-75" dirty="0">
                <a:latin typeface="Calibri"/>
                <a:cs typeface="Calibri"/>
              </a:rPr>
              <a:t> </a:t>
            </a:r>
            <a:r>
              <a:rPr sz="2400" spc="-10" dirty="0">
                <a:latin typeface="Calibri"/>
                <a:cs typeface="Calibri"/>
              </a:rPr>
              <a:t>smaller regions.</a:t>
            </a:r>
            <a:endParaRPr sz="24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45844" y="76784"/>
            <a:ext cx="7616190" cy="1904364"/>
          </a:xfrm>
          <a:prstGeom prst="rect">
            <a:avLst/>
          </a:prstGeom>
        </p:spPr>
        <p:txBody>
          <a:bodyPr vert="horz" wrap="square" lIns="0" tIns="97790" rIns="0" bIns="0" rtlCol="0">
            <a:spAutoFit/>
          </a:bodyPr>
          <a:lstStyle/>
          <a:p>
            <a:pPr marL="12700" algn="just">
              <a:lnSpc>
                <a:spcPct val="100000"/>
              </a:lnSpc>
              <a:spcBef>
                <a:spcPts val="770"/>
              </a:spcBef>
            </a:pPr>
            <a:r>
              <a:rPr sz="2800" b="1" dirty="0">
                <a:latin typeface="Calibri"/>
                <a:cs typeface="Calibri"/>
              </a:rPr>
              <a:t>Step</a:t>
            </a:r>
            <a:r>
              <a:rPr sz="2800" b="1" spc="-55" dirty="0">
                <a:latin typeface="Calibri"/>
                <a:cs typeface="Calibri"/>
              </a:rPr>
              <a:t> </a:t>
            </a:r>
            <a:r>
              <a:rPr sz="2800" b="1" dirty="0">
                <a:latin typeface="Calibri"/>
                <a:cs typeface="Calibri"/>
              </a:rPr>
              <a:t>6: </a:t>
            </a:r>
            <a:r>
              <a:rPr sz="2800" b="1" spc="-10" dirty="0">
                <a:latin typeface="Calibri"/>
                <a:cs typeface="Calibri"/>
              </a:rPr>
              <a:t>Compression</a:t>
            </a:r>
            <a:endParaRPr sz="2800">
              <a:latin typeface="Calibri"/>
              <a:cs typeface="Calibri"/>
            </a:endParaRPr>
          </a:p>
          <a:p>
            <a:pPr marL="356870" marR="5080" algn="just">
              <a:lnSpc>
                <a:spcPct val="100000"/>
              </a:lnSpc>
              <a:spcBef>
                <a:spcPts val="675"/>
              </a:spcBef>
            </a:pPr>
            <a:r>
              <a:rPr sz="2800" dirty="0">
                <a:latin typeface="Calibri"/>
                <a:cs typeface="Calibri"/>
              </a:rPr>
              <a:t>Techniques</a:t>
            </a:r>
            <a:r>
              <a:rPr sz="2800" spc="390" dirty="0">
                <a:latin typeface="Calibri"/>
                <a:cs typeface="Calibri"/>
              </a:rPr>
              <a:t> </a:t>
            </a:r>
            <a:r>
              <a:rPr sz="2800" dirty="0">
                <a:latin typeface="Calibri"/>
                <a:cs typeface="Calibri"/>
              </a:rPr>
              <a:t>for</a:t>
            </a:r>
            <a:r>
              <a:rPr sz="2800" spc="400" dirty="0">
                <a:latin typeface="Calibri"/>
                <a:cs typeface="Calibri"/>
              </a:rPr>
              <a:t> </a:t>
            </a:r>
            <a:r>
              <a:rPr sz="2800" dirty="0">
                <a:latin typeface="Calibri"/>
                <a:cs typeface="Calibri"/>
              </a:rPr>
              <a:t>reducing</a:t>
            </a:r>
            <a:r>
              <a:rPr sz="2800" spc="375" dirty="0">
                <a:latin typeface="Calibri"/>
                <a:cs typeface="Calibri"/>
              </a:rPr>
              <a:t> </a:t>
            </a:r>
            <a:r>
              <a:rPr sz="2800" dirty="0">
                <a:latin typeface="Calibri"/>
                <a:cs typeface="Calibri"/>
              </a:rPr>
              <a:t>the</a:t>
            </a:r>
            <a:r>
              <a:rPr sz="2800" spc="390" dirty="0">
                <a:latin typeface="Calibri"/>
                <a:cs typeface="Calibri"/>
              </a:rPr>
              <a:t> </a:t>
            </a:r>
            <a:r>
              <a:rPr sz="2800" dirty="0">
                <a:latin typeface="Calibri"/>
                <a:cs typeface="Calibri"/>
              </a:rPr>
              <a:t>storage</a:t>
            </a:r>
            <a:r>
              <a:rPr sz="2800" spc="380" dirty="0">
                <a:latin typeface="Calibri"/>
                <a:cs typeface="Calibri"/>
              </a:rPr>
              <a:t> </a:t>
            </a:r>
            <a:r>
              <a:rPr sz="2800" dirty="0">
                <a:latin typeface="Calibri"/>
                <a:cs typeface="Calibri"/>
              </a:rPr>
              <a:t>required</a:t>
            </a:r>
            <a:r>
              <a:rPr sz="2800" spc="385" dirty="0">
                <a:latin typeface="Calibri"/>
                <a:cs typeface="Calibri"/>
              </a:rPr>
              <a:t> </a:t>
            </a:r>
            <a:r>
              <a:rPr sz="2800" spc="-25" dirty="0">
                <a:latin typeface="Calibri"/>
                <a:cs typeface="Calibri"/>
              </a:rPr>
              <a:t>to </a:t>
            </a:r>
            <a:r>
              <a:rPr sz="2800" dirty="0">
                <a:latin typeface="Calibri"/>
                <a:cs typeface="Calibri"/>
              </a:rPr>
              <a:t>save</a:t>
            </a:r>
            <a:r>
              <a:rPr sz="2800" spc="170" dirty="0">
                <a:latin typeface="Calibri"/>
                <a:cs typeface="Calibri"/>
              </a:rPr>
              <a:t>  </a:t>
            </a:r>
            <a:r>
              <a:rPr sz="2800" dirty="0">
                <a:latin typeface="Calibri"/>
                <a:cs typeface="Calibri"/>
              </a:rPr>
              <a:t>an</a:t>
            </a:r>
            <a:r>
              <a:rPr sz="2800" spc="175" dirty="0">
                <a:latin typeface="Calibri"/>
                <a:cs typeface="Calibri"/>
              </a:rPr>
              <a:t>  </a:t>
            </a:r>
            <a:r>
              <a:rPr sz="2800" dirty="0">
                <a:latin typeface="Calibri"/>
                <a:cs typeface="Calibri"/>
              </a:rPr>
              <a:t>image</a:t>
            </a:r>
            <a:r>
              <a:rPr sz="2800" spc="170" dirty="0">
                <a:latin typeface="Calibri"/>
                <a:cs typeface="Calibri"/>
              </a:rPr>
              <a:t>  </a:t>
            </a:r>
            <a:r>
              <a:rPr sz="2800" dirty="0">
                <a:latin typeface="Calibri"/>
                <a:cs typeface="Calibri"/>
              </a:rPr>
              <a:t>or</a:t>
            </a:r>
            <a:r>
              <a:rPr sz="2800" spc="180" dirty="0">
                <a:latin typeface="Calibri"/>
                <a:cs typeface="Calibri"/>
              </a:rPr>
              <a:t>  </a:t>
            </a:r>
            <a:r>
              <a:rPr sz="2800" dirty="0">
                <a:latin typeface="Calibri"/>
                <a:cs typeface="Calibri"/>
              </a:rPr>
              <a:t>the</a:t>
            </a:r>
            <a:r>
              <a:rPr sz="2800" spc="175" dirty="0">
                <a:latin typeface="Calibri"/>
                <a:cs typeface="Calibri"/>
              </a:rPr>
              <a:t>  </a:t>
            </a:r>
            <a:r>
              <a:rPr sz="2800" dirty="0">
                <a:latin typeface="Calibri"/>
                <a:cs typeface="Calibri"/>
              </a:rPr>
              <a:t>bandwidth</a:t>
            </a:r>
            <a:r>
              <a:rPr sz="2800" spc="185" dirty="0">
                <a:latin typeface="Calibri"/>
                <a:cs typeface="Calibri"/>
              </a:rPr>
              <a:t>  </a:t>
            </a:r>
            <a:r>
              <a:rPr sz="2800" dirty="0">
                <a:latin typeface="Calibri"/>
                <a:cs typeface="Calibri"/>
              </a:rPr>
              <a:t>required</a:t>
            </a:r>
            <a:r>
              <a:rPr sz="2800" spc="170" dirty="0">
                <a:latin typeface="Calibri"/>
                <a:cs typeface="Calibri"/>
              </a:rPr>
              <a:t>  </a:t>
            </a:r>
            <a:r>
              <a:rPr sz="2800" spc="-25" dirty="0">
                <a:latin typeface="Calibri"/>
                <a:cs typeface="Calibri"/>
              </a:rPr>
              <a:t>to </a:t>
            </a:r>
            <a:r>
              <a:rPr sz="2800" dirty="0">
                <a:latin typeface="Calibri"/>
                <a:cs typeface="Calibri"/>
              </a:rPr>
              <a:t>transmit</a:t>
            </a:r>
            <a:r>
              <a:rPr sz="2800" spc="-95" dirty="0">
                <a:latin typeface="Calibri"/>
                <a:cs typeface="Calibri"/>
              </a:rPr>
              <a:t> </a:t>
            </a:r>
            <a:r>
              <a:rPr sz="2800" spc="-25" dirty="0">
                <a:latin typeface="Calibri"/>
                <a:cs typeface="Calibri"/>
              </a:rPr>
              <a:t>it.</a:t>
            </a:r>
            <a:endParaRPr sz="2800">
              <a:latin typeface="Calibri"/>
              <a:cs typeface="Calibri"/>
            </a:endParaRPr>
          </a:p>
        </p:txBody>
      </p:sp>
      <p:pic>
        <p:nvPicPr>
          <p:cNvPr id="3" name="object 3"/>
          <p:cNvPicPr/>
          <p:nvPr/>
        </p:nvPicPr>
        <p:blipFill>
          <a:blip r:embed="rId2" cstate="print"/>
          <a:stretch>
            <a:fillRect/>
          </a:stretch>
        </p:blipFill>
        <p:spPr>
          <a:xfrm>
            <a:off x="2514600" y="2319527"/>
            <a:ext cx="4181855" cy="3962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45844" y="1081862"/>
            <a:ext cx="4410710" cy="3026410"/>
          </a:xfrm>
          <a:prstGeom prst="rect">
            <a:avLst/>
          </a:prstGeom>
        </p:spPr>
        <p:txBody>
          <a:bodyPr vert="horz" wrap="square" lIns="0" tIns="12700" rIns="0" bIns="0" rtlCol="0">
            <a:spAutoFit/>
          </a:bodyPr>
          <a:lstStyle/>
          <a:p>
            <a:pPr marL="356870" marR="343535" indent="-344805">
              <a:lnSpc>
                <a:spcPct val="100000"/>
              </a:lnSpc>
              <a:spcBef>
                <a:spcPts val="100"/>
              </a:spcBef>
            </a:pPr>
            <a:r>
              <a:rPr sz="2400" spc="-30" dirty="0">
                <a:latin typeface="Calibri"/>
                <a:cs typeface="Calibri"/>
              </a:rPr>
              <a:t>Tools</a:t>
            </a:r>
            <a:r>
              <a:rPr sz="2400" spc="-100" dirty="0">
                <a:latin typeface="Calibri"/>
                <a:cs typeface="Calibri"/>
              </a:rPr>
              <a:t> </a:t>
            </a:r>
            <a:r>
              <a:rPr sz="2400" dirty="0">
                <a:latin typeface="Calibri"/>
                <a:cs typeface="Calibri"/>
              </a:rPr>
              <a:t>for</a:t>
            </a:r>
            <a:r>
              <a:rPr sz="2400" spc="-114" dirty="0">
                <a:latin typeface="Calibri"/>
                <a:cs typeface="Calibri"/>
              </a:rPr>
              <a:t> </a:t>
            </a:r>
            <a:r>
              <a:rPr sz="2400" dirty="0">
                <a:latin typeface="Calibri"/>
                <a:cs typeface="Calibri"/>
              </a:rPr>
              <a:t>extracting</a:t>
            </a:r>
            <a:r>
              <a:rPr sz="2400" spc="-100" dirty="0">
                <a:latin typeface="Calibri"/>
                <a:cs typeface="Calibri"/>
              </a:rPr>
              <a:t> </a:t>
            </a:r>
            <a:r>
              <a:rPr sz="2400" spc="-10" dirty="0">
                <a:latin typeface="Calibri"/>
                <a:cs typeface="Calibri"/>
              </a:rPr>
              <a:t>image </a:t>
            </a:r>
            <a:r>
              <a:rPr sz="2400" dirty="0">
                <a:latin typeface="Calibri"/>
                <a:cs typeface="Calibri"/>
              </a:rPr>
              <a:t>components</a:t>
            </a:r>
            <a:r>
              <a:rPr sz="2400" spc="-125" dirty="0">
                <a:latin typeface="Calibri"/>
                <a:cs typeface="Calibri"/>
              </a:rPr>
              <a:t> </a:t>
            </a:r>
            <a:r>
              <a:rPr sz="2400" dirty="0">
                <a:latin typeface="Calibri"/>
                <a:cs typeface="Calibri"/>
              </a:rPr>
              <a:t>that</a:t>
            </a:r>
            <a:r>
              <a:rPr sz="2400" spc="-85" dirty="0">
                <a:latin typeface="Calibri"/>
                <a:cs typeface="Calibri"/>
              </a:rPr>
              <a:t> </a:t>
            </a:r>
            <a:r>
              <a:rPr sz="2400" dirty="0">
                <a:latin typeface="Calibri"/>
                <a:cs typeface="Calibri"/>
              </a:rPr>
              <a:t>are</a:t>
            </a:r>
            <a:r>
              <a:rPr sz="2400" spc="-90" dirty="0">
                <a:latin typeface="Calibri"/>
                <a:cs typeface="Calibri"/>
              </a:rPr>
              <a:t> </a:t>
            </a:r>
            <a:r>
              <a:rPr sz="2400" dirty="0">
                <a:latin typeface="Calibri"/>
                <a:cs typeface="Calibri"/>
              </a:rPr>
              <a:t>useful</a:t>
            </a:r>
            <a:r>
              <a:rPr sz="2400" spc="-70" dirty="0">
                <a:latin typeface="Calibri"/>
                <a:cs typeface="Calibri"/>
              </a:rPr>
              <a:t> </a:t>
            </a:r>
            <a:r>
              <a:rPr sz="2400" spc="-25" dirty="0">
                <a:latin typeface="Calibri"/>
                <a:cs typeface="Calibri"/>
              </a:rPr>
              <a:t>in </a:t>
            </a:r>
            <a:r>
              <a:rPr sz="2400" dirty="0">
                <a:latin typeface="Calibri"/>
                <a:cs typeface="Calibri"/>
              </a:rPr>
              <a:t>the </a:t>
            </a:r>
            <a:r>
              <a:rPr sz="2400" spc="-20" dirty="0">
                <a:latin typeface="Calibri"/>
                <a:cs typeface="Calibri"/>
              </a:rPr>
              <a:t>representation</a:t>
            </a:r>
            <a:r>
              <a:rPr sz="2400" spc="-40" dirty="0">
                <a:latin typeface="Calibri"/>
                <a:cs typeface="Calibri"/>
              </a:rPr>
              <a:t> </a:t>
            </a:r>
            <a:r>
              <a:rPr sz="2400" spc="-25" dirty="0">
                <a:latin typeface="Calibri"/>
                <a:cs typeface="Calibri"/>
              </a:rPr>
              <a:t>and </a:t>
            </a:r>
            <a:r>
              <a:rPr sz="2400" spc="-10" dirty="0">
                <a:latin typeface="Calibri"/>
                <a:cs typeface="Calibri"/>
              </a:rPr>
              <a:t>description</a:t>
            </a:r>
            <a:r>
              <a:rPr sz="2400" spc="-55" dirty="0">
                <a:latin typeface="Calibri"/>
                <a:cs typeface="Calibri"/>
              </a:rPr>
              <a:t> </a:t>
            </a:r>
            <a:r>
              <a:rPr sz="2400" dirty="0">
                <a:latin typeface="Calibri"/>
                <a:cs typeface="Calibri"/>
              </a:rPr>
              <a:t>of</a:t>
            </a:r>
            <a:r>
              <a:rPr sz="2400" spc="-30" dirty="0">
                <a:latin typeface="Calibri"/>
                <a:cs typeface="Calibri"/>
              </a:rPr>
              <a:t> </a:t>
            </a:r>
            <a:r>
              <a:rPr sz="2400" spc="-10" dirty="0">
                <a:latin typeface="Calibri"/>
                <a:cs typeface="Calibri"/>
              </a:rPr>
              <a:t>shape.</a:t>
            </a:r>
            <a:endParaRPr sz="2400">
              <a:latin typeface="Calibri"/>
              <a:cs typeface="Calibri"/>
            </a:endParaRPr>
          </a:p>
          <a:p>
            <a:pPr marL="356870" marR="5080" indent="-344805">
              <a:lnSpc>
                <a:spcPct val="100000"/>
              </a:lnSpc>
              <a:spcBef>
                <a:spcPts val="580"/>
              </a:spcBef>
            </a:pPr>
            <a:r>
              <a:rPr sz="2400" dirty="0">
                <a:latin typeface="Calibri"/>
                <a:cs typeface="Calibri"/>
              </a:rPr>
              <a:t>In</a:t>
            </a:r>
            <a:r>
              <a:rPr sz="2400" spc="-50" dirty="0">
                <a:latin typeface="Calibri"/>
                <a:cs typeface="Calibri"/>
              </a:rPr>
              <a:t> </a:t>
            </a:r>
            <a:r>
              <a:rPr sz="2400" dirty="0">
                <a:latin typeface="Calibri"/>
                <a:cs typeface="Calibri"/>
              </a:rPr>
              <a:t>this</a:t>
            </a:r>
            <a:r>
              <a:rPr sz="2400" spc="-80" dirty="0">
                <a:latin typeface="Calibri"/>
                <a:cs typeface="Calibri"/>
              </a:rPr>
              <a:t> </a:t>
            </a:r>
            <a:r>
              <a:rPr sz="2400" dirty="0">
                <a:latin typeface="Calibri"/>
                <a:cs typeface="Calibri"/>
              </a:rPr>
              <a:t>step,</a:t>
            </a:r>
            <a:r>
              <a:rPr sz="2400" spc="-50" dirty="0">
                <a:latin typeface="Calibri"/>
                <a:cs typeface="Calibri"/>
              </a:rPr>
              <a:t> </a:t>
            </a:r>
            <a:r>
              <a:rPr sz="2400" dirty="0">
                <a:latin typeface="Calibri"/>
                <a:cs typeface="Calibri"/>
              </a:rPr>
              <a:t>there</a:t>
            </a:r>
            <a:r>
              <a:rPr sz="2400" spc="-90" dirty="0">
                <a:latin typeface="Calibri"/>
                <a:cs typeface="Calibri"/>
              </a:rPr>
              <a:t> </a:t>
            </a:r>
            <a:r>
              <a:rPr sz="2400" dirty="0">
                <a:latin typeface="Calibri"/>
                <a:cs typeface="Calibri"/>
              </a:rPr>
              <a:t>would</a:t>
            </a:r>
            <a:r>
              <a:rPr sz="2400" spc="-50" dirty="0">
                <a:latin typeface="Calibri"/>
                <a:cs typeface="Calibri"/>
              </a:rPr>
              <a:t> </a:t>
            </a:r>
            <a:r>
              <a:rPr sz="2400" dirty="0">
                <a:latin typeface="Calibri"/>
                <a:cs typeface="Calibri"/>
              </a:rPr>
              <a:t>be</a:t>
            </a:r>
            <a:r>
              <a:rPr sz="2400" spc="-45" dirty="0">
                <a:latin typeface="Calibri"/>
                <a:cs typeface="Calibri"/>
              </a:rPr>
              <a:t> </a:t>
            </a:r>
            <a:r>
              <a:rPr sz="2400" spc="-50" dirty="0">
                <a:latin typeface="Calibri"/>
                <a:cs typeface="Calibri"/>
              </a:rPr>
              <a:t>a </a:t>
            </a:r>
            <a:r>
              <a:rPr sz="2400" dirty="0">
                <a:latin typeface="Calibri"/>
                <a:cs typeface="Calibri"/>
              </a:rPr>
              <a:t>transition</a:t>
            </a:r>
            <a:r>
              <a:rPr sz="2400" spc="-114" dirty="0">
                <a:latin typeface="Calibri"/>
                <a:cs typeface="Calibri"/>
              </a:rPr>
              <a:t> </a:t>
            </a:r>
            <a:r>
              <a:rPr sz="2400" dirty="0">
                <a:latin typeface="Calibri"/>
                <a:cs typeface="Calibri"/>
              </a:rPr>
              <a:t>from</a:t>
            </a:r>
            <a:r>
              <a:rPr sz="2400" spc="-105" dirty="0">
                <a:latin typeface="Calibri"/>
                <a:cs typeface="Calibri"/>
              </a:rPr>
              <a:t> </a:t>
            </a:r>
            <a:r>
              <a:rPr sz="2400" spc="-10" dirty="0">
                <a:latin typeface="Calibri"/>
                <a:cs typeface="Calibri"/>
              </a:rPr>
              <a:t>processes</a:t>
            </a:r>
            <a:r>
              <a:rPr sz="2400" spc="-65" dirty="0">
                <a:latin typeface="Calibri"/>
                <a:cs typeface="Calibri"/>
              </a:rPr>
              <a:t> </a:t>
            </a:r>
            <a:r>
              <a:rPr sz="2400" spc="-20" dirty="0">
                <a:latin typeface="Calibri"/>
                <a:cs typeface="Calibri"/>
              </a:rPr>
              <a:t>that </a:t>
            </a:r>
            <a:r>
              <a:rPr sz="2400" dirty="0">
                <a:latin typeface="Calibri"/>
                <a:cs typeface="Calibri"/>
              </a:rPr>
              <a:t>output</a:t>
            </a:r>
            <a:r>
              <a:rPr sz="2400" spc="-114" dirty="0">
                <a:latin typeface="Calibri"/>
                <a:cs typeface="Calibri"/>
              </a:rPr>
              <a:t> </a:t>
            </a:r>
            <a:r>
              <a:rPr sz="2400" dirty="0">
                <a:latin typeface="Calibri"/>
                <a:cs typeface="Calibri"/>
              </a:rPr>
              <a:t>images,</a:t>
            </a:r>
            <a:r>
              <a:rPr sz="2400" spc="-30" dirty="0">
                <a:latin typeface="Calibri"/>
                <a:cs typeface="Calibri"/>
              </a:rPr>
              <a:t> </a:t>
            </a:r>
            <a:r>
              <a:rPr sz="2400" dirty="0">
                <a:latin typeface="Calibri"/>
                <a:cs typeface="Calibri"/>
              </a:rPr>
              <a:t>to</a:t>
            </a:r>
            <a:r>
              <a:rPr sz="2400" spc="-70" dirty="0">
                <a:latin typeface="Calibri"/>
                <a:cs typeface="Calibri"/>
              </a:rPr>
              <a:t> </a:t>
            </a:r>
            <a:r>
              <a:rPr sz="2400" spc="-10" dirty="0">
                <a:latin typeface="Calibri"/>
                <a:cs typeface="Calibri"/>
              </a:rPr>
              <a:t>processes</a:t>
            </a:r>
            <a:r>
              <a:rPr sz="2400" spc="-50" dirty="0">
                <a:latin typeface="Calibri"/>
                <a:cs typeface="Calibri"/>
              </a:rPr>
              <a:t> </a:t>
            </a:r>
            <a:r>
              <a:rPr sz="2400" spc="-20" dirty="0">
                <a:latin typeface="Calibri"/>
                <a:cs typeface="Calibri"/>
              </a:rPr>
              <a:t>that </a:t>
            </a:r>
            <a:r>
              <a:rPr sz="2400" dirty="0">
                <a:latin typeface="Calibri"/>
                <a:cs typeface="Calibri"/>
              </a:rPr>
              <a:t>output</a:t>
            </a:r>
            <a:r>
              <a:rPr sz="2400" spc="-105" dirty="0">
                <a:latin typeface="Calibri"/>
                <a:cs typeface="Calibri"/>
              </a:rPr>
              <a:t> </a:t>
            </a:r>
            <a:r>
              <a:rPr sz="2400" dirty="0">
                <a:latin typeface="Calibri"/>
                <a:cs typeface="Calibri"/>
              </a:rPr>
              <a:t>image</a:t>
            </a:r>
            <a:r>
              <a:rPr sz="2400" spc="-40" dirty="0">
                <a:latin typeface="Calibri"/>
                <a:cs typeface="Calibri"/>
              </a:rPr>
              <a:t> </a:t>
            </a:r>
            <a:r>
              <a:rPr sz="2400" spc="-10" dirty="0">
                <a:latin typeface="Calibri"/>
                <a:cs typeface="Calibri"/>
              </a:rPr>
              <a:t>attributes.</a:t>
            </a:r>
            <a:endParaRPr sz="2400">
              <a:latin typeface="Calibri"/>
              <a:cs typeface="Calibri"/>
            </a:endParaRPr>
          </a:p>
        </p:txBody>
      </p:sp>
      <p:pic>
        <p:nvPicPr>
          <p:cNvPr id="3" name="object 3"/>
          <p:cNvPicPr/>
          <p:nvPr/>
        </p:nvPicPr>
        <p:blipFill>
          <a:blip r:embed="rId2" cstate="print"/>
          <a:stretch>
            <a:fillRect/>
          </a:stretch>
        </p:blipFill>
        <p:spPr>
          <a:xfrm>
            <a:off x="5684520" y="1331975"/>
            <a:ext cx="3430889" cy="3163824"/>
          </a:xfrm>
          <a:prstGeom prst="rect">
            <a:avLst/>
          </a:prstGeom>
        </p:spPr>
      </p:pic>
      <p:sp>
        <p:nvSpPr>
          <p:cNvPr id="4" name="object 4"/>
          <p:cNvSpPr txBox="1">
            <a:spLocks noGrp="1"/>
          </p:cNvSpPr>
          <p:nvPr>
            <p:ph type="title"/>
          </p:nvPr>
        </p:nvSpPr>
        <p:spPr>
          <a:xfrm>
            <a:off x="1374775" y="237185"/>
            <a:ext cx="5605145" cy="512445"/>
          </a:xfrm>
          <a:prstGeom prst="rect">
            <a:avLst/>
          </a:prstGeom>
        </p:spPr>
        <p:txBody>
          <a:bodyPr vert="horz" wrap="square" lIns="0" tIns="12065" rIns="0" bIns="0" rtlCol="0">
            <a:spAutoFit/>
          </a:bodyPr>
          <a:lstStyle/>
          <a:p>
            <a:pPr marL="12700">
              <a:lnSpc>
                <a:spcPct val="100000"/>
              </a:lnSpc>
              <a:spcBef>
                <a:spcPts val="95"/>
              </a:spcBef>
            </a:pPr>
            <a:r>
              <a:rPr sz="3200" b="1" dirty="0">
                <a:latin typeface="Calibri"/>
                <a:cs typeface="Calibri"/>
              </a:rPr>
              <a:t>Step</a:t>
            </a:r>
            <a:r>
              <a:rPr sz="3200" b="1" spc="-95" dirty="0">
                <a:latin typeface="Calibri"/>
                <a:cs typeface="Calibri"/>
              </a:rPr>
              <a:t> </a:t>
            </a:r>
            <a:r>
              <a:rPr sz="3200" b="1" dirty="0">
                <a:latin typeface="Calibri"/>
                <a:cs typeface="Calibri"/>
              </a:rPr>
              <a:t>7:</a:t>
            </a:r>
            <a:r>
              <a:rPr sz="3200" b="1" spc="-114" dirty="0">
                <a:latin typeface="Calibri"/>
                <a:cs typeface="Calibri"/>
              </a:rPr>
              <a:t> </a:t>
            </a:r>
            <a:r>
              <a:rPr sz="3200" b="1" dirty="0">
                <a:latin typeface="Calibri"/>
                <a:cs typeface="Calibri"/>
              </a:rPr>
              <a:t>Morphological</a:t>
            </a:r>
            <a:r>
              <a:rPr sz="3200" b="1" spc="-85" dirty="0">
                <a:latin typeface="Calibri"/>
                <a:cs typeface="Calibri"/>
              </a:rPr>
              <a:t> </a:t>
            </a:r>
            <a:r>
              <a:rPr sz="3200" b="1" spc="-10" dirty="0">
                <a:latin typeface="Calibri"/>
                <a:cs typeface="Calibri"/>
              </a:rPr>
              <a:t>Processing</a:t>
            </a:r>
            <a:endParaRPr sz="32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14983" y="246252"/>
            <a:ext cx="7138034" cy="2075180"/>
          </a:xfrm>
          <a:prstGeom prst="rect">
            <a:avLst/>
          </a:prstGeom>
        </p:spPr>
        <p:txBody>
          <a:bodyPr vert="horz" wrap="square" lIns="0" tIns="85725" rIns="0" bIns="0" rtlCol="0">
            <a:spAutoFit/>
          </a:bodyPr>
          <a:lstStyle/>
          <a:p>
            <a:pPr marL="12700">
              <a:lnSpc>
                <a:spcPct val="100000"/>
              </a:lnSpc>
              <a:spcBef>
                <a:spcPts val="675"/>
              </a:spcBef>
            </a:pPr>
            <a:r>
              <a:rPr sz="2400" b="1" dirty="0">
                <a:latin typeface="Calibri"/>
                <a:cs typeface="Calibri"/>
              </a:rPr>
              <a:t>Step</a:t>
            </a:r>
            <a:r>
              <a:rPr sz="2400" b="1" spc="-40" dirty="0">
                <a:latin typeface="Calibri"/>
                <a:cs typeface="Calibri"/>
              </a:rPr>
              <a:t> </a:t>
            </a:r>
            <a:r>
              <a:rPr sz="2400" b="1" dirty="0">
                <a:latin typeface="Calibri"/>
                <a:cs typeface="Calibri"/>
              </a:rPr>
              <a:t>8:</a:t>
            </a:r>
            <a:r>
              <a:rPr sz="2400" b="1" spc="-70" dirty="0">
                <a:latin typeface="Calibri"/>
                <a:cs typeface="Calibri"/>
              </a:rPr>
              <a:t> </a:t>
            </a:r>
            <a:r>
              <a:rPr sz="2400" b="1" dirty="0">
                <a:latin typeface="Calibri"/>
                <a:cs typeface="Calibri"/>
              </a:rPr>
              <a:t>Image</a:t>
            </a:r>
            <a:r>
              <a:rPr sz="2400" b="1" spc="-30" dirty="0">
                <a:latin typeface="Calibri"/>
                <a:cs typeface="Calibri"/>
              </a:rPr>
              <a:t> </a:t>
            </a:r>
            <a:r>
              <a:rPr sz="2400" b="1" spc="-10" dirty="0">
                <a:latin typeface="Calibri"/>
                <a:cs typeface="Calibri"/>
              </a:rPr>
              <a:t>Segmentation</a:t>
            </a:r>
            <a:endParaRPr sz="2400">
              <a:latin typeface="Calibri"/>
              <a:cs typeface="Calibri"/>
            </a:endParaRPr>
          </a:p>
          <a:p>
            <a:pPr marL="356870" marR="337820">
              <a:lnSpc>
                <a:spcPct val="100000"/>
              </a:lnSpc>
              <a:spcBef>
                <a:spcPts val="580"/>
              </a:spcBef>
            </a:pPr>
            <a:r>
              <a:rPr sz="2400" spc="-10" dirty="0">
                <a:latin typeface="Calibri"/>
                <a:cs typeface="Calibri"/>
              </a:rPr>
              <a:t>Segmentation</a:t>
            </a:r>
            <a:r>
              <a:rPr sz="2400" spc="-105" dirty="0">
                <a:latin typeface="Calibri"/>
                <a:cs typeface="Calibri"/>
              </a:rPr>
              <a:t> </a:t>
            </a:r>
            <a:r>
              <a:rPr sz="2400" spc="-10" dirty="0">
                <a:latin typeface="Calibri"/>
                <a:cs typeface="Calibri"/>
              </a:rPr>
              <a:t>procedures</a:t>
            </a:r>
            <a:r>
              <a:rPr sz="2400" spc="-70" dirty="0">
                <a:latin typeface="Calibri"/>
                <a:cs typeface="Calibri"/>
              </a:rPr>
              <a:t> </a:t>
            </a:r>
            <a:r>
              <a:rPr sz="2400" dirty="0">
                <a:latin typeface="Calibri"/>
                <a:cs typeface="Calibri"/>
              </a:rPr>
              <a:t>partition</a:t>
            </a:r>
            <a:r>
              <a:rPr sz="2400" spc="-105" dirty="0">
                <a:latin typeface="Calibri"/>
                <a:cs typeface="Calibri"/>
              </a:rPr>
              <a:t> </a:t>
            </a:r>
            <a:r>
              <a:rPr sz="2400" dirty="0">
                <a:latin typeface="Calibri"/>
                <a:cs typeface="Calibri"/>
              </a:rPr>
              <a:t>an</a:t>
            </a:r>
            <a:r>
              <a:rPr sz="2400" spc="-35" dirty="0">
                <a:latin typeface="Calibri"/>
                <a:cs typeface="Calibri"/>
              </a:rPr>
              <a:t> </a:t>
            </a:r>
            <a:r>
              <a:rPr sz="2400" dirty="0">
                <a:latin typeface="Calibri"/>
                <a:cs typeface="Calibri"/>
              </a:rPr>
              <a:t>image</a:t>
            </a:r>
            <a:r>
              <a:rPr sz="2400" spc="-45" dirty="0">
                <a:latin typeface="Calibri"/>
                <a:cs typeface="Calibri"/>
              </a:rPr>
              <a:t> </a:t>
            </a:r>
            <a:r>
              <a:rPr sz="2400" dirty="0">
                <a:latin typeface="Calibri"/>
                <a:cs typeface="Calibri"/>
              </a:rPr>
              <a:t>into</a:t>
            </a:r>
            <a:r>
              <a:rPr sz="2400" spc="-65" dirty="0">
                <a:latin typeface="Calibri"/>
                <a:cs typeface="Calibri"/>
              </a:rPr>
              <a:t> </a:t>
            </a:r>
            <a:r>
              <a:rPr sz="2400" spc="-25" dirty="0">
                <a:latin typeface="Calibri"/>
                <a:cs typeface="Calibri"/>
              </a:rPr>
              <a:t>its </a:t>
            </a:r>
            <a:r>
              <a:rPr sz="2400" spc="-10" dirty="0">
                <a:latin typeface="Calibri"/>
                <a:cs typeface="Calibri"/>
              </a:rPr>
              <a:t>constituent</a:t>
            </a:r>
            <a:r>
              <a:rPr sz="2400" spc="-80" dirty="0">
                <a:latin typeface="Calibri"/>
                <a:cs typeface="Calibri"/>
              </a:rPr>
              <a:t> </a:t>
            </a:r>
            <a:r>
              <a:rPr sz="2400" dirty="0">
                <a:latin typeface="Calibri"/>
                <a:cs typeface="Calibri"/>
              </a:rPr>
              <a:t>parts</a:t>
            </a:r>
            <a:r>
              <a:rPr sz="2400" spc="-40" dirty="0">
                <a:latin typeface="Calibri"/>
                <a:cs typeface="Calibri"/>
              </a:rPr>
              <a:t> </a:t>
            </a:r>
            <a:r>
              <a:rPr sz="2400" dirty="0">
                <a:latin typeface="Calibri"/>
                <a:cs typeface="Calibri"/>
              </a:rPr>
              <a:t>or</a:t>
            </a:r>
            <a:r>
              <a:rPr sz="2400" spc="-5" dirty="0">
                <a:latin typeface="Calibri"/>
                <a:cs typeface="Calibri"/>
              </a:rPr>
              <a:t> </a:t>
            </a:r>
            <a:r>
              <a:rPr sz="2400" spc="-10" dirty="0">
                <a:latin typeface="Calibri"/>
                <a:cs typeface="Calibri"/>
              </a:rPr>
              <a:t>objects.</a:t>
            </a:r>
            <a:endParaRPr sz="2400">
              <a:latin typeface="Calibri"/>
              <a:cs typeface="Calibri"/>
            </a:endParaRPr>
          </a:p>
          <a:p>
            <a:pPr marL="356870" marR="5080" indent="-344805">
              <a:lnSpc>
                <a:spcPct val="100000"/>
              </a:lnSpc>
              <a:spcBef>
                <a:spcPts val="580"/>
              </a:spcBef>
            </a:pPr>
            <a:r>
              <a:rPr sz="2400" b="1" dirty="0">
                <a:solidFill>
                  <a:srgbClr val="FF0000"/>
                </a:solidFill>
                <a:latin typeface="Calibri"/>
                <a:cs typeface="Calibri"/>
              </a:rPr>
              <a:t>Important</a:t>
            </a:r>
            <a:r>
              <a:rPr sz="2400" b="1" spc="-70" dirty="0">
                <a:solidFill>
                  <a:srgbClr val="FF0000"/>
                </a:solidFill>
                <a:latin typeface="Calibri"/>
                <a:cs typeface="Calibri"/>
              </a:rPr>
              <a:t> </a:t>
            </a:r>
            <a:r>
              <a:rPr sz="2400" b="1" dirty="0">
                <a:solidFill>
                  <a:srgbClr val="FF0000"/>
                </a:solidFill>
                <a:latin typeface="Calibri"/>
                <a:cs typeface="Calibri"/>
              </a:rPr>
              <a:t>Tip:</a:t>
            </a:r>
            <a:r>
              <a:rPr sz="2400" b="1" spc="-70" dirty="0">
                <a:solidFill>
                  <a:srgbClr val="FF0000"/>
                </a:solidFill>
                <a:latin typeface="Calibri"/>
                <a:cs typeface="Calibri"/>
              </a:rPr>
              <a:t> </a:t>
            </a:r>
            <a:r>
              <a:rPr sz="2400" b="1" dirty="0">
                <a:solidFill>
                  <a:srgbClr val="FF0000"/>
                </a:solidFill>
                <a:latin typeface="Calibri"/>
                <a:cs typeface="Calibri"/>
              </a:rPr>
              <a:t>The</a:t>
            </a:r>
            <a:r>
              <a:rPr sz="2400" b="1" spc="-60" dirty="0">
                <a:solidFill>
                  <a:srgbClr val="FF0000"/>
                </a:solidFill>
                <a:latin typeface="Calibri"/>
                <a:cs typeface="Calibri"/>
              </a:rPr>
              <a:t> </a:t>
            </a:r>
            <a:r>
              <a:rPr sz="2400" b="1" dirty="0">
                <a:solidFill>
                  <a:srgbClr val="FF0000"/>
                </a:solidFill>
                <a:latin typeface="Calibri"/>
                <a:cs typeface="Calibri"/>
              </a:rPr>
              <a:t>more</a:t>
            </a:r>
            <a:r>
              <a:rPr sz="2400" b="1" spc="-60" dirty="0">
                <a:solidFill>
                  <a:srgbClr val="FF0000"/>
                </a:solidFill>
                <a:latin typeface="Calibri"/>
                <a:cs typeface="Calibri"/>
              </a:rPr>
              <a:t> </a:t>
            </a:r>
            <a:r>
              <a:rPr sz="2400" b="1" spc="-10" dirty="0">
                <a:solidFill>
                  <a:srgbClr val="FF0000"/>
                </a:solidFill>
                <a:latin typeface="Calibri"/>
                <a:cs typeface="Calibri"/>
              </a:rPr>
              <a:t>accurate</a:t>
            </a:r>
            <a:r>
              <a:rPr sz="2400" b="1" spc="-85" dirty="0">
                <a:solidFill>
                  <a:srgbClr val="FF0000"/>
                </a:solidFill>
                <a:latin typeface="Calibri"/>
                <a:cs typeface="Calibri"/>
              </a:rPr>
              <a:t> </a:t>
            </a:r>
            <a:r>
              <a:rPr sz="2400" b="1" dirty="0">
                <a:solidFill>
                  <a:srgbClr val="FF0000"/>
                </a:solidFill>
                <a:latin typeface="Calibri"/>
                <a:cs typeface="Calibri"/>
              </a:rPr>
              <a:t>the</a:t>
            </a:r>
            <a:r>
              <a:rPr sz="2400" b="1" spc="-40" dirty="0">
                <a:solidFill>
                  <a:srgbClr val="FF0000"/>
                </a:solidFill>
                <a:latin typeface="Calibri"/>
                <a:cs typeface="Calibri"/>
              </a:rPr>
              <a:t> </a:t>
            </a:r>
            <a:r>
              <a:rPr sz="2400" b="1" spc="-10" dirty="0">
                <a:solidFill>
                  <a:srgbClr val="FF0000"/>
                </a:solidFill>
                <a:latin typeface="Calibri"/>
                <a:cs typeface="Calibri"/>
              </a:rPr>
              <a:t>segmentation,</a:t>
            </a:r>
            <a:r>
              <a:rPr sz="2400" b="1" spc="-25" dirty="0">
                <a:solidFill>
                  <a:srgbClr val="FF0000"/>
                </a:solidFill>
                <a:latin typeface="Calibri"/>
                <a:cs typeface="Calibri"/>
              </a:rPr>
              <a:t> the </a:t>
            </a:r>
            <a:r>
              <a:rPr sz="2400" b="1" dirty="0">
                <a:solidFill>
                  <a:srgbClr val="FF0000"/>
                </a:solidFill>
                <a:latin typeface="Calibri"/>
                <a:cs typeface="Calibri"/>
              </a:rPr>
              <a:t>more</a:t>
            </a:r>
            <a:r>
              <a:rPr sz="2400" b="1" spc="-70" dirty="0">
                <a:solidFill>
                  <a:srgbClr val="FF0000"/>
                </a:solidFill>
                <a:latin typeface="Calibri"/>
                <a:cs typeface="Calibri"/>
              </a:rPr>
              <a:t> </a:t>
            </a:r>
            <a:r>
              <a:rPr sz="2400" b="1" dirty="0">
                <a:solidFill>
                  <a:srgbClr val="FF0000"/>
                </a:solidFill>
                <a:latin typeface="Calibri"/>
                <a:cs typeface="Calibri"/>
              </a:rPr>
              <a:t>likely</a:t>
            </a:r>
            <a:r>
              <a:rPr sz="2400" b="1" spc="-65" dirty="0">
                <a:solidFill>
                  <a:srgbClr val="FF0000"/>
                </a:solidFill>
                <a:latin typeface="Calibri"/>
                <a:cs typeface="Calibri"/>
              </a:rPr>
              <a:t> </a:t>
            </a:r>
            <a:r>
              <a:rPr sz="2400" b="1" dirty="0">
                <a:solidFill>
                  <a:srgbClr val="FF0000"/>
                </a:solidFill>
                <a:latin typeface="Calibri"/>
                <a:cs typeface="Calibri"/>
              </a:rPr>
              <a:t>recognition</a:t>
            </a:r>
            <a:r>
              <a:rPr sz="2400" b="1" spc="-114" dirty="0">
                <a:solidFill>
                  <a:srgbClr val="FF0000"/>
                </a:solidFill>
                <a:latin typeface="Calibri"/>
                <a:cs typeface="Calibri"/>
              </a:rPr>
              <a:t> </a:t>
            </a:r>
            <a:r>
              <a:rPr sz="2400" b="1" dirty="0">
                <a:solidFill>
                  <a:srgbClr val="FF0000"/>
                </a:solidFill>
                <a:latin typeface="Calibri"/>
                <a:cs typeface="Calibri"/>
              </a:rPr>
              <a:t>is</a:t>
            </a:r>
            <a:r>
              <a:rPr sz="2400" b="1" spc="-55" dirty="0">
                <a:solidFill>
                  <a:srgbClr val="FF0000"/>
                </a:solidFill>
                <a:latin typeface="Calibri"/>
                <a:cs typeface="Calibri"/>
              </a:rPr>
              <a:t> </a:t>
            </a:r>
            <a:r>
              <a:rPr sz="2400" b="1" dirty="0">
                <a:solidFill>
                  <a:srgbClr val="FF0000"/>
                </a:solidFill>
                <a:latin typeface="Calibri"/>
                <a:cs typeface="Calibri"/>
              </a:rPr>
              <a:t>to</a:t>
            </a:r>
            <a:r>
              <a:rPr sz="2400" b="1" spc="-55" dirty="0">
                <a:solidFill>
                  <a:srgbClr val="FF0000"/>
                </a:solidFill>
                <a:latin typeface="Calibri"/>
                <a:cs typeface="Calibri"/>
              </a:rPr>
              <a:t> </a:t>
            </a:r>
            <a:r>
              <a:rPr sz="2400" b="1" spc="-10" dirty="0">
                <a:solidFill>
                  <a:srgbClr val="FF0000"/>
                </a:solidFill>
                <a:latin typeface="Calibri"/>
                <a:cs typeface="Calibri"/>
              </a:rPr>
              <a:t>succeed.</a:t>
            </a:r>
            <a:endParaRPr sz="24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51940" y="-60833"/>
            <a:ext cx="7764780" cy="2083435"/>
          </a:xfrm>
          <a:prstGeom prst="rect">
            <a:avLst/>
          </a:prstGeom>
        </p:spPr>
        <p:txBody>
          <a:bodyPr vert="horz" wrap="square" lIns="0" tIns="88265" rIns="0" bIns="0" rtlCol="0">
            <a:spAutoFit/>
          </a:bodyPr>
          <a:lstStyle/>
          <a:p>
            <a:pPr marL="12700" algn="just">
              <a:lnSpc>
                <a:spcPct val="100000"/>
              </a:lnSpc>
              <a:spcBef>
                <a:spcPts val="695"/>
              </a:spcBef>
            </a:pPr>
            <a:r>
              <a:rPr sz="2400" b="1" dirty="0">
                <a:latin typeface="Calibri"/>
                <a:cs typeface="Calibri"/>
              </a:rPr>
              <a:t>Step</a:t>
            </a:r>
            <a:r>
              <a:rPr sz="2400" b="1" spc="-40" dirty="0">
                <a:latin typeface="Calibri"/>
                <a:cs typeface="Calibri"/>
              </a:rPr>
              <a:t> </a:t>
            </a:r>
            <a:r>
              <a:rPr sz="2400" b="1" dirty="0">
                <a:latin typeface="Calibri"/>
                <a:cs typeface="Calibri"/>
              </a:rPr>
              <a:t>9:</a:t>
            </a:r>
            <a:r>
              <a:rPr sz="2400" b="1" spc="-70" dirty="0">
                <a:latin typeface="Calibri"/>
                <a:cs typeface="Calibri"/>
              </a:rPr>
              <a:t> </a:t>
            </a:r>
            <a:r>
              <a:rPr sz="2400" b="1" spc="-10" dirty="0">
                <a:latin typeface="Calibri"/>
                <a:cs typeface="Calibri"/>
              </a:rPr>
              <a:t>Representation</a:t>
            </a:r>
            <a:r>
              <a:rPr sz="2400" b="1" spc="-65" dirty="0">
                <a:latin typeface="Calibri"/>
                <a:cs typeface="Calibri"/>
              </a:rPr>
              <a:t> </a:t>
            </a:r>
            <a:r>
              <a:rPr sz="2400" b="1" dirty="0">
                <a:latin typeface="Calibri"/>
                <a:cs typeface="Calibri"/>
              </a:rPr>
              <a:t>and</a:t>
            </a:r>
            <a:r>
              <a:rPr sz="2400" b="1" spc="-50" dirty="0">
                <a:latin typeface="Calibri"/>
                <a:cs typeface="Calibri"/>
              </a:rPr>
              <a:t> </a:t>
            </a:r>
            <a:r>
              <a:rPr sz="2400" b="1" spc="-10" dirty="0">
                <a:latin typeface="Calibri"/>
                <a:cs typeface="Calibri"/>
              </a:rPr>
              <a:t>Description</a:t>
            </a:r>
            <a:endParaRPr sz="2400">
              <a:latin typeface="Calibri"/>
              <a:cs typeface="Calibri"/>
            </a:endParaRPr>
          </a:p>
          <a:p>
            <a:pPr marL="295910" marR="5080" indent="-283845" algn="just">
              <a:lnSpc>
                <a:spcPct val="100000"/>
              </a:lnSpc>
              <a:spcBef>
                <a:spcPts val="600"/>
              </a:spcBef>
            </a:pPr>
            <a:r>
              <a:rPr sz="1900" dirty="0">
                <a:solidFill>
                  <a:srgbClr val="4F81BC"/>
                </a:solidFill>
                <a:latin typeface="Calibri"/>
                <a:cs typeface="Calibri"/>
              </a:rPr>
              <a:t>-</a:t>
            </a:r>
            <a:r>
              <a:rPr sz="1900" spc="325" dirty="0">
                <a:solidFill>
                  <a:srgbClr val="4F81BC"/>
                </a:solidFill>
                <a:latin typeface="Calibri"/>
                <a:cs typeface="Calibri"/>
              </a:rPr>
              <a:t>  </a:t>
            </a:r>
            <a:r>
              <a:rPr sz="2400" b="1" dirty="0">
                <a:latin typeface="Calibri"/>
                <a:cs typeface="Calibri"/>
              </a:rPr>
              <a:t>Representation:</a:t>
            </a:r>
            <a:r>
              <a:rPr sz="2400" b="1" spc="225" dirty="0">
                <a:latin typeface="Calibri"/>
                <a:cs typeface="Calibri"/>
              </a:rPr>
              <a:t> </a:t>
            </a:r>
            <a:r>
              <a:rPr sz="2400" dirty="0">
                <a:latin typeface="Calibri"/>
                <a:cs typeface="Calibri"/>
              </a:rPr>
              <a:t>Make</a:t>
            </a:r>
            <a:r>
              <a:rPr sz="2400" spc="210" dirty="0">
                <a:latin typeface="Calibri"/>
                <a:cs typeface="Calibri"/>
              </a:rPr>
              <a:t> </a:t>
            </a:r>
            <a:r>
              <a:rPr sz="2400" dirty="0">
                <a:latin typeface="Calibri"/>
                <a:cs typeface="Calibri"/>
              </a:rPr>
              <a:t>a</a:t>
            </a:r>
            <a:r>
              <a:rPr sz="2400" spc="210" dirty="0">
                <a:latin typeface="Calibri"/>
                <a:cs typeface="Calibri"/>
              </a:rPr>
              <a:t> </a:t>
            </a:r>
            <a:r>
              <a:rPr sz="2400" dirty="0">
                <a:latin typeface="Calibri"/>
                <a:cs typeface="Calibri"/>
              </a:rPr>
              <a:t>decision</a:t>
            </a:r>
            <a:r>
              <a:rPr sz="2400" spc="254" dirty="0">
                <a:latin typeface="Calibri"/>
                <a:cs typeface="Calibri"/>
              </a:rPr>
              <a:t> </a:t>
            </a:r>
            <a:r>
              <a:rPr sz="2400" dirty="0">
                <a:latin typeface="Calibri"/>
                <a:cs typeface="Calibri"/>
              </a:rPr>
              <a:t>whether</a:t>
            </a:r>
            <a:r>
              <a:rPr sz="2400" spc="210" dirty="0">
                <a:latin typeface="Calibri"/>
                <a:cs typeface="Calibri"/>
              </a:rPr>
              <a:t> </a:t>
            </a:r>
            <a:r>
              <a:rPr sz="2400" dirty="0">
                <a:latin typeface="Calibri"/>
                <a:cs typeface="Calibri"/>
              </a:rPr>
              <a:t>the</a:t>
            </a:r>
            <a:r>
              <a:rPr sz="2400" spc="204" dirty="0">
                <a:latin typeface="Calibri"/>
                <a:cs typeface="Calibri"/>
              </a:rPr>
              <a:t> </a:t>
            </a:r>
            <a:r>
              <a:rPr sz="2400" dirty="0">
                <a:latin typeface="Calibri"/>
                <a:cs typeface="Calibri"/>
              </a:rPr>
              <a:t>data</a:t>
            </a:r>
            <a:r>
              <a:rPr sz="2400" spc="210" dirty="0">
                <a:latin typeface="Calibri"/>
                <a:cs typeface="Calibri"/>
              </a:rPr>
              <a:t> </a:t>
            </a:r>
            <a:r>
              <a:rPr sz="2400" spc="-10" dirty="0">
                <a:latin typeface="Calibri"/>
                <a:cs typeface="Calibri"/>
              </a:rPr>
              <a:t>should </a:t>
            </a:r>
            <a:r>
              <a:rPr sz="2400" dirty="0">
                <a:latin typeface="Calibri"/>
                <a:cs typeface="Calibri"/>
              </a:rPr>
              <a:t>be</a:t>
            </a:r>
            <a:r>
              <a:rPr sz="2400" spc="100" dirty="0">
                <a:latin typeface="Calibri"/>
                <a:cs typeface="Calibri"/>
              </a:rPr>
              <a:t> </a:t>
            </a:r>
            <a:r>
              <a:rPr sz="2400" dirty="0">
                <a:latin typeface="Calibri"/>
                <a:cs typeface="Calibri"/>
              </a:rPr>
              <a:t>represented</a:t>
            </a:r>
            <a:r>
              <a:rPr sz="2400" spc="114" dirty="0">
                <a:latin typeface="Calibri"/>
                <a:cs typeface="Calibri"/>
              </a:rPr>
              <a:t> </a:t>
            </a:r>
            <a:r>
              <a:rPr sz="2400" dirty="0">
                <a:latin typeface="Calibri"/>
                <a:cs typeface="Calibri"/>
              </a:rPr>
              <a:t>as</a:t>
            </a:r>
            <a:r>
              <a:rPr sz="2400" spc="75" dirty="0">
                <a:latin typeface="Calibri"/>
                <a:cs typeface="Calibri"/>
              </a:rPr>
              <a:t> </a:t>
            </a:r>
            <a:r>
              <a:rPr sz="2400" dirty="0">
                <a:latin typeface="Calibri"/>
                <a:cs typeface="Calibri"/>
              </a:rPr>
              <a:t>a</a:t>
            </a:r>
            <a:r>
              <a:rPr sz="2400" spc="80" dirty="0">
                <a:latin typeface="Calibri"/>
                <a:cs typeface="Calibri"/>
              </a:rPr>
              <a:t> </a:t>
            </a:r>
            <a:r>
              <a:rPr sz="2400" dirty="0">
                <a:latin typeface="Calibri"/>
                <a:cs typeface="Calibri"/>
              </a:rPr>
              <a:t>boundary</a:t>
            </a:r>
            <a:r>
              <a:rPr sz="2400" spc="105" dirty="0">
                <a:latin typeface="Calibri"/>
                <a:cs typeface="Calibri"/>
              </a:rPr>
              <a:t> </a:t>
            </a:r>
            <a:r>
              <a:rPr sz="2400" dirty="0">
                <a:latin typeface="Calibri"/>
                <a:cs typeface="Calibri"/>
              </a:rPr>
              <a:t>or</a:t>
            </a:r>
            <a:r>
              <a:rPr sz="2400" spc="80" dirty="0">
                <a:latin typeface="Calibri"/>
                <a:cs typeface="Calibri"/>
              </a:rPr>
              <a:t> </a:t>
            </a:r>
            <a:r>
              <a:rPr sz="2400" dirty="0">
                <a:latin typeface="Calibri"/>
                <a:cs typeface="Calibri"/>
              </a:rPr>
              <a:t>as</a:t>
            </a:r>
            <a:r>
              <a:rPr sz="2400" spc="100" dirty="0">
                <a:latin typeface="Calibri"/>
                <a:cs typeface="Calibri"/>
              </a:rPr>
              <a:t> </a:t>
            </a:r>
            <a:r>
              <a:rPr sz="2400" dirty="0">
                <a:latin typeface="Calibri"/>
                <a:cs typeface="Calibri"/>
              </a:rPr>
              <a:t>a</a:t>
            </a:r>
            <a:r>
              <a:rPr sz="2400" spc="75" dirty="0">
                <a:latin typeface="Calibri"/>
                <a:cs typeface="Calibri"/>
              </a:rPr>
              <a:t> </a:t>
            </a:r>
            <a:r>
              <a:rPr sz="2400" dirty="0">
                <a:latin typeface="Calibri"/>
                <a:cs typeface="Calibri"/>
              </a:rPr>
              <a:t>complete</a:t>
            </a:r>
            <a:r>
              <a:rPr sz="2400" spc="90" dirty="0">
                <a:latin typeface="Calibri"/>
                <a:cs typeface="Calibri"/>
              </a:rPr>
              <a:t> </a:t>
            </a:r>
            <a:r>
              <a:rPr sz="2400" dirty="0">
                <a:latin typeface="Calibri"/>
                <a:cs typeface="Calibri"/>
              </a:rPr>
              <a:t>region.</a:t>
            </a:r>
            <a:r>
              <a:rPr sz="2400" spc="75" dirty="0">
                <a:latin typeface="Calibri"/>
                <a:cs typeface="Calibri"/>
              </a:rPr>
              <a:t> </a:t>
            </a:r>
            <a:r>
              <a:rPr sz="2400" dirty="0">
                <a:latin typeface="Calibri"/>
                <a:cs typeface="Calibri"/>
              </a:rPr>
              <a:t>It</a:t>
            </a:r>
            <a:r>
              <a:rPr sz="2400" spc="90" dirty="0">
                <a:latin typeface="Calibri"/>
                <a:cs typeface="Calibri"/>
              </a:rPr>
              <a:t> </a:t>
            </a:r>
            <a:r>
              <a:rPr sz="2400" spc="-25" dirty="0">
                <a:latin typeface="Calibri"/>
                <a:cs typeface="Calibri"/>
              </a:rPr>
              <a:t>is </a:t>
            </a:r>
            <a:r>
              <a:rPr sz="2400" dirty="0">
                <a:latin typeface="Calibri"/>
                <a:cs typeface="Calibri"/>
              </a:rPr>
              <a:t>almost</a:t>
            </a:r>
            <a:r>
              <a:rPr sz="2400" spc="-55" dirty="0">
                <a:latin typeface="Calibri"/>
                <a:cs typeface="Calibri"/>
              </a:rPr>
              <a:t> </a:t>
            </a:r>
            <a:r>
              <a:rPr sz="2400" dirty="0">
                <a:latin typeface="Calibri"/>
                <a:cs typeface="Calibri"/>
              </a:rPr>
              <a:t>always</a:t>
            </a:r>
            <a:r>
              <a:rPr sz="2400" spc="-25" dirty="0">
                <a:latin typeface="Calibri"/>
                <a:cs typeface="Calibri"/>
              </a:rPr>
              <a:t> </a:t>
            </a:r>
            <a:r>
              <a:rPr sz="2400" dirty="0">
                <a:latin typeface="Calibri"/>
                <a:cs typeface="Calibri"/>
              </a:rPr>
              <a:t>follows</a:t>
            </a:r>
            <a:r>
              <a:rPr sz="2400" spc="-65" dirty="0">
                <a:latin typeface="Calibri"/>
                <a:cs typeface="Calibri"/>
              </a:rPr>
              <a:t> </a:t>
            </a:r>
            <a:r>
              <a:rPr sz="2400" dirty="0">
                <a:latin typeface="Calibri"/>
                <a:cs typeface="Calibri"/>
              </a:rPr>
              <a:t>the</a:t>
            </a:r>
            <a:r>
              <a:rPr sz="2400" spc="-70" dirty="0">
                <a:latin typeface="Calibri"/>
                <a:cs typeface="Calibri"/>
              </a:rPr>
              <a:t> </a:t>
            </a:r>
            <a:r>
              <a:rPr sz="2400" dirty="0">
                <a:latin typeface="Calibri"/>
                <a:cs typeface="Calibri"/>
              </a:rPr>
              <a:t>output</a:t>
            </a:r>
            <a:r>
              <a:rPr sz="2400" spc="-70" dirty="0">
                <a:latin typeface="Calibri"/>
                <a:cs typeface="Calibri"/>
              </a:rPr>
              <a:t> </a:t>
            </a:r>
            <a:r>
              <a:rPr sz="2400" dirty="0">
                <a:latin typeface="Calibri"/>
                <a:cs typeface="Calibri"/>
              </a:rPr>
              <a:t>of</a:t>
            </a:r>
            <a:r>
              <a:rPr sz="2400" spc="-35" dirty="0">
                <a:latin typeface="Calibri"/>
                <a:cs typeface="Calibri"/>
              </a:rPr>
              <a:t> </a:t>
            </a:r>
            <a:r>
              <a:rPr sz="2400" dirty="0">
                <a:latin typeface="Calibri"/>
                <a:cs typeface="Calibri"/>
              </a:rPr>
              <a:t>a</a:t>
            </a:r>
            <a:r>
              <a:rPr sz="2400" spc="-45" dirty="0">
                <a:latin typeface="Calibri"/>
                <a:cs typeface="Calibri"/>
              </a:rPr>
              <a:t> </a:t>
            </a:r>
            <a:r>
              <a:rPr sz="2400" spc="-10" dirty="0">
                <a:latin typeface="Calibri"/>
                <a:cs typeface="Calibri"/>
              </a:rPr>
              <a:t>segmentation</a:t>
            </a:r>
            <a:r>
              <a:rPr sz="2400" spc="-90" dirty="0">
                <a:latin typeface="Calibri"/>
                <a:cs typeface="Calibri"/>
              </a:rPr>
              <a:t> </a:t>
            </a:r>
            <a:r>
              <a:rPr sz="2400" spc="-10" dirty="0">
                <a:latin typeface="Calibri"/>
                <a:cs typeface="Calibri"/>
              </a:rPr>
              <a:t>stage.</a:t>
            </a:r>
            <a:endParaRPr sz="2400">
              <a:latin typeface="Calibri"/>
              <a:cs typeface="Calibri"/>
            </a:endParaRPr>
          </a:p>
          <a:p>
            <a:pPr marL="332740" algn="just">
              <a:lnSpc>
                <a:spcPct val="100000"/>
              </a:lnSpc>
              <a:spcBef>
                <a:spcPts val="605"/>
              </a:spcBef>
            </a:pPr>
            <a:r>
              <a:rPr sz="2400" dirty="0">
                <a:solidFill>
                  <a:srgbClr val="4F81BC"/>
                </a:solidFill>
                <a:latin typeface="Calibri"/>
                <a:cs typeface="Calibri"/>
              </a:rPr>
              <a:t>-</a:t>
            </a:r>
            <a:r>
              <a:rPr sz="2400" spc="525" dirty="0">
                <a:solidFill>
                  <a:srgbClr val="4F81BC"/>
                </a:solidFill>
                <a:latin typeface="Calibri"/>
                <a:cs typeface="Calibri"/>
              </a:rPr>
              <a:t> </a:t>
            </a:r>
            <a:r>
              <a:rPr sz="2400" b="1" dirty="0">
                <a:latin typeface="Calibri"/>
                <a:cs typeface="Calibri"/>
              </a:rPr>
              <a:t>Boundary</a:t>
            </a:r>
            <a:r>
              <a:rPr sz="2400" b="1" spc="320" dirty="0">
                <a:latin typeface="Calibri"/>
                <a:cs typeface="Calibri"/>
              </a:rPr>
              <a:t>  </a:t>
            </a:r>
            <a:r>
              <a:rPr sz="2400" b="1" dirty="0">
                <a:latin typeface="Calibri"/>
                <a:cs typeface="Calibri"/>
              </a:rPr>
              <a:t>Representation:</a:t>
            </a:r>
            <a:r>
              <a:rPr sz="2400" b="1" spc="315" dirty="0">
                <a:latin typeface="Calibri"/>
                <a:cs typeface="Calibri"/>
              </a:rPr>
              <a:t>  </a:t>
            </a:r>
            <a:r>
              <a:rPr sz="2400" dirty="0">
                <a:latin typeface="Calibri"/>
                <a:cs typeface="Calibri"/>
              </a:rPr>
              <a:t>Focus</a:t>
            </a:r>
            <a:r>
              <a:rPr sz="2400" spc="310" dirty="0">
                <a:latin typeface="Calibri"/>
                <a:cs typeface="Calibri"/>
              </a:rPr>
              <a:t>  </a:t>
            </a:r>
            <a:r>
              <a:rPr sz="2400" dirty="0">
                <a:latin typeface="Calibri"/>
                <a:cs typeface="Calibri"/>
              </a:rPr>
              <a:t>on</a:t>
            </a:r>
            <a:r>
              <a:rPr sz="2400" spc="320" dirty="0">
                <a:latin typeface="Calibri"/>
                <a:cs typeface="Calibri"/>
              </a:rPr>
              <a:t>  </a:t>
            </a:r>
            <a:r>
              <a:rPr sz="2400" dirty="0">
                <a:latin typeface="Calibri"/>
                <a:cs typeface="Calibri"/>
              </a:rPr>
              <a:t>external</a:t>
            </a:r>
            <a:r>
              <a:rPr sz="2400" spc="320" dirty="0">
                <a:latin typeface="Calibri"/>
                <a:cs typeface="Calibri"/>
              </a:rPr>
              <a:t>  </a:t>
            </a:r>
            <a:r>
              <a:rPr sz="2400" spc="-10" dirty="0">
                <a:latin typeface="Calibri"/>
                <a:cs typeface="Calibri"/>
              </a:rPr>
              <a:t>shape</a:t>
            </a:r>
            <a:endParaRPr sz="2400">
              <a:latin typeface="Calibri"/>
              <a:cs typeface="Calibri"/>
            </a:endParaRPr>
          </a:p>
        </p:txBody>
      </p:sp>
      <p:sp>
        <p:nvSpPr>
          <p:cNvPr id="3" name="object 3"/>
          <p:cNvSpPr txBox="1"/>
          <p:nvPr/>
        </p:nvSpPr>
        <p:spPr>
          <a:xfrm>
            <a:off x="1472311" y="1921382"/>
            <a:ext cx="6045200" cy="1275080"/>
          </a:xfrm>
          <a:prstGeom prst="rect">
            <a:avLst/>
          </a:prstGeom>
        </p:spPr>
        <p:txBody>
          <a:bodyPr vert="horz" wrap="square" lIns="0" tIns="88265" rIns="0" bIns="0" rtlCol="0">
            <a:spAutoFit/>
          </a:bodyPr>
          <a:lstStyle/>
          <a:p>
            <a:pPr marL="250190">
              <a:lnSpc>
                <a:spcPct val="100000"/>
              </a:lnSpc>
              <a:spcBef>
                <a:spcPts val="695"/>
              </a:spcBef>
            </a:pPr>
            <a:r>
              <a:rPr sz="2400" spc="-10" dirty="0">
                <a:latin typeface="Calibri"/>
                <a:cs typeface="Calibri"/>
              </a:rPr>
              <a:t>characteristics,</a:t>
            </a:r>
            <a:r>
              <a:rPr sz="2400" spc="-65" dirty="0">
                <a:latin typeface="Calibri"/>
                <a:cs typeface="Calibri"/>
              </a:rPr>
              <a:t> </a:t>
            </a:r>
            <a:r>
              <a:rPr sz="2400" dirty="0">
                <a:latin typeface="Calibri"/>
                <a:cs typeface="Calibri"/>
              </a:rPr>
              <a:t>such</a:t>
            </a:r>
            <a:r>
              <a:rPr sz="2400" spc="-60" dirty="0">
                <a:latin typeface="Calibri"/>
                <a:cs typeface="Calibri"/>
              </a:rPr>
              <a:t> </a:t>
            </a:r>
            <a:r>
              <a:rPr sz="2400" dirty="0">
                <a:latin typeface="Calibri"/>
                <a:cs typeface="Calibri"/>
              </a:rPr>
              <a:t>as</a:t>
            </a:r>
            <a:r>
              <a:rPr sz="2400" spc="-30" dirty="0">
                <a:latin typeface="Calibri"/>
                <a:cs typeface="Calibri"/>
              </a:rPr>
              <a:t> </a:t>
            </a:r>
            <a:r>
              <a:rPr sz="2400" dirty="0">
                <a:latin typeface="Calibri"/>
                <a:cs typeface="Calibri"/>
              </a:rPr>
              <a:t>corners</a:t>
            </a:r>
            <a:r>
              <a:rPr sz="2400" spc="-45" dirty="0">
                <a:latin typeface="Calibri"/>
                <a:cs typeface="Calibri"/>
              </a:rPr>
              <a:t> </a:t>
            </a:r>
            <a:r>
              <a:rPr sz="2400" dirty="0">
                <a:latin typeface="Calibri"/>
                <a:cs typeface="Calibri"/>
              </a:rPr>
              <a:t>and</a:t>
            </a:r>
            <a:r>
              <a:rPr sz="2400" spc="-65" dirty="0">
                <a:latin typeface="Calibri"/>
                <a:cs typeface="Calibri"/>
              </a:rPr>
              <a:t> </a:t>
            </a:r>
            <a:r>
              <a:rPr sz="2400" spc="-10" dirty="0">
                <a:latin typeface="Calibri"/>
                <a:cs typeface="Calibri"/>
              </a:rPr>
              <a:t>inflections.</a:t>
            </a:r>
            <a:endParaRPr sz="2400">
              <a:latin typeface="Calibri"/>
              <a:cs typeface="Calibri"/>
            </a:endParaRPr>
          </a:p>
          <a:p>
            <a:pPr marL="12700">
              <a:lnSpc>
                <a:spcPct val="100000"/>
              </a:lnSpc>
              <a:spcBef>
                <a:spcPts val="600"/>
              </a:spcBef>
              <a:tabLst>
                <a:tab pos="250190" algn="l"/>
                <a:tab pos="1308100" algn="l"/>
                <a:tab pos="3518535" algn="l"/>
                <a:tab pos="4411980" algn="l"/>
                <a:tab pos="4921250" algn="l"/>
              </a:tabLst>
            </a:pPr>
            <a:r>
              <a:rPr sz="2400" spc="-50" dirty="0">
                <a:solidFill>
                  <a:srgbClr val="4F81BC"/>
                </a:solidFill>
                <a:latin typeface="Calibri"/>
                <a:cs typeface="Calibri"/>
              </a:rPr>
              <a:t>-</a:t>
            </a:r>
            <a:r>
              <a:rPr sz="2400" dirty="0">
                <a:solidFill>
                  <a:srgbClr val="4F81BC"/>
                </a:solidFill>
                <a:latin typeface="Calibri"/>
                <a:cs typeface="Calibri"/>
              </a:rPr>
              <a:t>	</a:t>
            </a:r>
            <a:r>
              <a:rPr sz="2400" b="1" spc="-10" dirty="0">
                <a:latin typeface="Calibri"/>
                <a:cs typeface="Calibri"/>
              </a:rPr>
              <a:t>Region</a:t>
            </a:r>
            <a:r>
              <a:rPr sz="2400" b="1" dirty="0">
                <a:latin typeface="Calibri"/>
                <a:cs typeface="Calibri"/>
              </a:rPr>
              <a:t>	</a:t>
            </a:r>
            <a:r>
              <a:rPr sz="2400" b="1" spc="-10" dirty="0">
                <a:latin typeface="Calibri"/>
                <a:cs typeface="Calibri"/>
              </a:rPr>
              <a:t>Representation:</a:t>
            </a:r>
            <a:r>
              <a:rPr sz="2400" b="1" dirty="0">
                <a:latin typeface="Calibri"/>
                <a:cs typeface="Calibri"/>
              </a:rPr>
              <a:t>	</a:t>
            </a:r>
            <a:r>
              <a:rPr sz="2400" spc="-10" dirty="0">
                <a:latin typeface="Calibri"/>
                <a:cs typeface="Calibri"/>
              </a:rPr>
              <a:t>Focus</a:t>
            </a:r>
            <a:r>
              <a:rPr sz="2400" dirty="0">
                <a:latin typeface="Calibri"/>
                <a:cs typeface="Calibri"/>
              </a:rPr>
              <a:t>	</a:t>
            </a:r>
            <a:r>
              <a:rPr sz="2400" spc="-25" dirty="0">
                <a:latin typeface="Calibri"/>
                <a:cs typeface="Calibri"/>
              </a:rPr>
              <a:t>on</a:t>
            </a:r>
            <a:r>
              <a:rPr sz="2400" dirty="0">
                <a:latin typeface="Calibri"/>
                <a:cs typeface="Calibri"/>
              </a:rPr>
              <a:t>	</a:t>
            </a:r>
            <a:r>
              <a:rPr sz="2400" spc="-10" dirty="0">
                <a:latin typeface="Calibri"/>
                <a:cs typeface="Calibri"/>
              </a:rPr>
              <a:t>internal</a:t>
            </a:r>
            <a:endParaRPr sz="2400">
              <a:latin typeface="Calibri"/>
              <a:cs typeface="Calibri"/>
            </a:endParaRPr>
          </a:p>
          <a:p>
            <a:pPr marL="250190">
              <a:lnSpc>
                <a:spcPct val="100000"/>
              </a:lnSpc>
              <a:spcBef>
                <a:spcPts val="5"/>
              </a:spcBef>
            </a:pPr>
            <a:r>
              <a:rPr sz="2400" dirty="0">
                <a:latin typeface="Calibri"/>
                <a:cs typeface="Calibri"/>
              </a:rPr>
              <a:t>such</a:t>
            </a:r>
            <a:r>
              <a:rPr sz="2400" spc="-40" dirty="0">
                <a:latin typeface="Calibri"/>
                <a:cs typeface="Calibri"/>
              </a:rPr>
              <a:t> </a:t>
            </a:r>
            <a:r>
              <a:rPr sz="2400" dirty="0">
                <a:latin typeface="Calibri"/>
                <a:cs typeface="Calibri"/>
              </a:rPr>
              <a:t>as</a:t>
            </a:r>
            <a:r>
              <a:rPr sz="2400" spc="-50" dirty="0">
                <a:latin typeface="Calibri"/>
                <a:cs typeface="Calibri"/>
              </a:rPr>
              <a:t> </a:t>
            </a:r>
            <a:r>
              <a:rPr sz="2400" spc="-10" dirty="0">
                <a:latin typeface="Calibri"/>
                <a:cs typeface="Calibri"/>
              </a:rPr>
              <a:t>texture</a:t>
            </a:r>
            <a:r>
              <a:rPr sz="2400" spc="-60" dirty="0">
                <a:latin typeface="Calibri"/>
                <a:cs typeface="Calibri"/>
              </a:rPr>
              <a:t> </a:t>
            </a:r>
            <a:r>
              <a:rPr sz="2400" dirty="0">
                <a:latin typeface="Calibri"/>
                <a:cs typeface="Calibri"/>
              </a:rPr>
              <a:t>or</a:t>
            </a:r>
            <a:r>
              <a:rPr sz="2400" spc="-50" dirty="0">
                <a:latin typeface="Calibri"/>
                <a:cs typeface="Calibri"/>
              </a:rPr>
              <a:t> </a:t>
            </a:r>
            <a:r>
              <a:rPr sz="2400" spc="-10" dirty="0">
                <a:latin typeface="Calibri"/>
                <a:cs typeface="Calibri"/>
              </a:rPr>
              <a:t>skeleton</a:t>
            </a:r>
            <a:r>
              <a:rPr sz="2400" spc="-35" dirty="0">
                <a:latin typeface="Calibri"/>
                <a:cs typeface="Calibri"/>
              </a:rPr>
              <a:t> </a:t>
            </a:r>
            <a:r>
              <a:rPr sz="2400" spc="-10" dirty="0">
                <a:latin typeface="Calibri"/>
                <a:cs typeface="Calibri"/>
              </a:rPr>
              <a:t>shape.</a:t>
            </a:r>
            <a:endParaRPr sz="2400">
              <a:latin typeface="Calibri"/>
              <a:cs typeface="Calibri"/>
            </a:endParaRPr>
          </a:p>
        </p:txBody>
      </p:sp>
      <p:sp>
        <p:nvSpPr>
          <p:cNvPr id="4" name="object 4"/>
          <p:cNvSpPr txBox="1"/>
          <p:nvPr/>
        </p:nvSpPr>
        <p:spPr>
          <a:xfrm>
            <a:off x="7530845" y="2438857"/>
            <a:ext cx="1384300"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libri"/>
                <a:cs typeface="Calibri"/>
              </a:rPr>
              <a:t>properties,</a:t>
            </a:r>
            <a:endParaRPr sz="2400">
              <a:latin typeface="Calibri"/>
              <a:cs typeface="Calibri"/>
            </a:endParaRPr>
          </a:p>
        </p:txBody>
      </p:sp>
      <p:sp>
        <p:nvSpPr>
          <p:cNvPr id="5" name="object 5"/>
          <p:cNvSpPr txBox="1"/>
          <p:nvPr/>
        </p:nvSpPr>
        <p:spPr>
          <a:xfrm>
            <a:off x="1472311" y="3689045"/>
            <a:ext cx="7446645" cy="1855470"/>
          </a:xfrm>
          <a:prstGeom prst="rect">
            <a:avLst/>
          </a:prstGeom>
        </p:spPr>
        <p:txBody>
          <a:bodyPr vert="horz" wrap="square" lIns="0" tIns="12700" rIns="0" bIns="0" rtlCol="0">
            <a:spAutoFit/>
          </a:bodyPr>
          <a:lstStyle/>
          <a:p>
            <a:pPr marL="250190" marR="5080" indent="-238125" algn="just">
              <a:lnSpc>
                <a:spcPct val="100000"/>
              </a:lnSpc>
              <a:spcBef>
                <a:spcPts val="100"/>
              </a:spcBef>
            </a:pPr>
            <a:r>
              <a:rPr sz="2400" dirty="0">
                <a:latin typeface="Calibri"/>
                <a:cs typeface="Calibri"/>
              </a:rPr>
              <a:t>Transforming</a:t>
            </a:r>
            <a:r>
              <a:rPr sz="2400" spc="135" dirty="0">
                <a:latin typeface="Calibri"/>
                <a:cs typeface="Calibri"/>
              </a:rPr>
              <a:t> </a:t>
            </a:r>
            <a:r>
              <a:rPr sz="2400" dirty="0">
                <a:latin typeface="Calibri"/>
                <a:cs typeface="Calibri"/>
              </a:rPr>
              <a:t>raw</a:t>
            </a:r>
            <a:r>
              <a:rPr sz="2400" spc="135" dirty="0">
                <a:latin typeface="Calibri"/>
                <a:cs typeface="Calibri"/>
              </a:rPr>
              <a:t> </a:t>
            </a:r>
            <a:r>
              <a:rPr sz="2400" dirty="0">
                <a:latin typeface="Calibri"/>
                <a:cs typeface="Calibri"/>
              </a:rPr>
              <a:t>data</a:t>
            </a:r>
            <a:r>
              <a:rPr sz="2400" spc="135" dirty="0">
                <a:latin typeface="Calibri"/>
                <a:cs typeface="Calibri"/>
              </a:rPr>
              <a:t> </a:t>
            </a:r>
            <a:r>
              <a:rPr sz="2400" dirty="0">
                <a:latin typeface="Calibri"/>
                <a:cs typeface="Calibri"/>
              </a:rPr>
              <a:t>into</a:t>
            </a:r>
            <a:r>
              <a:rPr sz="2400" spc="135" dirty="0">
                <a:latin typeface="Calibri"/>
                <a:cs typeface="Calibri"/>
              </a:rPr>
              <a:t> </a:t>
            </a:r>
            <a:r>
              <a:rPr sz="2400" dirty="0">
                <a:latin typeface="Calibri"/>
                <a:cs typeface="Calibri"/>
              </a:rPr>
              <a:t>a</a:t>
            </a:r>
            <a:r>
              <a:rPr sz="2400" spc="110" dirty="0">
                <a:latin typeface="Calibri"/>
                <a:cs typeface="Calibri"/>
              </a:rPr>
              <a:t> </a:t>
            </a:r>
            <a:r>
              <a:rPr sz="2400" dirty="0">
                <a:latin typeface="Calibri"/>
                <a:cs typeface="Calibri"/>
              </a:rPr>
              <a:t>form</a:t>
            </a:r>
            <a:r>
              <a:rPr sz="2400" spc="155" dirty="0">
                <a:latin typeface="Calibri"/>
                <a:cs typeface="Calibri"/>
              </a:rPr>
              <a:t> </a:t>
            </a:r>
            <a:r>
              <a:rPr sz="2400" dirty="0">
                <a:latin typeface="Calibri"/>
                <a:cs typeface="Calibri"/>
              </a:rPr>
              <a:t>suitable</a:t>
            </a:r>
            <a:r>
              <a:rPr sz="2400" spc="114" dirty="0">
                <a:latin typeface="Calibri"/>
                <a:cs typeface="Calibri"/>
              </a:rPr>
              <a:t> </a:t>
            </a:r>
            <a:r>
              <a:rPr sz="2400" dirty="0">
                <a:latin typeface="Calibri"/>
                <a:cs typeface="Calibri"/>
              </a:rPr>
              <a:t>for</a:t>
            </a:r>
            <a:r>
              <a:rPr sz="2400" spc="140" dirty="0">
                <a:latin typeface="Calibri"/>
                <a:cs typeface="Calibri"/>
              </a:rPr>
              <a:t> </a:t>
            </a:r>
            <a:r>
              <a:rPr sz="2400" spc="-10" dirty="0">
                <a:latin typeface="Calibri"/>
                <a:cs typeface="Calibri"/>
              </a:rPr>
              <a:t>subsequent </a:t>
            </a:r>
            <a:r>
              <a:rPr sz="2400" dirty="0">
                <a:latin typeface="Calibri"/>
                <a:cs typeface="Calibri"/>
              </a:rPr>
              <a:t>computer</a:t>
            </a:r>
            <a:r>
              <a:rPr sz="2400" spc="535" dirty="0">
                <a:latin typeface="Calibri"/>
                <a:cs typeface="Calibri"/>
              </a:rPr>
              <a:t> </a:t>
            </a:r>
            <a:r>
              <a:rPr sz="2400" dirty="0">
                <a:latin typeface="Calibri"/>
                <a:cs typeface="Calibri"/>
              </a:rPr>
              <a:t>processing.</a:t>
            </a:r>
            <a:r>
              <a:rPr sz="2400" spc="490" dirty="0">
                <a:latin typeface="Calibri"/>
                <a:cs typeface="Calibri"/>
              </a:rPr>
              <a:t> </a:t>
            </a:r>
            <a:r>
              <a:rPr sz="2400" dirty="0">
                <a:latin typeface="Calibri"/>
                <a:cs typeface="Calibri"/>
              </a:rPr>
              <a:t>Description</a:t>
            </a:r>
            <a:r>
              <a:rPr sz="2400" spc="555" dirty="0">
                <a:latin typeface="Calibri"/>
                <a:cs typeface="Calibri"/>
              </a:rPr>
              <a:t> </a:t>
            </a:r>
            <a:r>
              <a:rPr sz="2400" dirty="0">
                <a:latin typeface="Calibri"/>
                <a:cs typeface="Calibri"/>
              </a:rPr>
              <a:t>deals</a:t>
            </a:r>
            <a:r>
              <a:rPr sz="2400" spc="550" dirty="0">
                <a:latin typeface="Calibri"/>
                <a:cs typeface="Calibri"/>
              </a:rPr>
              <a:t> </a:t>
            </a:r>
            <a:r>
              <a:rPr sz="2400" dirty="0">
                <a:latin typeface="Calibri"/>
                <a:cs typeface="Calibri"/>
              </a:rPr>
              <a:t>with</a:t>
            </a:r>
            <a:r>
              <a:rPr sz="2400" spc="535" dirty="0">
                <a:latin typeface="Calibri"/>
                <a:cs typeface="Calibri"/>
              </a:rPr>
              <a:t> </a:t>
            </a:r>
            <a:r>
              <a:rPr sz="2400" spc="-10" dirty="0">
                <a:latin typeface="Calibri"/>
                <a:cs typeface="Calibri"/>
              </a:rPr>
              <a:t>extracting </a:t>
            </a:r>
            <a:r>
              <a:rPr sz="2400" dirty="0">
                <a:latin typeface="Calibri"/>
                <a:cs typeface="Calibri"/>
              </a:rPr>
              <a:t>attributes</a:t>
            </a:r>
            <a:r>
              <a:rPr sz="2400" spc="65" dirty="0">
                <a:latin typeface="Calibri"/>
                <a:cs typeface="Calibri"/>
              </a:rPr>
              <a:t> </a:t>
            </a:r>
            <a:r>
              <a:rPr sz="2400" dirty="0">
                <a:latin typeface="Calibri"/>
                <a:cs typeface="Calibri"/>
              </a:rPr>
              <a:t>that</a:t>
            </a:r>
            <a:r>
              <a:rPr sz="2400" spc="70" dirty="0">
                <a:latin typeface="Calibri"/>
                <a:cs typeface="Calibri"/>
              </a:rPr>
              <a:t> </a:t>
            </a:r>
            <a:r>
              <a:rPr sz="2400" dirty="0">
                <a:latin typeface="Calibri"/>
                <a:cs typeface="Calibri"/>
              </a:rPr>
              <a:t>result</a:t>
            </a:r>
            <a:r>
              <a:rPr sz="2400" spc="90" dirty="0">
                <a:latin typeface="Calibri"/>
                <a:cs typeface="Calibri"/>
              </a:rPr>
              <a:t> </a:t>
            </a:r>
            <a:r>
              <a:rPr sz="2400" dirty="0">
                <a:latin typeface="Calibri"/>
                <a:cs typeface="Calibri"/>
              </a:rPr>
              <a:t>in</a:t>
            </a:r>
            <a:r>
              <a:rPr sz="2400" spc="75" dirty="0">
                <a:latin typeface="Calibri"/>
                <a:cs typeface="Calibri"/>
              </a:rPr>
              <a:t> </a:t>
            </a:r>
            <a:r>
              <a:rPr sz="2400" dirty="0">
                <a:latin typeface="Calibri"/>
                <a:cs typeface="Calibri"/>
              </a:rPr>
              <a:t>some</a:t>
            </a:r>
            <a:r>
              <a:rPr sz="2400" spc="85" dirty="0">
                <a:latin typeface="Calibri"/>
                <a:cs typeface="Calibri"/>
              </a:rPr>
              <a:t> </a:t>
            </a:r>
            <a:r>
              <a:rPr sz="2400" dirty="0">
                <a:latin typeface="Calibri"/>
                <a:cs typeface="Calibri"/>
              </a:rPr>
              <a:t>quantitative</a:t>
            </a:r>
            <a:r>
              <a:rPr sz="2400" spc="95" dirty="0">
                <a:latin typeface="Calibri"/>
                <a:cs typeface="Calibri"/>
              </a:rPr>
              <a:t> </a:t>
            </a:r>
            <a:r>
              <a:rPr sz="2400" dirty="0">
                <a:latin typeface="Calibri"/>
                <a:cs typeface="Calibri"/>
              </a:rPr>
              <a:t>information</a:t>
            </a:r>
            <a:r>
              <a:rPr sz="2400" spc="100" dirty="0">
                <a:latin typeface="Calibri"/>
                <a:cs typeface="Calibri"/>
              </a:rPr>
              <a:t> </a:t>
            </a:r>
            <a:r>
              <a:rPr sz="2400" spc="-25" dirty="0">
                <a:latin typeface="Calibri"/>
                <a:cs typeface="Calibri"/>
              </a:rPr>
              <a:t>of </a:t>
            </a:r>
            <a:r>
              <a:rPr sz="2400" spc="-10" dirty="0">
                <a:latin typeface="Calibri"/>
                <a:cs typeface="Calibri"/>
              </a:rPr>
              <a:t>interest</a:t>
            </a:r>
            <a:r>
              <a:rPr sz="2400" spc="-30" dirty="0">
                <a:latin typeface="Calibri"/>
                <a:cs typeface="Calibri"/>
              </a:rPr>
              <a:t> </a:t>
            </a:r>
            <a:r>
              <a:rPr sz="2400" dirty="0">
                <a:latin typeface="Calibri"/>
                <a:cs typeface="Calibri"/>
              </a:rPr>
              <a:t>or</a:t>
            </a:r>
            <a:r>
              <a:rPr sz="2400" spc="-40" dirty="0">
                <a:latin typeface="Calibri"/>
                <a:cs typeface="Calibri"/>
              </a:rPr>
              <a:t> </a:t>
            </a:r>
            <a:r>
              <a:rPr sz="2400" dirty="0">
                <a:latin typeface="Calibri"/>
                <a:cs typeface="Calibri"/>
              </a:rPr>
              <a:t>are</a:t>
            </a:r>
            <a:r>
              <a:rPr sz="2400" spc="-35" dirty="0">
                <a:latin typeface="Calibri"/>
                <a:cs typeface="Calibri"/>
              </a:rPr>
              <a:t> </a:t>
            </a:r>
            <a:r>
              <a:rPr sz="2400" dirty="0">
                <a:latin typeface="Calibri"/>
                <a:cs typeface="Calibri"/>
              </a:rPr>
              <a:t>basic</a:t>
            </a:r>
            <a:r>
              <a:rPr sz="2400" spc="-50" dirty="0">
                <a:latin typeface="Calibri"/>
                <a:cs typeface="Calibri"/>
              </a:rPr>
              <a:t> </a:t>
            </a:r>
            <a:r>
              <a:rPr sz="2400" dirty="0">
                <a:latin typeface="Calibri"/>
                <a:cs typeface="Calibri"/>
              </a:rPr>
              <a:t>for</a:t>
            </a:r>
            <a:r>
              <a:rPr sz="2400" spc="-35" dirty="0">
                <a:latin typeface="Calibri"/>
                <a:cs typeface="Calibri"/>
              </a:rPr>
              <a:t> </a:t>
            </a:r>
            <a:r>
              <a:rPr sz="2400" spc="-20" dirty="0">
                <a:latin typeface="Calibri"/>
                <a:cs typeface="Calibri"/>
              </a:rPr>
              <a:t>differentiating</a:t>
            </a:r>
            <a:r>
              <a:rPr sz="2400" spc="-30" dirty="0">
                <a:latin typeface="Calibri"/>
                <a:cs typeface="Calibri"/>
              </a:rPr>
              <a:t> </a:t>
            </a:r>
            <a:r>
              <a:rPr sz="2400" dirty="0">
                <a:latin typeface="Calibri"/>
                <a:cs typeface="Calibri"/>
              </a:rPr>
              <a:t>one</a:t>
            </a:r>
            <a:r>
              <a:rPr sz="2400" spc="-40" dirty="0">
                <a:latin typeface="Calibri"/>
                <a:cs typeface="Calibri"/>
              </a:rPr>
              <a:t> </a:t>
            </a:r>
            <a:r>
              <a:rPr sz="2400" dirty="0">
                <a:latin typeface="Calibri"/>
                <a:cs typeface="Calibri"/>
              </a:rPr>
              <a:t>class</a:t>
            </a:r>
            <a:r>
              <a:rPr sz="2400" spc="-40" dirty="0">
                <a:latin typeface="Calibri"/>
                <a:cs typeface="Calibri"/>
              </a:rPr>
              <a:t> </a:t>
            </a:r>
            <a:r>
              <a:rPr sz="2400" dirty="0">
                <a:latin typeface="Calibri"/>
                <a:cs typeface="Calibri"/>
              </a:rPr>
              <a:t>of</a:t>
            </a:r>
            <a:r>
              <a:rPr sz="2400" spc="-35" dirty="0">
                <a:latin typeface="Calibri"/>
                <a:cs typeface="Calibri"/>
              </a:rPr>
              <a:t> </a:t>
            </a:r>
            <a:r>
              <a:rPr sz="2400" spc="-10" dirty="0">
                <a:latin typeface="Calibri"/>
                <a:cs typeface="Calibri"/>
              </a:rPr>
              <a:t>objects </a:t>
            </a:r>
            <a:r>
              <a:rPr sz="2400" dirty="0">
                <a:latin typeface="Calibri"/>
                <a:cs typeface="Calibri"/>
              </a:rPr>
              <a:t>from</a:t>
            </a:r>
            <a:r>
              <a:rPr sz="2400" spc="-60" dirty="0">
                <a:latin typeface="Calibri"/>
                <a:cs typeface="Calibri"/>
              </a:rPr>
              <a:t> </a:t>
            </a:r>
            <a:r>
              <a:rPr sz="2400" spc="-10" dirty="0">
                <a:latin typeface="Calibri"/>
                <a:cs typeface="Calibri"/>
              </a:rPr>
              <a:t>another.</a:t>
            </a:r>
            <a:endParaRPr sz="24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52204" y="640495"/>
            <a:ext cx="6459582" cy="502816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50975" y="170052"/>
            <a:ext cx="7344409" cy="2075180"/>
          </a:xfrm>
          <a:prstGeom prst="rect">
            <a:avLst/>
          </a:prstGeom>
        </p:spPr>
        <p:txBody>
          <a:bodyPr vert="horz" wrap="square" lIns="0" tIns="85725" rIns="0" bIns="0" rtlCol="0">
            <a:spAutoFit/>
          </a:bodyPr>
          <a:lstStyle/>
          <a:p>
            <a:pPr marL="12700">
              <a:lnSpc>
                <a:spcPct val="100000"/>
              </a:lnSpc>
              <a:spcBef>
                <a:spcPts val="675"/>
              </a:spcBef>
            </a:pPr>
            <a:r>
              <a:rPr sz="2400" b="1" dirty="0">
                <a:latin typeface="Calibri"/>
                <a:cs typeface="Calibri"/>
              </a:rPr>
              <a:t>Step</a:t>
            </a:r>
            <a:r>
              <a:rPr sz="2400" b="1" spc="-30" dirty="0">
                <a:latin typeface="Calibri"/>
                <a:cs typeface="Calibri"/>
              </a:rPr>
              <a:t> </a:t>
            </a:r>
            <a:r>
              <a:rPr sz="2400" b="1" dirty="0">
                <a:latin typeface="Calibri"/>
                <a:cs typeface="Calibri"/>
              </a:rPr>
              <a:t>10:</a:t>
            </a:r>
            <a:r>
              <a:rPr sz="2400" b="1" spc="-70" dirty="0">
                <a:latin typeface="Calibri"/>
                <a:cs typeface="Calibri"/>
              </a:rPr>
              <a:t> </a:t>
            </a:r>
            <a:r>
              <a:rPr sz="2400" b="1" dirty="0">
                <a:latin typeface="Calibri"/>
                <a:cs typeface="Calibri"/>
              </a:rPr>
              <a:t>Object</a:t>
            </a:r>
            <a:r>
              <a:rPr sz="2400" b="1" spc="-65" dirty="0">
                <a:latin typeface="Calibri"/>
                <a:cs typeface="Calibri"/>
              </a:rPr>
              <a:t> </a:t>
            </a:r>
            <a:r>
              <a:rPr sz="2400" b="1" spc="-10" dirty="0">
                <a:latin typeface="Calibri"/>
                <a:cs typeface="Calibri"/>
              </a:rPr>
              <a:t>Recognition</a:t>
            </a:r>
            <a:endParaRPr sz="2400">
              <a:latin typeface="Calibri"/>
              <a:cs typeface="Calibri"/>
            </a:endParaRPr>
          </a:p>
          <a:p>
            <a:pPr marL="356870" marR="5080" indent="-344805">
              <a:lnSpc>
                <a:spcPct val="100000"/>
              </a:lnSpc>
              <a:spcBef>
                <a:spcPts val="580"/>
              </a:spcBef>
              <a:tabLst>
                <a:tab pos="1729105" algn="l"/>
                <a:tab pos="2277745" algn="l"/>
                <a:tab pos="3350895" algn="l"/>
                <a:tab pos="3987800" algn="l"/>
                <a:tab pos="4997450" algn="l"/>
                <a:tab pos="5725795" algn="l"/>
                <a:tab pos="6116320" algn="l"/>
                <a:tab pos="6555740" algn="l"/>
              </a:tabLst>
            </a:pPr>
            <a:r>
              <a:rPr sz="2400" b="1" spc="-10" dirty="0">
                <a:latin typeface="Calibri"/>
                <a:cs typeface="Calibri"/>
              </a:rPr>
              <a:t>Recognition:</a:t>
            </a:r>
            <a:r>
              <a:rPr sz="2400" b="1" dirty="0">
                <a:latin typeface="Calibri"/>
                <a:cs typeface="Calibri"/>
              </a:rPr>
              <a:t>	</a:t>
            </a:r>
            <a:r>
              <a:rPr sz="2400" spc="-25" dirty="0">
                <a:latin typeface="Calibri"/>
                <a:cs typeface="Calibri"/>
              </a:rPr>
              <a:t>the</a:t>
            </a:r>
            <a:r>
              <a:rPr sz="2400" dirty="0">
                <a:latin typeface="Calibri"/>
                <a:cs typeface="Calibri"/>
              </a:rPr>
              <a:t>	</a:t>
            </a:r>
            <a:r>
              <a:rPr sz="2400" spc="-10" dirty="0">
                <a:latin typeface="Calibri"/>
                <a:cs typeface="Calibri"/>
              </a:rPr>
              <a:t>process</a:t>
            </a:r>
            <a:r>
              <a:rPr sz="2400" dirty="0">
                <a:latin typeface="Calibri"/>
                <a:cs typeface="Calibri"/>
              </a:rPr>
              <a:t>	</a:t>
            </a:r>
            <a:r>
              <a:rPr sz="2400" spc="-20" dirty="0">
                <a:latin typeface="Calibri"/>
                <a:cs typeface="Calibri"/>
              </a:rPr>
              <a:t>that</a:t>
            </a:r>
            <a:r>
              <a:rPr sz="2400" dirty="0">
                <a:latin typeface="Calibri"/>
                <a:cs typeface="Calibri"/>
              </a:rPr>
              <a:t>	</a:t>
            </a:r>
            <a:r>
              <a:rPr sz="2400" spc="-10" dirty="0">
                <a:latin typeface="Calibri"/>
                <a:cs typeface="Calibri"/>
              </a:rPr>
              <a:t>assigns</a:t>
            </a:r>
            <a:r>
              <a:rPr sz="2400" dirty="0">
                <a:latin typeface="Calibri"/>
                <a:cs typeface="Calibri"/>
              </a:rPr>
              <a:t>	</a:t>
            </a:r>
            <a:r>
              <a:rPr sz="2400" spc="-10" dirty="0">
                <a:latin typeface="Calibri"/>
                <a:cs typeface="Calibri"/>
              </a:rPr>
              <a:t>label</a:t>
            </a:r>
            <a:r>
              <a:rPr sz="2400" dirty="0">
                <a:latin typeface="Calibri"/>
                <a:cs typeface="Calibri"/>
              </a:rPr>
              <a:t>	</a:t>
            </a:r>
            <a:r>
              <a:rPr sz="2400" spc="-25" dirty="0">
                <a:latin typeface="Calibri"/>
                <a:cs typeface="Calibri"/>
              </a:rPr>
              <a:t>to</a:t>
            </a:r>
            <a:r>
              <a:rPr sz="2400" dirty="0">
                <a:latin typeface="Calibri"/>
                <a:cs typeface="Calibri"/>
              </a:rPr>
              <a:t>	</a:t>
            </a:r>
            <a:r>
              <a:rPr sz="2400" spc="-25" dirty="0">
                <a:latin typeface="Calibri"/>
                <a:cs typeface="Calibri"/>
              </a:rPr>
              <a:t>an</a:t>
            </a:r>
            <a:r>
              <a:rPr sz="2400" dirty="0">
                <a:latin typeface="Calibri"/>
                <a:cs typeface="Calibri"/>
              </a:rPr>
              <a:t>	</a:t>
            </a:r>
            <a:r>
              <a:rPr sz="2400" spc="-10" dirty="0">
                <a:latin typeface="Calibri"/>
                <a:cs typeface="Calibri"/>
              </a:rPr>
              <a:t>object </a:t>
            </a:r>
            <a:r>
              <a:rPr sz="2400" dirty="0">
                <a:latin typeface="Calibri"/>
                <a:cs typeface="Calibri"/>
              </a:rPr>
              <a:t>based</a:t>
            </a:r>
            <a:r>
              <a:rPr sz="2400" spc="-15" dirty="0">
                <a:latin typeface="Calibri"/>
                <a:cs typeface="Calibri"/>
              </a:rPr>
              <a:t> </a:t>
            </a:r>
            <a:r>
              <a:rPr sz="2400" dirty="0">
                <a:latin typeface="Calibri"/>
                <a:cs typeface="Calibri"/>
              </a:rPr>
              <a:t>on</a:t>
            </a:r>
            <a:r>
              <a:rPr sz="2400" spc="-50" dirty="0">
                <a:latin typeface="Calibri"/>
                <a:cs typeface="Calibri"/>
              </a:rPr>
              <a:t> </a:t>
            </a:r>
            <a:r>
              <a:rPr sz="2400" dirty="0">
                <a:latin typeface="Calibri"/>
                <a:cs typeface="Calibri"/>
              </a:rPr>
              <a:t>the</a:t>
            </a:r>
            <a:r>
              <a:rPr sz="2400" spc="-40" dirty="0">
                <a:latin typeface="Calibri"/>
                <a:cs typeface="Calibri"/>
              </a:rPr>
              <a:t> </a:t>
            </a:r>
            <a:r>
              <a:rPr sz="2400" spc="-10" dirty="0">
                <a:latin typeface="Calibri"/>
                <a:cs typeface="Calibri"/>
              </a:rPr>
              <a:t>information</a:t>
            </a:r>
            <a:r>
              <a:rPr sz="2400" spc="-80" dirty="0">
                <a:latin typeface="Calibri"/>
                <a:cs typeface="Calibri"/>
              </a:rPr>
              <a:t> </a:t>
            </a:r>
            <a:r>
              <a:rPr sz="2400" dirty="0">
                <a:latin typeface="Calibri"/>
                <a:cs typeface="Calibri"/>
              </a:rPr>
              <a:t>provided</a:t>
            </a:r>
            <a:r>
              <a:rPr sz="2400" spc="-35" dirty="0">
                <a:latin typeface="Calibri"/>
                <a:cs typeface="Calibri"/>
              </a:rPr>
              <a:t> </a:t>
            </a:r>
            <a:r>
              <a:rPr sz="2400" dirty="0">
                <a:latin typeface="Calibri"/>
                <a:cs typeface="Calibri"/>
              </a:rPr>
              <a:t>by</a:t>
            </a:r>
            <a:r>
              <a:rPr sz="2400" spc="-40" dirty="0">
                <a:latin typeface="Calibri"/>
                <a:cs typeface="Calibri"/>
              </a:rPr>
              <a:t> </a:t>
            </a:r>
            <a:r>
              <a:rPr sz="2400" dirty="0">
                <a:latin typeface="Calibri"/>
                <a:cs typeface="Calibri"/>
              </a:rPr>
              <a:t>its</a:t>
            </a:r>
            <a:r>
              <a:rPr sz="2400" spc="-40" dirty="0">
                <a:latin typeface="Calibri"/>
                <a:cs typeface="Calibri"/>
              </a:rPr>
              <a:t> </a:t>
            </a:r>
            <a:r>
              <a:rPr sz="2400" spc="-10" dirty="0">
                <a:latin typeface="Calibri"/>
                <a:cs typeface="Calibri"/>
              </a:rPr>
              <a:t>description.</a:t>
            </a:r>
            <a:endParaRPr sz="2400">
              <a:latin typeface="Calibri"/>
              <a:cs typeface="Calibri"/>
            </a:endParaRPr>
          </a:p>
          <a:p>
            <a:pPr marL="356870" marR="5080" indent="-344805">
              <a:lnSpc>
                <a:spcPct val="100000"/>
              </a:lnSpc>
              <a:spcBef>
                <a:spcPts val="580"/>
              </a:spcBef>
              <a:tabLst>
                <a:tab pos="1612900" algn="l"/>
                <a:tab pos="1932939" algn="l"/>
                <a:tab pos="2479040" algn="l"/>
                <a:tab pos="3552190" algn="l"/>
                <a:tab pos="4192270" algn="l"/>
                <a:tab pos="5201920" algn="l"/>
                <a:tab pos="5481955" algn="l"/>
                <a:tab pos="6287135" algn="l"/>
                <a:tab pos="6988809" algn="l"/>
              </a:tabLst>
            </a:pPr>
            <a:r>
              <a:rPr sz="2400" spc="-10" dirty="0">
                <a:latin typeface="Calibri"/>
                <a:cs typeface="Calibri"/>
              </a:rPr>
              <a:t>Recognition</a:t>
            </a:r>
            <a:r>
              <a:rPr sz="2400" dirty="0">
                <a:latin typeface="Calibri"/>
                <a:cs typeface="Calibri"/>
              </a:rPr>
              <a:t>	</a:t>
            </a:r>
            <a:r>
              <a:rPr sz="2400" spc="-25" dirty="0">
                <a:latin typeface="Calibri"/>
                <a:cs typeface="Calibri"/>
              </a:rPr>
              <a:t>is</a:t>
            </a:r>
            <a:r>
              <a:rPr sz="2400" dirty="0">
                <a:latin typeface="Calibri"/>
                <a:cs typeface="Calibri"/>
              </a:rPr>
              <a:t>	</a:t>
            </a:r>
            <a:r>
              <a:rPr sz="2400" spc="-25" dirty="0">
                <a:latin typeface="Calibri"/>
                <a:cs typeface="Calibri"/>
              </a:rPr>
              <a:t>the</a:t>
            </a:r>
            <a:r>
              <a:rPr sz="2400" dirty="0">
                <a:latin typeface="Calibri"/>
                <a:cs typeface="Calibri"/>
              </a:rPr>
              <a:t>	</a:t>
            </a:r>
            <a:r>
              <a:rPr sz="2400" spc="-10" dirty="0">
                <a:latin typeface="Calibri"/>
                <a:cs typeface="Calibri"/>
              </a:rPr>
              <a:t>process</a:t>
            </a:r>
            <a:r>
              <a:rPr sz="2400" dirty="0">
                <a:latin typeface="Calibri"/>
                <a:cs typeface="Calibri"/>
              </a:rPr>
              <a:t>	</a:t>
            </a:r>
            <a:r>
              <a:rPr sz="2400" spc="-20" dirty="0">
                <a:latin typeface="Calibri"/>
                <a:cs typeface="Calibri"/>
              </a:rPr>
              <a:t>that</a:t>
            </a:r>
            <a:r>
              <a:rPr sz="2400" dirty="0">
                <a:latin typeface="Calibri"/>
                <a:cs typeface="Calibri"/>
              </a:rPr>
              <a:t>	</a:t>
            </a:r>
            <a:r>
              <a:rPr sz="2400" spc="-10" dirty="0">
                <a:latin typeface="Calibri"/>
                <a:cs typeface="Calibri"/>
              </a:rPr>
              <a:t>assigns</a:t>
            </a:r>
            <a:r>
              <a:rPr sz="2400" dirty="0">
                <a:latin typeface="Calibri"/>
                <a:cs typeface="Calibri"/>
              </a:rPr>
              <a:t>	</a:t>
            </a:r>
            <a:r>
              <a:rPr sz="2400" spc="-50" dirty="0">
                <a:latin typeface="Calibri"/>
                <a:cs typeface="Calibri"/>
              </a:rPr>
              <a:t>a</a:t>
            </a:r>
            <a:r>
              <a:rPr sz="2400" dirty="0">
                <a:latin typeface="Calibri"/>
                <a:cs typeface="Calibri"/>
              </a:rPr>
              <a:t>	</a:t>
            </a:r>
            <a:r>
              <a:rPr sz="2400" spc="-10" dirty="0">
                <a:latin typeface="Calibri"/>
                <a:cs typeface="Calibri"/>
              </a:rPr>
              <a:t>label,</a:t>
            </a:r>
            <a:r>
              <a:rPr sz="2400" dirty="0">
                <a:latin typeface="Calibri"/>
                <a:cs typeface="Calibri"/>
              </a:rPr>
              <a:t>	</a:t>
            </a:r>
            <a:r>
              <a:rPr sz="2400" spc="-20" dirty="0">
                <a:latin typeface="Calibri"/>
                <a:cs typeface="Calibri"/>
              </a:rPr>
              <a:t>such</a:t>
            </a:r>
            <a:r>
              <a:rPr sz="2400" dirty="0">
                <a:latin typeface="Calibri"/>
                <a:cs typeface="Calibri"/>
              </a:rPr>
              <a:t>	</a:t>
            </a:r>
            <a:r>
              <a:rPr sz="2400" spc="-25" dirty="0">
                <a:latin typeface="Calibri"/>
                <a:cs typeface="Calibri"/>
              </a:rPr>
              <a:t>as, </a:t>
            </a:r>
            <a:r>
              <a:rPr sz="2400" dirty="0">
                <a:latin typeface="Calibri"/>
                <a:cs typeface="Calibri"/>
              </a:rPr>
              <a:t>“vehicle”</a:t>
            </a:r>
            <a:r>
              <a:rPr sz="2400" spc="-25" dirty="0">
                <a:latin typeface="Calibri"/>
                <a:cs typeface="Calibri"/>
              </a:rPr>
              <a:t> </a:t>
            </a:r>
            <a:r>
              <a:rPr sz="2400" dirty="0">
                <a:latin typeface="Calibri"/>
                <a:cs typeface="Calibri"/>
              </a:rPr>
              <a:t>to</a:t>
            </a:r>
            <a:r>
              <a:rPr sz="2400" spc="-50" dirty="0">
                <a:latin typeface="Calibri"/>
                <a:cs typeface="Calibri"/>
              </a:rPr>
              <a:t> </a:t>
            </a:r>
            <a:r>
              <a:rPr sz="2400" dirty="0">
                <a:latin typeface="Calibri"/>
                <a:cs typeface="Calibri"/>
              </a:rPr>
              <a:t>an</a:t>
            </a:r>
            <a:r>
              <a:rPr sz="2400" spc="-25" dirty="0">
                <a:latin typeface="Calibri"/>
                <a:cs typeface="Calibri"/>
              </a:rPr>
              <a:t> </a:t>
            </a:r>
            <a:r>
              <a:rPr sz="2400" dirty="0">
                <a:latin typeface="Calibri"/>
                <a:cs typeface="Calibri"/>
              </a:rPr>
              <a:t>object</a:t>
            </a:r>
            <a:r>
              <a:rPr sz="2400" spc="-50" dirty="0">
                <a:latin typeface="Calibri"/>
                <a:cs typeface="Calibri"/>
              </a:rPr>
              <a:t> </a:t>
            </a:r>
            <a:r>
              <a:rPr sz="2400" dirty="0">
                <a:latin typeface="Calibri"/>
                <a:cs typeface="Calibri"/>
              </a:rPr>
              <a:t>based</a:t>
            </a:r>
            <a:r>
              <a:rPr sz="2400" spc="-15" dirty="0">
                <a:latin typeface="Calibri"/>
                <a:cs typeface="Calibri"/>
              </a:rPr>
              <a:t> </a:t>
            </a:r>
            <a:r>
              <a:rPr sz="2400" dirty="0">
                <a:latin typeface="Calibri"/>
                <a:cs typeface="Calibri"/>
              </a:rPr>
              <a:t>on</a:t>
            </a:r>
            <a:r>
              <a:rPr sz="2400" spc="-50" dirty="0">
                <a:latin typeface="Calibri"/>
                <a:cs typeface="Calibri"/>
              </a:rPr>
              <a:t> </a:t>
            </a:r>
            <a:r>
              <a:rPr sz="2400" dirty="0">
                <a:latin typeface="Calibri"/>
                <a:cs typeface="Calibri"/>
              </a:rPr>
              <a:t>its</a:t>
            </a:r>
            <a:r>
              <a:rPr sz="2400" spc="-35" dirty="0">
                <a:latin typeface="Calibri"/>
                <a:cs typeface="Calibri"/>
              </a:rPr>
              <a:t> </a:t>
            </a:r>
            <a:r>
              <a:rPr sz="2400" spc="-10" dirty="0">
                <a:latin typeface="Calibri"/>
                <a:cs typeface="Calibri"/>
              </a:rPr>
              <a:t>descriptors.</a:t>
            </a:r>
            <a:endParaRPr sz="2400">
              <a:latin typeface="Calibri"/>
              <a:cs typeface="Calibri"/>
            </a:endParaRPr>
          </a:p>
        </p:txBody>
      </p:sp>
      <p:pic>
        <p:nvPicPr>
          <p:cNvPr id="3" name="object 3"/>
          <p:cNvPicPr/>
          <p:nvPr/>
        </p:nvPicPr>
        <p:blipFill>
          <a:blip r:embed="rId2" cstate="print"/>
          <a:stretch>
            <a:fillRect/>
          </a:stretch>
        </p:blipFill>
        <p:spPr>
          <a:xfrm>
            <a:off x="2133600" y="2667000"/>
            <a:ext cx="6400800" cy="3352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667125" marR="5080" indent="-2753360">
              <a:lnSpc>
                <a:spcPct val="100000"/>
              </a:lnSpc>
              <a:spcBef>
                <a:spcPts val="100"/>
              </a:spcBef>
            </a:pPr>
            <a:r>
              <a:rPr sz="3600" b="1" dirty="0">
                <a:latin typeface="Calibri"/>
                <a:cs typeface="Calibri"/>
              </a:rPr>
              <a:t>Components</a:t>
            </a:r>
            <a:r>
              <a:rPr sz="3600" b="1" spc="-100" dirty="0">
                <a:latin typeface="Calibri"/>
                <a:cs typeface="Calibri"/>
              </a:rPr>
              <a:t> </a:t>
            </a:r>
            <a:r>
              <a:rPr sz="3600" b="1" dirty="0">
                <a:latin typeface="Calibri"/>
                <a:cs typeface="Calibri"/>
              </a:rPr>
              <a:t>of</a:t>
            </a:r>
            <a:r>
              <a:rPr sz="3600" b="1" spc="-55" dirty="0">
                <a:latin typeface="Calibri"/>
                <a:cs typeface="Calibri"/>
              </a:rPr>
              <a:t> </a:t>
            </a:r>
            <a:r>
              <a:rPr sz="3600" b="1" dirty="0">
                <a:latin typeface="Calibri"/>
                <a:cs typeface="Calibri"/>
              </a:rPr>
              <a:t>an</a:t>
            </a:r>
            <a:r>
              <a:rPr sz="3600" b="1" spc="-70" dirty="0">
                <a:latin typeface="Calibri"/>
                <a:cs typeface="Calibri"/>
              </a:rPr>
              <a:t> </a:t>
            </a:r>
            <a:r>
              <a:rPr sz="3600" b="1" dirty="0">
                <a:latin typeface="Calibri"/>
                <a:cs typeface="Calibri"/>
              </a:rPr>
              <a:t>Image</a:t>
            </a:r>
            <a:r>
              <a:rPr sz="3600" b="1" spc="-50" dirty="0">
                <a:latin typeface="Calibri"/>
                <a:cs typeface="Calibri"/>
              </a:rPr>
              <a:t> </a:t>
            </a:r>
            <a:r>
              <a:rPr sz="3600" b="1" spc="-10" dirty="0">
                <a:latin typeface="Calibri"/>
                <a:cs typeface="Calibri"/>
              </a:rPr>
              <a:t>Processing System</a:t>
            </a:r>
            <a:endParaRPr sz="3600">
              <a:latin typeface="Calibri"/>
              <a:cs typeface="Calibri"/>
            </a:endParaRPr>
          </a:p>
          <a:p>
            <a:pPr marL="657225" marR="781050" algn="ctr">
              <a:lnSpc>
                <a:spcPct val="100000"/>
              </a:lnSpc>
              <a:spcBef>
                <a:spcPts val="65"/>
              </a:spcBef>
            </a:pPr>
            <a:r>
              <a:rPr sz="1800" spc="-10" dirty="0"/>
              <a:t>Network</a:t>
            </a:r>
            <a:endParaRPr sz="1800"/>
          </a:p>
        </p:txBody>
      </p:sp>
      <p:sp>
        <p:nvSpPr>
          <p:cNvPr id="3" name="object 3"/>
          <p:cNvSpPr/>
          <p:nvPr/>
        </p:nvSpPr>
        <p:spPr>
          <a:xfrm>
            <a:off x="1830323" y="1473835"/>
            <a:ext cx="6248400" cy="103505"/>
          </a:xfrm>
          <a:custGeom>
            <a:avLst/>
            <a:gdLst/>
            <a:ahLst/>
            <a:cxnLst/>
            <a:rect l="l" t="t" r="r" b="b"/>
            <a:pathLst>
              <a:path w="6248400" h="103505">
                <a:moveTo>
                  <a:pt x="88645" y="0"/>
                </a:moveTo>
                <a:lnTo>
                  <a:pt x="0" y="51688"/>
                </a:lnTo>
                <a:lnTo>
                  <a:pt x="88645" y="103377"/>
                </a:lnTo>
                <a:lnTo>
                  <a:pt x="92456" y="102362"/>
                </a:lnTo>
                <a:lnTo>
                  <a:pt x="96012" y="96265"/>
                </a:lnTo>
                <a:lnTo>
                  <a:pt x="94995" y="92455"/>
                </a:lnTo>
                <a:lnTo>
                  <a:pt x="35995" y="58038"/>
                </a:lnTo>
                <a:lnTo>
                  <a:pt x="12318" y="58038"/>
                </a:lnTo>
                <a:lnTo>
                  <a:pt x="12318" y="45338"/>
                </a:lnTo>
                <a:lnTo>
                  <a:pt x="35995" y="45338"/>
                </a:lnTo>
                <a:lnTo>
                  <a:pt x="94995" y="10922"/>
                </a:lnTo>
                <a:lnTo>
                  <a:pt x="96012" y="7112"/>
                </a:lnTo>
                <a:lnTo>
                  <a:pt x="92456" y="1015"/>
                </a:lnTo>
                <a:lnTo>
                  <a:pt x="88645" y="0"/>
                </a:lnTo>
                <a:close/>
              </a:path>
              <a:path w="6248400" h="103505">
                <a:moveTo>
                  <a:pt x="6223290" y="51688"/>
                </a:moveTo>
                <a:lnTo>
                  <a:pt x="6153404" y="92455"/>
                </a:lnTo>
                <a:lnTo>
                  <a:pt x="6152387" y="96265"/>
                </a:lnTo>
                <a:lnTo>
                  <a:pt x="6155944" y="102362"/>
                </a:lnTo>
                <a:lnTo>
                  <a:pt x="6159754" y="103377"/>
                </a:lnTo>
                <a:lnTo>
                  <a:pt x="6237509" y="58038"/>
                </a:lnTo>
                <a:lnTo>
                  <a:pt x="6235954" y="58038"/>
                </a:lnTo>
                <a:lnTo>
                  <a:pt x="6235954" y="57150"/>
                </a:lnTo>
                <a:lnTo>
                  <a:pt x="6232652" y="57150"/>
                </a:lnTo>
                <a:lnTo>
                  <a:pt x="6223290" y="51688"/>
                </a:lnTo>
                <a:close/>
              </a:path>
              <a:path w="6248400" h="103505">
                <a:moveTo>
                  <a:pt x="35995" y="45338"/>
                </a:moveTo>
                <a:lnTo>
                  <a:pt x="12318" y="45338"/>
                </a:lnTo>
                <a:lnTo>
                  <a:pt x="12318" y="58038"/>
                </a:lnTo>
                <a:lnTo>
                  <a:pt x="35995" y="58038"/>
                </a:lnTo>
                <a:lnTo>
                  <a:pt x="34471" y="57150"/>
                </a:lnTo>
                <a:lnTo>
                  <a:pt x="15748" y="57150"/>
                </a:lnTo>
                <a:lnTo>
                  <a:pt x="15748" y="46227"/>
                </a:lnTo>
                <a:lnTo>
                  <a:pt x="34471" y="46227"/>
                </a:lnTo>
                <a:lnTo>
                  <a:pt x="35995" y="45338"/>
                </a:lnTo>
                <a:close/>
              </a:path>
              <a:path w="6248400" h="103505">
                <a:moveTo>
                  <a:pt x="6212404" y="45338"/>
                </a:moveTo>
                <a:lnTo>
                  <a:pt x="35995" y="45338"/>
                </a:lnTo>
                <a:lnTo>
                  <a:pt x="25109" y="51688"/>
                </a:lnTo>
                <a:lnTo>
                  <a:pt x="35995" y="58038"/>
                </a:lnTo>
                <a:lnTo>
                  <a:pt x="6212404" y="58038"/>
                </a:lnTo>
                <a:lnTo>
                  <a:pt x="6223290" y="51688"/>
                </a:lnTo>
                <a:lnTo>
                  <a:pt x="6212404" y="45338"/>
                </a:lnTo>
                <a:close/>
              </a:path>
              <a:path w="6248400" h="103505">
                <a:moveTo>
                  <a:pt x="6237509" y="45338"/>
                </a:moveTo>
                <a:lnTo>
                  <a:pt x="6235954" y="45338"/>
                </a:lnTo>
                <a:lnTo>
                  <a:pt x="6235954" y="58038"/>
                </a:lnTo>
                <a:lnTo>
                  <a:pt x="6237509" y="58038"/>
                </a:lnTo>
                <a:lnTo>
                  <a:pt x="6248400" y="51688"/>
                </a:lnTo>
                <a:lnTo>
                  <a:pt x="6237509" y="45338"/>
                </a:lnTo>
                <a:close/>
              </a:path>
              <a:path w="6248400" h="103505">
                <a:moveTo>
                  <a:pt x="15748" y="46227"/>
                </a:moveTo>
                <a:lnTo>
                  <a:pt x="15748" y="57150"/>
                </a:lnTo>
                <a:lnTo>
                  <a:pt x="25109" y="51688"/>
                </a:lnTo>
                <a:lnTo>
                  <a:pt x="15748" y="46227"/>
                </a:lnTo>
                <a:close/>
              </a:path>
              <a:path w="6248400" h="103505">
                <a:moveTo>
                  <a:pt x="25109" y="51688"/>
                </a:moveTo>
                <a:lnTo>
                  <a:pt x="15748" y="57150"/>
                </a:lnTo>
                <a:lnTo>
                  <a:pt x="34471" y="57150"/>
                </a:lnTo>
                <a:lnTo>
                  <a:pt x="25109" y="51688"/>
                </a:lnTo>
                <a:close/>
              </a:path>
              <a:path w="6248400" h="103505">
                <a:moveTo>
                  <a:pt x="6232652" y="46227"/>
                </a:moveTo>
                <a:lnTo>
                  <a:pt x="6223290" y="51688"/>
                </a:lnTo>
                <a:lnTo>
                  <a:pt x="6232652" y="57150"/>
                </a:lnTo>
                <a:lnTo>
                  <a:pt x="6232652" y="46227"/>
                </a:lnTo>
                <a:close/>
              </a:path>
              <a:path w="6248400" h="103505">
                <a:moveTo>
                  <a:pt x="6235954" y="46227"/>
                </a:moveTo>
                <a:lnTo>
                  <a:pt x="6232652" y="46227"/>
                </a:lnTo>
                <a:lnTo>
                  <a:pt x="6232652" y="57150"/>
                </a:lnTo>
                <a:lnTo>
                  <a:pt x="6235954" y="57150"/>
                </a:lnTo>
                <a:lnTo>
                  <a:pt x="6235954" y="46227"/>
                </a:lnTo>
                <a:close/>
              </a:path>
              <a:path w="6248400" h="103505">
                <a:moveTo>
                  <a:pt x="34471" y="46227"/>
                </a:moveTo>
                <a:lnTo>
                  <a:pt x="15748" y="46227"/>
                </a:lnTo>
                <a:lnTo>
                  <a:pt x="25109" y="51688"/>
                </a:lnTo>
                <a:lnTo>
                  <a:pt x="34471" y="46227"/>
                </a:lnTo>
                <a:close/>
              </a:path>
              <a:path w="6248400" h="103505">
                <a:moveTo>
                  <a:pt x="6159754" y="0"/>
                </a:moveTo>
                <a:lnTo>
                  <a:pt x="6155944" y="1015"/>
                </a:lnTo>
                <a:lnTo>
                  <a:pt x="6152387" y="7112"/>
                </a:lnTo>
                <a:lnTo>
                  <a:pt x="6153404" y="10922"/>
                </a:lnTo>
                <a:lnTo>
                  <a:pt x="6223290" y="51688"/>
                </a:lnTo>
                <a:lnTo>
                  <a:pt x="6232652" y="46227"/>
                </a:lnTo>
                <a:lnTo>
                  <a:pt x="6235954" y="46227"/>
                </a:lnTo>
                <a:lnTo>
                  <a:pt x="6235954" y="45338"/>
                </a:lnTo>
                <a:lnTo>
                  <a:pt x="6237509" y="45338"/>
                </a:lnTo>
                <a:lnTo>
                  <a:pt x="6159754" y="0"/>
                </a:lnTo>
                <a:close/>
              </a:path>
            </a:pathLst>
          </a:custGeom>
          <a:solidFill>
            <a:srgbClr val="000000"/>
          </a:solidFill>
        </p:spPr>
        <p:txBody>
          <a:bodyPr wrap="square" lIns="0" tIns="0" rIns="0" bIns="0" rtlCol="0"/>
          <a:lstStyle/>
          <a:p>
            <a:endParaRPr/>
          </a:p>
        </p:txBody>
      </p:sp>
      <p:grpSp>
        <p:nvGrpSpPr>
          <p:cNvPr id="4" name="object 4"/>
          <p:cNvGrpSpPr/>
          <p:nvPr/>
        </p:nvGrpSpPr>
        <p:grpSpPr>
          <a:xfrm>
            <a:off x="1265284" y="1874873"/>
            <a:ext cx="2320290" cy="1405890"/>
            <a:chOff x="1265284" y="1874873"/>
            <a:chExt cx="2320290" cy="1405890"/>
          </a:xfrm>
        </p:grpSpPr>
        <p:pic>
          <p:nvPicPr>
            <p:cNvPr id="5" name="object 5"/>
            <p:cNvPicPr/>
            <p:nvPr/>
          </p:nvPicPr>
          <p:blipFill>
            <a:blip r:embed="rId2" cstate="print"/>
            <a:stretch>
              <a:fillRect/>
            </a:stretch>
          </p:blipFill>
          <p:spPr>
            <a:xfrm>
              <a:off x="1265284" y="1874873"/>
              <a:ext cx="2320069" cy="1405690"/>
            </a:xfrm>
            <a:prstGeom prst="rect">
              <a:avLst/>
            </a:prstGeom>
          </p:spPr>
        </p:pic>
        <p:sp>
          <p:nvSpPr>
            <p:cNvPr id="6" name="object 6"/>
            <p:cNvSpPr/>
            <p:nvPr/>
          </p:nvSpPr>
          <p:spPr>
            <a:xfrm>
              <a:off x="1295400" y="1905000"/>
              <a:ext cx="2209800" cy="1295400"/>
            </a:xfrm>
            <a:custGeom>
              <a:avLst/>
              <a:gdLst/>
              <a:ahLst/>
              <a:cxnLst/>
              <a:rect l="l" t="t" r="r" b="b"/>
              <a:pathLst>
                <a:path w="2209800" h="1295400">
                  <a:moveTo>
                    <a:pt x="2209800" y="0"/>
                  </a:moveTo>
                  <a:lnTo>
                    <a:pt x="0" y="0"/>
                  </a:lnTo>
                  <a:lnTo>
                    <a:pt x="0" y="1295400"/>
                  </a:lnTo>
                  <a:lnTo>
                    <a:pt x="2209800" y="1295400"/>
                  </a:lnTo>
                  <a:lnTo>
                    <a:pt x="2209800" y="0"/>
                  </a:lnTo>
                  <a:close/>
                </a:path>
              </a:pathLst>
            </a:custGeom>
            <a:solidFill>
              <a:srgbClr val="FFFFFF"/>
            </a:solidFill>
          </p:spPr>
          <p:txBody>
            <a:bodyPr wrap="square" lIns="0" tIns="0" rIns="0" bIns="0" rtlCol="0"/>
            <a:lstStyle/>
            <a:p>
              <a:endParaRPr/>
            </a:p>
          </p:txBody>
        </p:sp>
        <p:sp>
          <p:nvSpPr>
            <p:cNvPr id="7" name="object 7"/>
            <p:cNvSpPr/>
            <p:nvPr/>
          </p:nvSpPr>
          <p:spPr>
            <a:xfrm>
              <a:off x="1295400" y="1905000"/>
              <a:ext cx="2209800" cy="1295400"/>
            </a:xfrm>
            <a:custGeom>
              <a:avLst/>
              <a:gdLst/>
              <a:ahLst/>
              <a:cxnLst/>
              <a:rect l="l" t="t" r="r" b="b"/>
              <a:pathLst>
                <a:path w="2209800" h="1295400">
                  <a:moveTo>
                    <a:pt x="0" y="1295400"/>
                  </a:moveTo>
                  <a:lnTo>
                    <a:pt x="2209800" y="1295400"/>
                  </a:lnTo>
                  <a:lnTo>
                    <a:pt x="2209800" y="0"/>
                  </a:lnTo>
                  <a:lnTo>
                    <a:pt x="0" y="0"/>
                  </a:lnTo>
                  <a:lnTo>
                    <a:pt x="0" y="1295400"/>
                  </a:lnTo>
                  <a:close/>
                </a:path>
              </a:pathLst>
            </a:custGeom>
            <a:ln w="24384">
              <a:solidFill>
                <a:srgbClr val="000000"/>
              </a:solidFill>
            </a:ln>
          </p:spPr>
          <p:txBody>
            <a:bodyPr wrap="square" lIns="0" tIns="0" rIns="0" bIns="0" rtlCol="0"/>
            <a:lstStyle/>
            <a:p>
              <a:endParaRPr/>
            </a:p>
          </p:txBody>
        </p:sp>
      </p:grpSp>
      <p:sp>
        <p:nvSpPr>
          <p:cNvPr id="8" name="object 8"/>
          <p:cNvSpPr txBox="1"/>
          <p:nvPr/>
        </p:nvSpPr>
        <p:spPr>
          <a:xfrm>
            <a:off x="1713738" y="2388870"/>
            <a:ext cx="13735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Image</a:t>
            </a:r>
            <a:r>
              <a:rPr sz="1800" spc="-40" dirty="0">
                <a:latin typeface="Calibri"/>
                <a:cs typeface="Calibri"/>
              </a:rPr>
              <a:t> </a:t>
            </a:r>
            <a:r>
              <a:rPr sz="1800" spc="-10" dirty="0">
                <a:latin typeface="Calibri"/>
                <a:cs typeface="Calibri"/>
              </a:rPr>
              <a:t>displays</a:t>
            </a:r>
            <a:endParaRPr sz="1800">
              <a:latin typeface="Calibri"/>
              <a:cs typeface="Calibri"/>
            </a:endParaRPr>
          </a:p>
        </p:txBody>
      </p:sp>
      <p:grpSp>
        <p:nvGrpSpPr>
          <p:cNvPr id="9" name="object 9"/>
          <p:cNvGrpSpPr/>
          <p:nvPr/>
        </p:nvGrpSpPr>
        <p:grpSpPr>
          <a:xfrm>
            <a:off x="3703684" y="1874873"/>
            <a:ext cx="2320290" cy="1405890"/>
            <a:chOff x="3703684" y="1874873"/>
            <a:chExt cx="2320290" cy="1405890"/>
          </a:xfrm>
        </p:grpSpPr>
        <p:pic>
          <p:nvPicPr>
            <p:cNvPr id="10" name="object 10"/>
            <p:cNvPicPr/>
            <p:nvPr/>
          </p:nvPicPr>
          <p:blipFill>
            <a:blip r:embed="rId2" cstate="print"/>
            <a:stretch>
              <a:fillRect/>
            </a:stretch>
          </p:blipFill>
          <p:spPr>
            <a:xfrm>
              <a:off x="3703684" y="1874873"/>
              <a:ext cx="2320069" cy="1405690"/>
            </a:xfrm>
            <a:prstGeom prst="rect">
              <a:avLst/>
            </a:prstGeom>
          </p:spPr>
        </p:pic>
        <p:sp>
          <p:nvSpPr>
            <p:cNvPr id="11" name="object 11"/>
            <p:cNvSpPr/>
            <p:nvPr/>
          </p:nvSpPr>
          <p:spPr>
            <a:xfrm>
              <a:off x="3733799" y="1905000"/>
              <a:ext cx="2209800" cy="1295400"/>
            </a:xfrm>
            <a:custGeom>
              <a:avLst/>
              <a:gdLst/>
              <a:ahLst/>
              <a:cxnLst/>
              <a:rect l="l" t="t" r="r" b="b"/>
              <a:pathLst>
                <a:path w="2209800" h="1295400">
                  <a:moveTo>
                    <a:pt x="2209800" y="0"/>
                  </a:moveTo>
                  <a:lnTo>
                    <a:pt x="0" y="0"/>
                  </a:lnTo>
                  <a:lnTo>
                    <a:pt x="0" y="1295400"/>
                  </a:lnTo>
                  <a:lnTo>
                    <a:pt x="2209800" y="1295400"/>
                  </a:lnTo>
                  <a:lnTo>
                    <a:pt x="2209800" y="0"/>
                  </a:lnTo>
                  <a:close/>
                </a:path>
              </a:pathLst>
            </a:custGeom>
            <a:solidFill>
              <a:srgbClr val="FFFFFF"/>
            </a:solidFill>
          </p:spPr>
          <p:txBody>
            <a:bodyPr wrap="square" lIns="0" tIns="0" rIns="0" bIns="0" rtlCol="0"/>
            <a:lstStyle/>
            <a:p>
              <a:endParaRPr/>
            </a:p>
          </p:txBody>
        </p:sp>
        <p:sp>
          <p:nvSpPr>
            <p:cNvPr id="12" name="object 12"/>
            <p:cNvSpPr/>
            <p:nvPr/>
          </p:nvSpPr>
          <p:spPr>
            <a:xfrm>
              <a:off x="3733799" y="1905000"/>
              <a:ext cx="2209800" cy="1295400"/>
            </a:xfrm>
            <a:custGeom>
              <a:avLst/>
              <a:gdLst/>
              <a:ahLst/>
              <a:cxnLst/>
              <a:rect l="l" t="t" r="r" b="b"/>
              <a:pathLst>
                <a:path w="2209800" h="1295400">
                  <a:moveTo>
                    <a:pt x="0" y="1295400"/>
                  </a:moveTo>
                  <a:lnTo>
                    <a:pt x="2209800" y="1295400"/>
                  </a:lnTo>
                  <a:lnTo>
                    <a:pt x="2209800" y="0"/>
                  </a:lnTo>
                  <a:lnTo>
                    <a:pt x="0" y="0"/>
                  </a:lnTo>
                  <a:lnTo>
                    <a:pt x="0" y="1295400"/>
                  </a:lnTo>
                  <a:close/>
                </a:path>
              </a:pathLst>
            </a:custGeom>
            <a:ln w="24384">
              <a:solidFill>
                <a:srgbClr val="000000"/>
              </a:solidFill>
            </a:ln>
          </p:spPr>
          <p:txBody>
            <a:bodyPr wrap="square" lIns="0" tIns="0" rIns="0" bIns="0" rtlCol="0"/>
            <a:lstStyle/>
            <a:p>
              <a:endParaRPr/>
            </a:p>
          </p:txBody>
        </p:sp>
      </p:grpSp>
      <p:sp>
        <p:nvSpPr>
          <p:cNvPr id="13" name="object 13"/>
          <p:cNvSpPr txBox="1"/>
          <p:nvPr/>
        </p:nvSpPr>
        <p:spPr>
          <a:xfrm>
            <a:off x="4363339" y="2388870"/>
            <a:ext cx="95567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Computer</a:t>
            </a:r>
            <a:endParaRPr sz="1800">
              <a:latin typeface="Calibri"/>
              <a:cs typeface="Calibri"/>
            </a:endParaRPr>
          </a:p>
        </p:txBody>
      </p:sp>
      <p:grpSp>
        <p:nvGrpSpPr>
          <p:cNvPr id="14" name="object 14"/>
          <p:cNvGrpSpPr/>
          <p:nvPr/>
        </p:nvGrpSpPr>
        <p:grpSpPr>
          <a:xfrm>
            <a:off x="6142084" y="1874873"/>
            <a:ext cx="2320290" cy="1405890"/>
            <a:chOff x="6142084" y="1874873"/>
            <a:chExt cx="2320290" cy="1405890"/>
          </a:xfrm>
        </p:grpSpPr>
        <p:pic>
          <p:nvPicPr>
            <p:cNvPr id="15" name="object 15"/>
            <p:cNvPicPr/>
            <p:nvPr/>
          </p:nvPicPr>
          <p:blipFill>
            <a:blip r:embed="rId2" cstate="print"/>
            <a:stretch>
              <a:fillRect/>
            </a:stretch>
          </p:blipFill>
          <p:spPr>
            <a:xfrm>
              <a:off x="6142084" y="1874873"/>
              <a:ext cx="2320069" cy="1405690"/>
            </a:xfrm>
            <a:prstGeom prst="rect">
              <a:avLst/>
            </a:prstGeom>
          </p:spPr>
        </p:pic>
        <p:sp>
          <p:nvSpPr>
            <p:cNvPr id="16" name="object 16"/>
            <p:cNvSpPr/>
            <p:nvPr/>
          </p:nvSpPr>
          <p:spPr>
            <a:xfrm>
              <a:off x="6172199" y="1905000"/>
              <a:ext cx="2209800" cy="1295400"/>
            </a:xfrm>
            <a:custGeom>
              <a:avLst/>
              <a:gdLst/>
              <a:ahLst/>
              <a:cxnLst/>
              <a:rect l="l" t="t" r="r" b="b"/>
              <a:pathLst>
                <a:path w="2209800" h="1295400">
                  <a:moveTo>
                    <a:pt x="2209800" y="0"/>
                  </a:moveTo>
                  <a:lnTo>
                    <a:pt x="0" y="0"/>
                  </a:lnTo>
                  <a:lnTo>
                    <a:pt x="0" y="1295400"/>
                  </a:lnTo>
                  <a:lnTo>
                    <a:pt x="2209800" y="1295400"/>
                  </a:lnTo>
                  <a:lnTo>
                    <a:pt x="2209800" y="0"/>
                  </a:lnTo>
                  <a:close/>
                </a:path>
              </a:pathLst>
            </a:custGeom>
            <a:solidFill>
              <a:srgbClr val="FFFFFF"/>
            </a:solidFill>
          </p:spPr>
          <p:txBody>
            <a:bodyPr wrap="square" lIns="0" tIns="0" rIns="0" bIns="0" rtlCol="0"/>
            <a:lstStyle/>
            <a:p>
              <a:endParaRPr/>
            </a:p>
          </p:txBody>
        </p:sp>
        <p:sp>
          <p:nvSpPr>
            <p:cNvPr id="17" name="object 17"/>
            <p:cNvSpPr/>
            <p:nvPr/>
          </p:nvSpPr>
          <p:spPr>
            <a:xfrm>
              <a:off x="6172199" y="1905000"/>
              <a:ext cx="2209800" cy="1295400"/>
            </a:xfrm>
            <a:custGeom>
              <a:avLst/>
              <a:gdLst/>
              <a:ahLst/>
              <a:cxnLst/>
              <a:rect l="l" t="t" r="r" b="b"/>
              <a:pathLst>
                <a:path w="2209800" h="1295400">
                  <a:moveTo>
                    <a:pt x="0" y="1295400"/>
                  </a:moveTo>
                  <a:lnTo>
                    <a:pt x="2209800" y="1295400"/>
                  </a:lnTo>
                  <a:lnTo>
                    <a:pt x="2209800" y="0"/>
                  </a:lnTo>
                  <a:lnTo>
                    <a:pt x="0" y="0"/>
                  </a:lnTo>
                  <a:lnTo>
                    <a:pt x="0" y="1295400"/>
                  </a:lnTo>
                  <a:close/>
                </a:path>
              </a:pathLst>
            </a:custGeom>
            <a:ln w="24384">
              <a:solidFill>
                <a:srgbClr val="000000"/>
              </a:solidFill>
            </a:ln>
          </p:spPr>
          <p:txBody>
            <a:bodyPr wrap="square" lIns="0" tIns="0" rIns="0" bIns="0" rtlCol="0"/>
            <a:lstStyle/>
            <a:p>
              <a:endParaRPr/>
            </a:p>
          </p:txBody>
        </p:sp>
      </p:grpSp>
      <p:sp>
        <p:nvSpPr>
          <p:cNvPr id="18" name="object 18"/>
          <p:cNvSpPr txBox="1"/>
          <p:nvPr/>
        </p:nvSpPr>
        <p:spPr>
          <a:xfrm>
            <a:off x="6659371" y="2388870"/>
            <a:ext cx="124206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Mass</a:t>
            </a:r>
            <a:r>
              <a:rPr sz="1800" spc="-5" dirty="0">
                <a:latin typeface="Calibri"/>
                <a:cs typeface="Calibri"/>
              </a:rPr>
              <a:t> </a:t>
            </a:r>
            <a:r>
              <a:rPr sz="1800" spc="-10" dirty="0">
                <a:latin typeface="Calibri"/>
                <a:cs typeface="Calibri"/>
              </a:rPr>
              <a:t>storage</a:t>
            </a:r>
            <a:endParaRPr sz="1800">
              <a:latin typeface="Calibri"/>
              <a:cs typeface="Calibri"/>
            </a:endParaRPr>
          </a:p>
        </p:txBody>
      </p:sp>
      <p:grpSp>
        <p:nvGrpSpPr>
          <p:cNvPr id="19" name="object 19"/>
          <p:cNvGrpSpPr/>
          <p:nvPr/>
        </p:nvGrpSpPr>
        <p:grpSpPr>
          <a:xfrm>
            <a:off x="1265284" y="3398873"/>
            <a:ext cx="2320290" cy="1405890"/>
            <a:chOff x="1265284" y="3398873"/>
            <a:chExt cx="2320290" cy="1405890"/>
          </a:xfrm>
        </p:grpSpPr>
        <p:pic>
          <p:nvPicPr>
            <p:cNvPr id="20" name="object 20"/>
            <p:cNvPicPr/>
            <p:nvPr/>
          </p:nvPicPr>
          <p:blipFill>
            <a:blip r:embed="rId2" cstate="print"/>
            <a:stretch>
              <a:fillRect/>
            </a:stretch>
          </p:blipFill>
          <p:spPr>
            <a:xfrm>
              <a:off x="1265284" y="3398873"/>
              <a:ext cx="2320069" cy="1405690"/>
            </a:xfrm>
            <a:prstGeom prst="rect">
              <a:avLst/>
            </a:prstGeom>
          </p:spPr>
        </p:pic>
        <p:sp>
          <p:nvSpPr>
            <p:cNvPr id="21" name="object 21"/>
            <p:cNvSpPr/>
            <p:nvPr/>
          </p:nvSpPr>
          <p:spPr>
            <a:xfrm>
              <a:off x="1295400" y="3429000"/>
              <a:ext cx="2209800" cy="1295400"/>
            </a:xfrm>
            <a:custGeom>
              <a:avLst/>
              <a:gdLst/>
              <a:ahLst/>
              <a:cxnLst/>
              <a:rect l="l" t="t" r="r" b="b"/>
              <a:pathLst>
                <a:path w="2209800" h="1295400">
                  <a:moveTo>
                    <a:pt x="2209800" y="0"/>
                  </a:moveTo>
                  <a:lnTo>
                    <a:pt x="0" y="0"/>
                  </a:lnTo>
                  <a:lnTo>
                    <a:pt x="0" y="1295400"/>
                  </a:lnTo>
                  <a:lnTo>
                    <a:pt x="2209800" y="1295400"/>
                  </a:lnTo>
                  <a:lnTo>
                    <a:pt x="2209800" y="0"/>
                  </a:lnTo>
                  <a:close/>
                </a:path>
              </a:pathLst>
            </a:custGeom>
            <a:solidFill>
              <a:srgbClr val="FFFFFF"/>
            </a:solidFill>
          </p:spPr>
          <p:txBody>
            <a:bodyPr wrap="square" lIns="0" tIns="0" rIns="0" bIns="0" rtlCol="0"/>
            <a:lstStyle/>
            <a:p>
              <a:endParaRPr/>
            </a:p>
          </p:txBody>
        </p:sp>
        <p:sp>
          <p:nvSpPr>
            <p:cNvPr id="22" name="object 22"/>
            <p:cNvSpPr/>
            <p:nvPr/>
          </p:nvSpPr>
          <p:spPr>
            <a:xfrm>
              <a:off x="1295400" y="3429000"/>
              <a:ext cx="2209800" cy="1295400"/>
            </a:xfrm>
            <a:custGeom>
              <a:avLst/>
              <a:gdLst/>
              <a:ahLst/>
              <a:cxnLst/>
              <a:rect l="l" t="t" r="r" b="b"/>
              <a:pathLst>
                <a:path w="2209800" h="1295400">
                  <a:moveTo>
                    <a:pt x="0" y="1295400"/>
                  </a:moveTo>
                  <a:lnTo>
                    <a:pt x="2209800" y="1295400"/>
                  </a:lnTo>
                  <a:lnTo>
                    <a:pt x="2209800" y="0"/>
                  </a:lnTo>
                  <a:lnTo>
                    <a:pt x="0" y="0"/>
                  </a:lnTo>
                  <a:lnTo>
                    <a:pt x="0" y="1295400"/>
                  </a:lnTo>
                  <a:close/>
                </a:path>
              </a:pathLst>
            </a:custGeom>
            <a:ln w="24384">
              <a:solidFill>
                <a:srgbClr val="000000"/>
              </a:solidFill>
            </a:ln>
          </p:spPr>
          <p:txBody>
            <a:bodyPr wrap="square" lIns="0" tIns="0" rIns="0" bIns="0" rtlCol="0"/>
            <a:lstStyle/>
            <a:p>
              <a:endParaRPr/>
            </a:p>
          </p:txBody>
        </p:sp>
      </p:grpSp>
      <p:sp>
        <p:nvSpPr>
          <p:cNvPr id="23" name="object 23"/>
          <p:cNvSpPr txBox="1"/>
          <p:nvPr/>
        </p:nvSpPr>
        <p:spPr>
          <a:xfrm>
            <a:off x="1945385" y="3913073"/>
            <a:ext cx="912494"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Hardcopy</a:t>
            </a:r>
            <a:endParaRPr sz="1800">
              <a:latin typeface="Calibri"/>
              <a:cs typeface="Calibri"/>
            </a:endParaRPr>
          </a:p>
        </p:txBody>
      </p:sp>
      <p:grpSp>
        <p:nvGrpSpPr>
          <p:cNvPr id="24" name="object 24"/>
          <p:cNvGrpSpPr/>
          <p:nvPr/>
        </p:nvGrpSpPr>
        <p:grpSpPr>
          <a:xfrm>
            <a:off x="3703684" y="3398873"/>
            <a:ext cx="2320290" cy="1405890"/>
            <a:chOff x="3703684" y="3398873"/>
            <a:chExt cx="2320290" cy="1405890"/>
          </a:xfrm>
        </p:grpSpPr>
        <p:pic>
          <p:nvPicPr>
            <p:cNvPr id="25" name="object 25"/>
            <p:cNvPicPr/>
            <p:nvPr/>
          </p:nvPicPr>
          <p:blipFill>
            <a:blip r:embed="rId2" cstate="print"/>
            <a:stretch>
              <a:fillRect/>
            </a:stretch>
          </p:blipFill>
          <p:spPr>
            <a:xfrm>
              <a:off x="3703684" y="3398873"/>
              <a:ext cx="2320069" cy="1405690"/>
            </a:xfrm>
            <a:prstGeom prst="rect">
              <a:avLst/>
            </a:prstGeom>
          </p:spPr>
        </p:pic>
        <p:pic>
          <p:nvPicPr>
            <p:cNvPr id="26" name="object 26"/>
            <p:cNvPicPr/>
            <p:nvPr/>
          </p:nvPicPr>
          <p:blipFill>
            <a:blip r:embed="rId3" cstate="print"/>
            <a:stretch>
              <a:fillRect/>
            </a:stretch>
          </p:blipFill>
          <p:spPr>
            <a:xfrm>
              <a:off x="3712463" y="3706406"/>
              <a:ext cx="2302510" cy="857846"/>
            </a:xfrm>
            <a:prstGeom prst="rect">
              <a:avLst/>
            </a:prstGeom>
          </p:spPr>
        </p:pic>
        <p:sp>
          <p:nvSpPr>
            <p:cNvPr id="27" name="object 27"/>
            <p:cNvSpPr/>
            <p:nvPr/>
          </p:nvSpPr>
          <p:spPr>
            <a:xfrm>
              <a:off x="3733799" y="3429000"/>
              <a:ext cx="2209800" cy="1295400"/>
            </a:xfrm>
            <a:custGeom>
              <a:avLst/>
              <a:gdLst/>
              <a:ahLst/>
              <a:cxnLst/>
              <a:rect l="l" t="t" r="r" b="b"/>
              <a:pathLst>
                <a:path w="2209800" h="1295400">
                  <a:moveTo>
                    <a:pt x="2209800" y="0"/>
                  </a:moveTo>
                  <a:lnTo>
                    <a:pt x="0" y="0"/>
                  </a:lnTo>
                  <a:lnTo>
                    <a:pt x="0" y="1295400"/>
                  </a:lnTo>
                  <a:lnTo>
                    <a:pt x="2209800" y="1295400"/>
                  </a:lnTo>
                  <a:lnTo>
                    <a:pt x="2209800" y="0"/>
                  </a:lnTo>
                  <a:close/>
                </a:path>
              </a:pathLst>
            </a:custGeom>
            <a:solidFill>
              <a:srgbClr val="FFFFFF"/>
            </a:solidFill>
          </p:spPr>
          <p:txBody>
            <a:bodyPr wrap="square" lIns="0" tIns="0" rIns="0" bIns="0" rtlCol="0"/>
            <a:lstStyle/>
            <a:p>
              <a:endParaRPr/>
            </a:p>
          </p:txBody>
        </p:sp>
        <p:sp>
          <p:nvSpPr>
            <p:cNvPr id="28" name="object 28"/>
            <p:cNvSpPr/>
            <p:nvPr/>
          </p:nvSpPr>
          <p:spPr>
            <a:xfrm>
              <a:off x="3733799" y="3429000"/>
              <a:ext cx="2209800" cy="1295400"/>
            </a:xfrm>
            <a:custGeom>
              <a:avLst/>
              <a:gdLst/>
              <a:ahLst/>
              <a:cxnLst/>
              <a:rect l="l" t="t" r="r" b="b"/>
              <a:pathLst>
                <a:path w="2209800" h="1295400">
                  <a:moveTo>
                    <a:pt x="0" y="1295400"/>
                  </a:moveTo>
                  <a:lnTo>
                    <a:pt x="2209800" y="1295400"/>
                  </a:lnTo>
                  <a:lnTo>
                    <a:pt x="2209800" y="0"/>
                  </a:lnTo>
                  <a:lnTo>
                    <a:pt x="0" y="0"/>
                  </a:lnTo>
                  <a:lnTo>
                    <a:pt x="0" y="1295400"/>
                  </a:lnTo>
                  <a:close/>
                </a:path>
              </a:pathLst>
            </a:custGeom>
            <a:ln w="24384">
              <a:solidFill>
                <a:srgbClr val="000000"/>
              </a:solidFill>
            </a:ln>
          </p:spPr>
          <p:txBody>
            <a:bodyPr wrap="square" lIns="0" tIns="0" rIns="0" bIns="0" rtlCol="0"/>
            <a:lstStyle/>
            <a:p>
              <a:endParaRPr/>
            </a:p>
          </p:txBody>
        </p:sp>
      </p:grpSp>
      <p:sp>
        <p:nvSpPr>
          <p:cNvPr id="29" name="object 29"/>
          <p:cNvSpPr txBox="1"/>
          <p:nvPr/>
        </p:nvSpPr>
        <p:spPr>
          <a:xfrm>
            <a:off x="3866515" y="3776217"/>
            <a:ext cx="1949450" cy="574675"/>
          </a:xfrm>
          <a:prstGeom prst="rect">
            <a:avLst/>
          </a:prstGeom>
        </p:spPr>
        <p:txBody>
          <a:bodyPr vert="horz" wrap="square" lIns="0" tIns="12700" rIns="0" bIns="0" rtlCol="0">
            <a:spAutoFit/>
          </a:bodyPr>
          <a:lstStyle/>
          <a:p>
            <a:pPr algn="ctr">
              <a:lnSpc>
                <a:spcPct val="100000"/>
              </a:lnSpc>
              <a:spcBef>
                <a:spcPts val="100"/>
              </a:spcBef>
            </a:pPr>
            <a:r>
              <a:rPr sz="1800" dirty="0">
                <a:latin typeface="Calibri"/>
                <a:cs typeface="Calibri"/>
              </a:rPr>
              <a:t>Specialized</a:t>
            </a:r>
            <a:r>
              <a:rPr sz="1800" spc="-90" dirty="0">
                <a:latin typeface="Calibri"/>
                <a:cs typeface="Calibri"/>
              </a:rPr>
              <a:t> </a:t>
            </a:r>
            <a:r>
              <a:rPr sz="1800" spc="-10" dirty="0">
                <a:latin typeface="Calibri"/>
                <a:cs typeface="Calibri"/>
              </a:rPr>
              <a:t>image</a:t>
            </a:r>
            <a:endParaRPr sz="1800">
              <a:latin typeface="Calibri"/>
              <a:cs typeface="Calibri"/>
            </a:endParaRPr>
          </a:p>
          <a:p>
            <a:pPr algn="ctr">
              <a:lnSpc>
                <a:spcPct val="100000"/>
              </a:lnSpc>
            </a:pPr>
            <a:r>
              <a:rPr sz="1800" spc="-10" dirty="0">
                <a:latin typeface="Calibri"/>
                <a:cs typeface="Calibri"/>
              </a:rPr>
              <a:t>processing</a:t>
            </a:r>
            <a:r>
              <a:rPr sz="1800" spc="-5" dirty="0">
                <a:latin typeface="Calibri"/>
                <a:cs typeface="Calibri"/>
              </a:rPr>
              <a:t> </a:t>
            </a:r>
            <a:r>
              <a:rPr sz="1800" spc="-10" dirty="0">
                <a:latin typeface="Calibri"/>
                <a:cs typeface="Calibri"/>
              </a:rPr>
              <a:t>hardware</a:t>
            </a:r>
            <a:endParaRPr sz="1800">
              <a:latin typeface="Calibri"/>
              <a:cs typeface="Calibri"/>
            </a:endParaRPr>
          </a:p>
        </p:txBody>
      </p:sp>
      <p:grpSp>
        <p:nvGrpSpPr>
          <p:cNvPr id="30" name="object 30"/>
          <p:cNvGrpSpPr/>
          <p:nvPr/>
        </p:nvGrpSpPr>
        <p:grpSpPr>
          <a:xfrm>
            <a:off x="6142084" y="3398873"/>
            <a:ext cx="2320290" cy="1405890"/>
            <a:chOff x="6142084" y="3398873"/>
            <a:chExt cx="2320290" cy="1405890"/>
          </a:xfrm>
        </p:grpSpPr>
        <p:pic>
          <p:nvPicPr>
            <p:cNvPr id="31" name="object 31"/>
            <p:cNvPicPr/>
            <p:nvPr/>
          </p:nvPicPr>
          <p:blipFill>
            <a:blip r:embed="rId2" cstate="print"/>
            <a:stretch>
              <a:fillRect/>
            </a:stretch>
          </p:blipFill>
          <p:spPr>
            <a:xfrm>
              <a:off x="6142084" y="3398873"/>
              <a:ext cx="2320069" cy="1405690"/>
            </a:xfrm>
            <a:prstGeom prst="rect">
              <a:avLst/>
            </a:prstGeom>
          </p:spPr>
        </p:pic>
        <p:sp>
          <p:nvSpPr>
            <p:cNvPr id="32" name="object 32"/>
            <p:cNvSpPr/>
            <p:nvPr/>
          </p:nvSpPr>
          <p:spPr>
            <a:xfrm>
              <a:off x="6172199" y="3429000"/>
              <a:ext cx="2209800" cy="1295400"/>
            </a:xfrm>
            <a:custGeom>
              <a:avLst/>
              <a:gdLst/>
              <a:ahLst/>
              <a:cxnLst/>
              <a:rect l="l" t="t" r="r" b="b"/>
              <a:pathLst>
                <a:path w="2209800" h="1295400">
                  <a:moveTo>
                    <a:pt x="2209800" y="0"/>
                  </a:moveTo>
                  <a:lnTo>
                    <a:pt x="0" y="0"/>
                  </a:lnTo>
                  <a:lnTo>
                    <a:pt x="0" y="1295400"/>
                  </a:lnTo>
                  <a:lnTo>
                    <a:pt x="2209800" y="1295400"/>
                  </a:lnTo>
                  <a:lnTo>
                    <a:pt x="2209800" y="0"/>
                  </a:lnTo>
                  <a:close/>
                </a:path>
              </a:pathLst>
            </a:custGeom>
            <a:solidFill>
              <a:srgbClr val="FFFFFF"/>
            </a:solidFill>
          </p:spPr>
          <p:txBody>
            <a:bodyPr wrap="square" lIns="0" tIns="0" rIns="0" bIns="0" rtlCol="0"/>
            <a:lstStyle/>
            <a:p>
              <a:endParaRPr/>
            </a:p>
          </p:txBody>
        </p:sp>
        <p:sp>
          <p:nvSpPr>
            <p:cNvPr id="33" name="object 33"/>
            <p:cNvSpPr/>
            <p:nvPr/>
          </p:nvSpPr>
          <p:spPr>
            <a:xfrm>
              <a:off x="6172199" y="3429000"/>
              <a:ext cx="2209800" cy="1295400"/>
            </a:xfrm>
            <a:custGeom>
              <a:avLst/>
              <a:gdLst/>
              <a:ahLst/>
              <a:cxnLst/>
              <a:rect l="l" t="t" r="r" b="b"/>
              <a:pathLst>
                <a:path w="2209800" h="1295400">
                  <a:moveTo>
                    <a:pt x="0" y="1295400"/>
                  </a:moveTo>
                  <a:lnTo>
                    <a:pt x="2209800" y="1295400"/>
                  </a:lnTo>
                  <a:lnTo>
                    <a:pt x="2209800" y="0"/>
                  </a:lnTo>
                  <a:lnTo>
                    <a:pt x="0" y="0"/>
                  </a:lnTo>
                  <a:lnTo>
                    <a:pt x="0" y="1295400"/>
                  </a:lnTo>
                  <a:close/>
                </a:path>
              </a:pathLst>
            </a:custGeom>
            <a:ln w="24384">
              <a:solidFill>
                <a:srgbClr val="000000"/>
              </a:solidFill>
            </a:ln>
          </p:spPr>
          <p:txBody>
            <a:bodyPr wrap="square" lIns="0" tIns="0" rIns="0" bIns="0" rtlCol="0"/>
            <a:lstStyle/>
            <a:p>
              <a:endParaRPr/>
            </a:p>
          </p:txBody>
        </p:sp>
      </p:grpSp>
      <p:sp>
        <p:nvSpPr>
          <p:cNvPr id="34" name="object 34"/>
          <p:cNvSpPr txBox="1"/>
          <p:nvPr/>
        </p:nvSpPr>
        <p:spPr>
          <a:xfrm>
            <a:off x="6464300" y="3776217"/>
            <a:ext cx="1628775" cy="574675"/>
          </a:xfrm>
          <a:prstGeom prst="rect">
            <a:avLst/>
          </a:prstGeom>
        </p:spPr>
        <p:txBody>
          <a:bodyPr vert="horz" wrap="square" lIns="0" tIns="12700" rIns="0" bIns="0" rtlCol="0">
            <a:spAutoFit/>
          </a:bodyPr>
          <a:lstStyle/>
          <a:p>
            <a:pPr algn="ctr">
              <a:lnSpc>
                <a:spcPct val="100000"/>
              </a:lnSpc>
              <a:spcBef>
                <a:spcPts val="100"/>
              </a:spcBef>
            </a:pPr>
            <a:r>
              <a:rPr sz="1800" dirty="0">
                <a:latin typeface="Calibri"/>
                <a:cs typeface="Calibri"/>
              </a:rPr>
              <a:t>Image</a:t>
            </a:r>
            <a:r>
              <a:rPr sz="1800" spc="-40" dirty="0">
                <a:latin typeface="Calibri"/>
                <a:cs typeface="Calibri"/>
              </a:rPr>
              <a:t> </a:t>
            </a:r>
            <a:r>
              <a:rPr sz="1800" spc="-10" dirty="0">
                <a:latin typeface="Calibri"/>
                <a:cs typeface="Calibri"/>
              </a:rPr>
              <a:t>processing</a:t>
            </a:r>
            <a:endParaRPr sz="1800">
              <a:latin typeface="Calibri"/>
              <a:cs typeface="Calibri"/>
            </a:endParaRPr>
          </a:p>
          <a:p>
            <a:pPr marL="1270" algn="ctr">
              <a:lnSpc>
                <a:spcPct val="100000"/>
              </a:lnSpc>
            </a:pPr>
            <a:r>
              <a:rPr sz="1800" spc="-10" dirty="0">
                <a:latin typeface="Calibri"/>
                <a:cs typeface="Calibri"/>
              </a:rPr>
              <a:t>software</a:t>
            </a:r>
            <a:endParaRPr sz="1800">
              <a:latin typeface="Calibri"/>
              <a:cs typeface="Calibri"/>
            </a:endParaRPr>
          </a:p>
        </p:txBody>
      </p:sp>
      <p:grpSp>
        <p:nvGrpSpPr>
          <p:cNvPr id="35" name="object 35"/>
          <p:cNvGrpSpPr/>
          <p:nvPr/>
        </p:nvGrpSpPr>
        <p:grpSpPr>
          <a:xfrm>
            <a:off x="3703684" y="4922937"/>
            <a:ext cx="2320290" cy="1405890"/>
            <a:chOff x="3703684" y="4922937"/>
            <a:chExt cx="2320290" cy="1405890"/>
          </a:xfrm>
        </p:grpSpPr>
        <p:pic>
          <p:nvPicPr>
            <p:cNvPr id="36" name="object 36"/>
            <p:cNvPicPr/>
            <p:nvPr/>
          </p:nvPicPr>
          <p:blipFill>
            <a:blip r:embed="rId2" cstate="print"/>
            <a:stretch>
              <a:fillRect/>
            </a:stretch>
          </p:blipFill>
          <p:spPr>
            <a:xfrm>
              <a:off x="3703684" y="4922937"/>
              <a:ext cx="2320069" cy="1405690"/>
            </a:xfrm>
            <a:prstGeom prst="rect">
              <a:avLst/>
            </a:prstGeom>
          </p:spPr>
        </p:pic>
        <p:sp>
          <p:nvSpPr>
            <p:cNvPr id="37" name="object 37"/>
            <p:cNvSpPr/>
            <p:nvPr/>
          </p:nvSpPr>
          <p:spPr>
            <a:xfrm>
              <a:off x="3733799" y="4953000"/>
              <a:ext cx="2209800" cy="1295400"/>
            </a:xfrm>
            <a:custGeom>
              <a:avLst/>
              <a:gdLst/>
              <a:ahLst/>
              <a:cxnLst/>
              <a:rect l="l" t="t" r="r" b="b"/>
              <a:pathLst>
                <a:path w="2209800" h="1295400">
                  <a:moveTo>
                    <a:pt x="2209800" y="0"/>
                  </a:moveTo>
                  <a:lnTo>
                    <a:pt x="0" y="0"/>
                  </a:lnTo>
                  <a:lnTo>
                    <a:pt x="0" y="1295400"/>
                  </a:lnTo>
                  <a:lnTo>
                    <a:pt x="2209800" y="1295400"/>
                  </a:lnTo>
                  <a:lnTo>
                    <a:pt x="2209800" y="0"/>
                  </a:lnTo>
                  <a:close/>
                </a:path>
              </a:pathLst>
            </a:custGeom>
            <a:solidFill>
              <a:srgbClr val="FFFFFF"/>
            </a:solidFill>
          </p:spPr>
          <p:txBody>
            <a:bodyPr wrap="square" lIns="0" tIns="0" rIns="0" bIns="0" rtlCol="0"/>
            <a:lstStyle/>
            <a:p>
              <a:endParaRPr/>
            </a:p>
          </p:txBody>
        </p:sp>
        <p:sp>
          <p:nvSpPr>
            <p:cNvPr id="38" name="object 38"/>
            <p:cNvSpPr/>
            <p:nvPr/>
          </p:nvSpPr>
          <p:spPr>
            <a:xfrm>
              <a:off x="3733799" y="4953000"/>
              <a:ext cx="2209800" cy="1295400"/>
            </a:xfrm>
            <a:custGeom>
              <a:avLst/>
              <a:gdLst/>
              <a:ahLst/>
              <a:cxnLst/>
              <a:rect l="l" t="t" r="r" b="b"/>
              <a:pathLst>
                <a:path w="2209800" h="1295400">
                  <a:moveTo>
                    <a:pt x="0" y="1295400"/>
                  </a:moveTo>
                  <a:lnTo>
                    <a:pt x="2209800" y="1295400"/>
                  </a:lnTo>
                  <a:lnTo>
                    <a:pt x="2209800" y="0"/>
                  </a:lnTo>
                  <a:lnTo>
                    <a:pt x="0" y="0"/>
                  </a:lnTo>
                  <a:lnTo>
                    <a:pt x="0" y="1295400"/>
                  </a:lnTo>
                  <a:close/>
                </a:path>
              </a:pathLst>
            </a:custGeom>
            <a:ln w="24384">
              <a:solidFill>
                <a:srgbClr val="000000"/>
              </a:solidFill>
            </a:ln>
          </p:spPr>
          <p:txBody>
            <a:bodyPr wrap="square" lIns="0" tIns="0" rIns="0" bIns="0" rtlCol="0"/>
            <a:lstStyle/>
            <a:p>
              <a:endParaRPr/>
            </a:p>
          </p:txBody>
        </p:sp>
      </p:grpSp>
      <p:sp>
        <p:nvSpPr>
          <p:cNvPr id="39" name="object 39"/>
          <p:cNvSpPr txBox="1"/>
          <p:nvPr/>
        </p:nvSpPr>
        <p:spPr>
          <a:xfrm>
            <a:off x="4168266" y="5438343"/>
            <a:ext cx="134239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Image</a:t>
            </a:r>
            <a:r>
              <a:rPr sz="1800" spc="-40" dirty="0">
                <a:latin typeface="Calibri"/>
                <a:cs typeface="Calibri"/>
              </a:rPr>
              <a:t> </a:t>
            </a:r>
            <a:r>
              <a:rPr sz="1800" spc="-10" dirty="0">
                <a:latin typeface="Calibri"/>
                <a:cs typeface="Calibri"/>
              </a:rPr>
              <a:t>sensors</a:t>
            </a:r>
            <a:endParaRPr sz="1800">
              <a:latin typeface="Calibri"/>
              <a:cs typeface="Calibri"/>
            </a:endParaRPr>
          </a:p>
        </p:txBody>
      </p:sp>
      <p:sp>
        <p:nvSpPr>
          <p:cNvPr id="40" name="object 40"/>
          <p:cNvSpPr/>
          <p:nvPr/>
        </p:nvSpPr>
        <p:spPr>
          <a:xfrm>
            <a:off x="2895600" y="5638800"/>
            <a:ext cx="685800" cy="304800"/>
          </a:xfrm>
          <a:custGeom>
            <a:avLst/>
            <a:gdLst/>
            <a:ahLst/>
            <a:cxnLst/>
            <a:rect l="l" t="t" r="r" b="b"/>
            <a:pathLst>
              <a:path w="685800" h="304800">
                <a:moveTo>
                  <a:pt x="0" y="76200"/>
                </a:moveTo>
                <a:lnTo>
                  <a:pt x="533400" y="76200"/>
                </a:lnTo>
                <a:lnTo>
                  <a:pt x="533400" y="0"/>
                </a:lnTo>
                <a:lnTo>
                  <a:pt x="685800" y="152400"/>
                </a:lnTo>
                <a:lnTo>
                  <a:pt x="533400" y="304800"/>
                </a:lnTo>
                <a:lnTo>
                  <a:pt x="533400" y="228600"/>
                </a:lnTo>
                <a:lnTo>
                  <a:pt x="0" y="228600"/>
                </a:lnTo>
                <a:lnTo>
                  <a:pt x="0" y="76200"/>
                </a:lnTo>
                <a:close/>
              </a:path>
            </a:pathLst>
          </a:custGeom>
          <a:ln w="24384">
            <a:solidFill>
              <a:srgbClr val="000000"/>
            </a:solidFill>
          </a:ln>
        </p:spPr>
        <p:txBody>
          <a:bodyPr wrap="square" lIns="0" tIns="0" rIns="0" bIns="0" rtlCol="0"/>
          <a:lstStyle/>
          <a:p>
            <a:endParaRPr/>
          </a:p>
        </p:txBody>
      </p:sp>
      <p:sp>
        <p:nvSpPr>
          <p:cNvPr id="41" name="object 41"/>
          <p:cNvSpPr txBox="1"/>
          <p:nvPr/>
        </p:nvSpPr>
        <p:spPr>
          <a:xfrm>
            <a:off x="993444" y="5583123"/>
            <a:ext cx="15868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Problem</a:t>
            </a:r>
            <a:r>
              <a:rPr sz="1800" spc="-75" dirty="0">
                <a:latin typeface="Calibri"/>
                <a:cs typeface="Calibri"/>
              </a:rPr>
              <a:t> </a:t>
            </a:r>
            <a:r>
              <a:rPr sz="1800" spc="-10" dirty="0">
                <a:latin typeface="Calibri"/>
                <a:cs typeface="Calibri"/>
              </a:rPr>
              <a:t>Domain</a:t>
            </a:r>
            <a:endParaRPr sz="1800">
              <a:latin typeface="Calibri"/>
              <a:cs typeface="Calibri"/>
            </a:endParaRPr>
          </a:p>
        </p:txBody>
      </p:sp>
      <p:grpSp>
        <p:nvGrpSpPr>
          <p:cNvPr id="42" name="object 42"/>
          <p:cNvGrpSpPr/>
          <p:nvPr/>
        </p:nvGrpSpPr>
        <p:grpSpPr>
          <a:xfrm>
            <a:off x="3355847" y="2334767"/>
            <a:ext cx="5794375" cy="3919854"/>
            <a:chOff x="3355847" y="2334767"/>
            <a:chExt cx="5794375" cy="3919854"/>
          </a:xfrm>
        </p:grpSpPr>
        <p:sp>
          <p:nvSpPr>
            <p:cNvPr id="43" name="object 43"/>
            <p:cNvSpPr/>
            <p:nvPr/>
          </p:nvSpPr>
          <p:spPr>
            <a:xfrm>
              <a:off x="4571999" y="4587239"/>
              <a:ext cx="396240" cy="518159"/>
            </a:xfrm>
            <a:custGeom>
              <a:avLst/>
              <a:gdLst/>
              <a:ahLst/>
              <a:cxnLst/>
              <a:rect l="l" t="t" r="r" b="b"/>
              <a:pathLst>
                <a:path w="396239" h="518160">
                  <a:moveTo>
                    <a:pt x="198120" y="0"/>
                  </a:moveTo>
                  <a:lnTo>
                    <a:pt x="0" y="198120"/>
                  </a:lnTo>
                  <a:lnTo>
                    <a:pt x="99060" y="198120"/>
                  </a:lnTo>
                  <a:lnTo>
                    <a:pt x="99060" y="320040"/>
                  </a:lnTo>
                  <a:lnTo>
                    <a:pt x="0" y="320040"/>
                  </a:lnTo>
                  <a:lnTo>
                    <a:pt x="198120" y="518160"/>
                  </a:lnTo>
                  <a:lnTo>
                    <a:pt x="396239" y="320040"/>
                  </a:lnTo>
                  <a:lnTo>
                    <a:pt x="297179" y="320040"/>
                  </a:lnTo>
                  <a:lnTo>
                    <a:pt x="297179" y="198120"/>
                  </a:lnTo>
                  <a:lnTo>
                    <a:pt x="396239" y="198120"/>
                  </a:lnTo>
                  <a:lnTo>
                    <a:pt x="198120" y="0"/>
                  </a:lnTo>
                  <a:close/>
                </a:path>
              </a:pathLst>
            </a:custGeom>
            <a:solidFill>
              <a:srgbClr val="FFFFFF"/>
            </a:solidFill>
          </p:spPr>
          <p:txBody>
            <a:bodyPr wrap="square" lIns="0" tIns="0" rIns="0" bIns="0" rtlCol="0"/>
            <a:lstStyle/>
            <a:p>
              <a:endParaRPr/>
            </a:p>
          </p:txBody>
        </p:sp>
        <p:sp>
          <p:nvSpPr>
            <p:cNvPr id="44" name="object 44"/>
            <p:cNvSpPr/>
            <p:nvPr/>
          </p:nvSpPr>
          <p:spPr>
            <a:xfrm>
              <a:off x="4571999" y="4587239"/>
              <a:ext cx="396240" cy="518159"/>
            </a:xfrm>
            <a:custGeom>
              <a:avLst/>
              <a:gdLst/>
              <a:ahLst/>
              <a:cxnLst/>
              <a:rect l="l" t="t" r="r" b="b"/>
              <a:pathLst>
                <a:path w="396239" h="518160">
                  <a:moveTo>
                    <a:pt x="198120" y="518160"/>
                  </a:moveTo>
                  <a:lnTo>
                    <a:pt x="0" y="320040"/>
                  </a:lnTo>
                  <a:lnTo>
                    <a:pt x="99060" y="320040"/>
                  </a:lnTo>
                  <a:lnTo>
                    <a:pt x="99060" y="198120"/>
                  </a:lnTo>
                  <a:lnTo>
                    <a:pt x="0" y="198120"/>
                  </a:lnTo>
                  <a:lnTo>
                    <a:pt x="198120" y="0"/>
                  </a:lnTo>
                  <a:lnTo>
                    <a:pt x="396239" y="198120"/>
                  </a:lnTo>
                  <a:lnTo>
                    <a:pt x="297179" y="198120"/>
                  </a:lnTo>
                  <a:lnTo>
                    <a:pt x="297179" y="320040"/>
                  </a:lnTo>
                  <a:lnTo>
                    <a:pt x="396239" y="320040"/>
                  </a:lnTo>
                  <a:lnTo>
                    <a:pt x="198120" y="518160"/>
                  </a:lnTo>
                  <a:close/>
                </a:path>
              </a:pathLst>
            </a:custGeom>
            <a:ln w="24384">
              <a:solidFill>
                <a:srgbClr val="000000"/>
              </a:solidFill>
            </a:ln>
          </p:spPr>
          <p:txBody>
            <a:bodyPr wrap="square" lIns="0" tIns="0" rIns="0" bIns="0" rtlCol="0"/>
            <a:lstStyle/>
            <a:p>
              <a:endParaRPr/>
            </a:p>
          </p:txBody>
        </p:sp>
        <p:sp>
          <p:nvSpPr>
            <p:cNvPr id="45" name="object 45"/>
            <p:cNvSpPr/>
            <p:nvPr/>
          </p:nvSpPr>
          <p:spPr>
            <a:xfrm>
              <a:off x="4571999" y="3047999"/>
              <a:ext cx="396240" cy="518159"/>
            </a:xfrm>
            <a:custGeom>
              <a:avLst/>
              <a:gdLst/>
              <a:ahLst/>
              <a:cxnLst/>
              <a:rect l="l" t="t" r="r" b="b"/>
              <a:pathLst>
                <a:path w="396239" h="518160">
                  <a:moveTo>
                    <a:pt x="198120" y="0"/>
                  </a:moveTo>
                  <a:lnTo>
                    <a:pt x="0" y="198120"/>
                  </a:lnTo>
                  <a:lnTo>
                    <a:pt x="99060" y="198120"/>
                  </a:lnTo>
                  <a:lnTo>
                    <a:pt x="99060" y="320039"/>
                  </a:lnTo>
                  <a:lnTo>
                    <a:pt x="0" y="320039"/>
                  </a:lnTo>
                  <a:lnTo>
                    <a:pt x="198120" y="518160"/>
                  </a:lnTo>
                  <a:lnTo>
                    <a:pt x="396239" y="320039"/>
                  </a:lnTo>
                  <a:lnTo>
                    <a:pt x="297179" y="320039"/>
                  </a:lnTo>
                  <a:lnTo>
                    <a:pt x="297179" y="198120"/>
                  </a:lnTo>
                  <a:lnTo>
                    <a:pt x="396239" y="198120"/>
                  </a:lnTo>
                  <a:lnTo>
                    <a:pt x="198120" y="0"/>
                  </a:lnTo>
                  <a:close/>
                </a:path>
              </a:pathLst>
            </a:custGeom>
            <a:solidFill>
              <a:srgbClr val="FFFFFF"/>
            </a:solidFill>
          </p:spPr>
          <p:txBody>
            <a:bodyPr wrap="square" lIns="0" tIns="0" rIns="0" bIns="0" rtlCol="0"/>
            <a:lstStyle/>
            <a:p>
              <a:endParaRPr/>
            </a:p>
          </p:txBody>
        </p:sp>
        <p:sp>
          <p:nvSpPr>
            <p:cNvPr id="46" name="object 46"/>
            <p:cNvSpPr/>
            <p:nvPr/>
          </p:nvSpPr>
          <p:spPr>
            <a:xfrm>
              <a:off x="4571999" y="3047999"/>
              <a:ext cx="396240" cy="518159"/>
            </a:xfrm>
            <a:custGeom>
              <a:avLst/>
              <a:gdLst/>
              <a:ahLst/>
              <a:cxnLst/>
              <a:rect l="l" t="t" r="r" b="b"/>
              <a:pathLst>
                <a:path w="396239" h="518160">
                  <a:moveTo>
                    <a:pt x="198120" y="518160"/>
                  </a:moveTo>
                  <a:lnTo>
                    <a:pt x="0" y="320039"/>
                  </a:lnTo>
                  <a:lnTo>
                    <a:pt x="99060" y="320039"/>
                  </a:lnTo>
                  <a:lnTo>
                    <a:pt x="99060" y="198120"/>
                  </a:lnTo>
                  <a:lnTo>
                    <a:pt x="0" y="198120"/>
                  </a:lnTo>
                  <a:lnTo>
                    <a:pt x="198120" y="0"/>
                  </a:lnTo>
                  <a:lnTo>
                    <a:pt x="396239" y="198120"/>
                  </a:lnTo>
                  <a:lnTo>
                    <a:pt x="297179" y="198120"/>
                  </a:lnTo>
                  <a:lnTo>
                    <a:pt x="297179" y="320039"/>
                  </a:lnTo>
                  <a:lnTo>
                    <a:pt x="396239" y="320039"/>
                  </a:lnTo>
                  <a:lnTo>
                    <a:pt x="198120" y="518160"/>
                  </a:lnTo>
                  <a:close/>
                </a:path>
              </a:pathLst>
            </a:custGeom>
            <a:ln w="24384">
              <a:solidFill>
                <a:srgbClr val="000000"/>
              </a:solidFill>
            </a:ln>
          </p:spPr>
          <p:txBody>
            <a:bodyPr wrap="square" lIns="0" tIns="0" rIns="0" bIns="0" rtlCol="0"/>
            <a:lstStyle/>
            <a:p>
              <a:endParaRPr/>
            </a:p>
          </p:txBody>
        </p:sp>
        <p:sp>
          <p:nvSpPr>
            <p:cNvPr id="47" name="object 47"/>
            <p:cNvSpPr/>
            <p:nvPr/>
          </p:nvSpPr>
          <p:spPr>
            <a:xfrm>
              <a:off x="5867018" y="3123818"/>
              <a:ext cx="366395" cy="366395"/>
            </a:xfrm>
            <a:custGeom>
              <a:avLst/>
              <a:gdLst/>
              <a:ahLst/>
              <a:cxnLst/>
              <a:rect l="l" t="t" r="r" b="b"/>
              <a:pathLst>
                <a:path w="366395" h="366395">
                  <a:moveTo>
                    <a:pt x="280542" y="0"/>
                  </a:moveTo>
                  <a:lnTo>
                    <a:pt x="0" y="0"/>
                  </a:lnTo>
                  <a:lnTo>
                    <a:pt x="0" y="280542"/>
                  </a:lnTo>
                  <a:lnTo>
                    <a:pt x="70103" y="210438"/>
                  </a:lnTo>
                  <a:lnTo>
                    <a:pt x="155447" y="295782"/>
                  </a:lnTo>
                  <a:lnTo>
                    <a:pt x="85343" y="365886"/>
                  </a:lnTo>
                  <a:lnTo>
                    <a:pt x="365886" y="365886"/>
                  </a:lnTo>
                  <a:lnTo>
                    <a:pt x="365886" y="85343"/>
                  </a:lnTo>
                  <a:lnTo>
                    <a:pt x="295782" y="155447"/>
                  </a:lnTo>
                  <a:lnTo>
                    <a:pt x="210438" y="70103"/>
                  </a:lnTo>
                  <a:lnTo>
                    <a:pt x="280542" y="0"/>
                  </a:lnTo>
                  <a:close/>
                </a:path>
              </a:pathLst>
            </a:custGeom>
            <a:solidFill>
              <a:srgbClr val="FFFFFF"/>
            </a:solidFill>
          </p:spPr>
          <p:txBody>
            <a:bodyPr wrap="square" lIns="0" tIns="0" rIns="0" bIns="0" rtlCol="0"/>
            <a:lstStyle/>
            <a:p>
              <a:endParaRPr/>
            </a:p>
          </p:txBody>
        </p:sp>
        <p:sp>
          <p:nvSpPr>
            <p:cNvPr id="48" name="object 48"/>
            <p:cNvSpPr/>
            <p:nvPr/>
          </p:nvSpPr>
          <p:spPr>
            <a:xfrm>
              <a:off x="5867018" y="3123818"/>
              <a:ext cx="366395" cy="366395"/>
            </a:xfrm>
            <a:custGeom>
              <a:avLst/>
              <a:gdLst/>
              <a:ahLst/>
              <a:cxnLst/>
              <a:rect l="l" t="t" r="r" b="b"/>
              <a:pathLst>
                <a:path w="366395" h="366395">
                  <a:moveTo>
                    <a:pt x="0" y="0"/>
                  </a:moveTo>
                  <a:lnTo>
                    <a:pt x="280542" y="0"/>
                  </a:lnTo>
                  <a:lnTo>
                    <a:pt x="210438" y="70103"/>
                  </a:lnTo>
                  <a:lnTo>
                    <a:pt x="295782" y="155447"/>
                  </a:lnTo>
                  <a:lnTo>
                    <a:pt x="365886" y="85343"/>
                  </a:lnTo>
                  <a:lnTo>
                    <a:pt x="365886" y="365886"/>
                  </a:lnTo>
                  <a:lnTo>
                    <a:pt x="85343" y="365886"/>
                  </a:lnTo>
                  <a:lnTo>
                    <a:pt x="155447" y="295782"/>
                  </a:lnTo>
                  <a:lnTo>
                    <a:pt x="70103" y="210438"/>
                  </a:lnTo>
                  <a:lnTo>
                    <a:pt x="0" y="280542"/>
                  </a:lnTo>
                  <a:lnTo>
                    <a:pt x="0" y="0"/>
                  </a:lnTo>
                  <a:close/>
                </a:path>
              </a:pathLst>
            </a:custGeom>
            <a:ln w="25400">
              <a:solidFill>
                <a:srgbClr val="000000"/>
              </a:solidFill>
            </a:ln>
          </p:spPr>
          <p:txBody>
            <a:bodyPr wrap="square" lIns="0" tIns="0" rIns="0" bIns="0" rtlCol="0"/>
            <a:lstStyle/>
            <a:p>
              <a:endParaRPr/>
            </a:p>
          </p:txBody>
        </p:sp>
        <p:sp>
          <p:nvSpPr>
            <p:cNvPr id="49" name="object 49"/>
            <p:cNvSpPr/>
            <p:nvPr/>
          </p:nvSpPr>
          <p:spPr>
            <a:xfrm>
              <a:off x="3455796" y="3111372"/>
              <a:ext cx="367030" cy="367030"/>
            </a:xfrm>
            <a:custGeom>
              <a:avLst/>
              <a:gdLst/>
              <a:ahLst/>
              <a:cxnLst/>
              <a:rect l="l" t="t" r="r" b="b"/>
              <a:pathLst>
                <a:path w="367029" h="367029">
                  <a:moveTo>
                    <a:pt x="367029" y="0"/>
                  </a:moveTo>
                  <a:lnTo>
                    <a:pt x="87629" y="0"/>
                  </a:lnTo>
                  <a:lnTo>
                    <a:pt x="157479" y="69850"/>
                  </a:lnTo>
                  <a:lnTo>
                    <a:pt x="69850" y="157352"/>
                  </a:lnTo>
                  <a:lnTo>
                    <a:pt x="0" y="87502"/>
                  </a:lnTo>
                  <a:lnTo>
                    <a:pt x="0" y="367029"/>
                  </a:lnTo>
                  <a:lnTo>
                    <a:pt x="279526" y="367029"/>
                  </a:lnTo>
                  <a:lnTo>
                    <a:pt x="209676" y="297179"/>
                  </a:lnTo>
                  <a:lnTo>
                    <a:pt x="297179" y="209550"/>
                  </a:lnTo>
                  <a:lnTo>
                    <a:pt x="367029" y="279400"/>
                  </a:lnTo>
                  <a:lnTo>
                    <a:pt x="367029" y="0"/>
                  </a:lnTo>
                  <a:close/>
                </a:path>
              </a:pathLst>
            </a:custGeom>
            <a:solidFill>
              <a:srgbClr val="FFFFFF"/>
            </a:solidFill>
          </p:spPr>
          <p:txBody>
            <a:bodyPr wrap="square" lIns="0" tIns="0" rIns="0" bIns="0" rtlCol="0"/>
            <a:lstStyle/>
            <a:p>
              <a:endParaRPr/>
            </a:p>
          </p:txBody>
        </p:sp>
        <p:sp>
          <p:nvSpPr>
            <p:cNvPr id="50" name="object 50"/>
            <p:cNvSpPr/>
            <p:nvPr/>
          </p:nvSpPr>
          <p:spPr>
            <a:xfrm>
              <a:off x="3455796" y="3111372"/>
              <a:ext cx="367030" cy="367030"/>
            </a:xfrm>
            <a:custGeom>
              <a:avLst/>
              <a:gdLst/>
              <a:ahLst/>
              <a:cxnLst/>
              <a:rect l="l" t="t" r="r" b="b"/>
              <a:pathLst>
                <a:path w="367029" h="367029">
                  <a:moveTo>
                    <a:pt x="367029" y="0"/>
                  </a:moveTo>
                  <a:lnTo>
                    <a:pt x="367029" y="279400"/>
                  </a:lnTo>
                  <a:lnTo>
                    <a:pt x="297179" y="209550"/>
                  </a:lnTo>
                  <a:lnTo>
                    <a:pt x="209676" y="297179"/>
                  </a:lnTo>
                  <a:lnTo>
                    <a:pt x="279526" y="367029"/>
                  </a:lnTo>
                  <a:lnTo>
                    <a:pt x="0" y="367029"/>
                  </a:lnTo>
                  <a:lnTo>
                    <a:pt x="0" y="87502"/>
                  </a:lnTo>
                  <a:lnTo>
                    <a:pt x="69850" y="157352"/>
                  </a:lnTo>
                  <a:lnTo>
                    <a:pt x="157479" y="69850"/>
                  </a:lnTo>
                  <a:lnTo>
                    <a:pt x="87629" y="0"/>
                  </a:lnTo>
                  <a:lnTo>
                    <a:pt x="367029" y="0"/>
                  </a:lnTo>
                  <a:close/>
                </a:path>
              </a:pathLst>
            </a:custGeom>
            <a:ln w="25400">
              <a:solidFill>
                <a:srgbClr val="000000"/>
              </a:solidFill>
            </a:ln>
          </p:spPr>
          <p:txBody>
            <a:bodyPr wrap="square" lIns="0" tIns="0" rIns="0" bIns="0" rtlCol="0"/>
            <a:lstStyle/>
            <a:p>
              <a:endParaRPr/>
            </a:p>
          </p:txBody>
        </p:sp>
        <p:sp>
          <p:nvSpPr>
            <p:cNvPr id="51" name="object 51"/>
            <p:cNvSpPr/>
            <p:nvPr/>
          </p:nvSpPr>
          <p:spPr>
            <a:xfrm>
              <a:off x="3368039" y="2346959"/>
              <a:ext cx="518159" cy="396240"/>
            </a:xfrm>
            <a:custGeom>
              <a:avLst/>
              <a:gdLst/>
              <a:ahLst/>
              <a:cxnLst/>
              <a:rect l="l" t="t" r="r" b="b"/>
              <a:pathLst>
                <a:path w="518160" h="396239">
                  <a:moveTo>
                    <a:pt x="320039" y="0"/>
                  </a:moveTo>
                  <a:lnTo>
                    <a:pt x="320039" y="99060"/>
                  </a:lnTo>
                  <a:lnTo>
                    <a:pt x="198120" y="99060"/>
                  </a:lnTo>
                  <a:lnTo>
                    <a:pt x="198120" y="0"/>
                  </a:lnTo>
                  <a:lnTo>
                    <a:pt x="0" y="198119"/>
                  </a:lnTo>
                  <a:lnTo>
                    <a:pt x="198120" y="396239"/>
                  </a:lnTo>
                  <a:lnTo>
                    <a:pt x="198120" y="297179"/>
                  </a:lnTo>
                  <a:lnTo>
                    <a:pt x="320039" y="297179"/>
                  </a:lnTo>
                  <a:lnTo>
                    <a:pt x="320039" y="396239"/>
                  </a:lnTo>
                  <a:lnTo>
                    <a:pt x="518160" y="198119"/>
                  </a:lnTo>
                  <a:lnTo>
                    <a:pt x="320039" y="0"/>
                  </a:lnTo>
                  <a:close/>
                </a:path>
              </a:pathLst>
            </a:custGeom>
            <a:solidFill>
              <a:srgbClr val="FFFFFF"/>
            </a:solidFill>
          </p:spPr>
          <p:txBody>
            <a:bodyPr wrap="square" lIns="0" tIns="0" rIns="0" bIns="0" rtlCol="0"/>
            <a:lstStyle/>
            <a:p>
              <a:endParaRPr/>
            </a:p>
          </p:txBody>
        </p:sp>
        <p:sp>
          <p:nvSpPr>
            <p:cNvPr id="52" name="object 52"/>
            <p:cNvSpPr/>
            <p:nvPr/>
          </p:nvSpPr>
          <p:spPr>
            <a:xfrm>
              <a:off x="3368039" y="2346959"/>
              <a:ext cx="518159" cy="396240"/>
            </a:xfrm>
            <a:custGeom>
              <a:avLst/>
              <a:gdLst/>
              <a:ahLst/>
              <a:cxnLst/>
              <a:rect l="l" t="t" r="r" b="b"/>
              <a:pathLst>
                <a:path w="518160" h="396239">
                  <a:moveTo>
                    <a:pt x="518160" y="198119"/>
                  </a:moveTo>
                  <a:lnTo>
                    <a:pt x="320039" y="396239"/>
                  </a:lnTo>
                  <a:lnTo>
                    <a:pt x="320039" y="297179"/>
                  </a:lnTo>
                  <a:lnTo>
                    <a:pt x="198120" y="297179"/>
                  </a:lnTo>
                  <a:lnTo>
                    <a:pt x="198120" y="396239"/>
                  </a:lnTo>
                  <a:lnTo>
                    <a:pt x="0" y="198119"/>
                  </a:lnTo>
                  <a:lnTo>
                    <a:pt x="198120" y="0"/>
                  </a:lnTo>
                  <a:lnTo>
                    <a:pt x="198120" y="99060"/>
                  </a:lnTo>
                  <a:lnTo>
                    <a:pt x="320039" y="99060"/>
                  </a:lnTo>
                  <a:lnTo>
                    <a:pt x="320039" y="0"/>
                  </a:lnTo>
                  <a:lnTo>
                    <a:pt x="518160" y="198119"/>
                  </a:lnTo>
                  <a:close/>
                </a:path>
              </a:pathLst>
            </a:custGeom>
            <a:ln w="24384">
              <a:solidFill>
                <a:srgbClr val="000000"/>
              </a:solidFill>
            </a:ln>
          </p:spPr>
          <p:txBody>
            <a:bodyPr wrap="square" lIns="0" tIns="0" rIns="0" bIns="0" rtlCol="0"/>
            <a:lstStyle/>
            <a:p>
              <a:endParaRPr/>
            </a:p>
          </p:txBody>
        </p:sp>
        <p:sp>
          <p:nvSpPr>
            <p:cNvPr id="53" name="object 53"/>
            <p:cNvSpPr/>
            <p:nvPr/>
          </p:nvSpPr>
          <p:spPr>
            <a:xfrm>
              <a:off x="5791199" y="2362199"/>
              <a:ext cx="518159" cy="396240"/>
            </a:xfrm>
            <a:custGeom>
              <a:avLst/>
              <a:gdLst/>
              <a:ahLst/>
              <a:cxnLst/>
              <a:rect l="l" t="t" r="r" b="b"/>
              <a:pathLst>
                <a:path w="518160" h="396239">
                  <a:moveTo>
                    <a:pt x="320039" y="0"/>
                  </a:moveTo>
                  <a:lnTo>
                    <a:pt x="320039" y="99060"/>
                  </a:lnTo>
                  <a:lnTo>
                    <a:pt x="198120" y="99060"/>
                  </a:lnTo>
                  <a:lnTo>
                    <a:pt x="198120" y="0"/>
                  </a:lnTo>
                  <a:lnTo>
                    <a:pt x="0" y="198120"/>
                  </a:lnTo>
                  <a:lnTo>
                    <a:pt x="198120" y="396239"/>
                  </a:lnTo>
                  <a:lnTo>
                    <a:pt x="198120" y="297179"/>
                  </a:lnTo>
                  <a:lnTo>
                    <a:pt x="320039" y="297179"/>
                  </a:lnTo>
                  <a:lnTo>
                    <a:pt x="320039" y="396239"/>
                  </a:lnTo>
                  <a:lnTo>
                    <a:pt x="518160" y="198120"/>
                  </a:lnTo>
                  <a:lnTo>
                    <a:pt x="320039" y="0"/>
                  </a:lnTo>
                  <a:close/>
                </a:path>
              </a:pathLst>
            </a:custGeom>
            <a:solidFill>
              <a:srgbClr val="FFFFFF"/>
            </a:solidFill>
          </p:spPr>
          <p:txBody>
            <a:bodyPr wrap="square" lIns="0" tIns="0" rIns="0" bIns="0" rtlCol="0"/>
            <a:lstStyle/>
            <a:p>
              <a:endParaRPr/>
            </a:p>
          </p:txBody>
        </p:sp>
        <p:sp>
          <p:nvSpPr>
            <p:cNvPr id="54" name="object 54"/>
            <p:cNvSpPr/>
            <p:nvPr/>
          </p:nvSpPr>
          <p:spPr>
            <a:xfrm>
              <a:off x="5791199" y="2362199"/>
              <a:ext cx="518159" cy="396240"/>
            </a:xfrm>
            <a:custGeom>
              <a:avLst/>
              <a:gdLst/>
              <a:ahLst/>
              <a:cxnLst/>
              <a:rect l="l" t="t" r="r" b="b"/>
              <a:pathLst>
                <a:path w="518160" h="396239">
                  <a:moveTo>
                    <a:pt x="518160" y="198120"/>
                  </a:moveTo>
                  <a:lnTo>
                    <a:pt x="320039" y="396239"/>
                  </a:lnTo>
                  <a:lnTo>
                    <a:pt x="320039" y="297179"/>
                  </a:lnTo>
                  <a:lnTo>
                    <a:pt x="198120" y="297179"/>
                  </a:lnTo>
                  <a:lnTo>
                    <a:pt x="198120" y="396239"/>
                  </a:lnTo>
                  <a:lnTo>
                    <a:pt x="0" y="198120"/>
                  </a:lnTo>
                  <a:lnTo>
                    <a:pt x="198120" y="0"/>
                  </a:lnTo>
                  <a:lnTo>
                    <a:pt x="198120" y="99060"/>
                  </a:lnTo>
                  <a:lnTo>
                    <a:pt x="320039" y="99060"/>
                  </a:lnTo>
                  <a:lnTo>
                    <a:pt x="320039" y="0"/>
                  </a:lnTo>
                  <a:lnTo>
                    <a:pt x="518160" y="198120"/>
                  </a:lnTo>
                  <a:close/>
                </a:path>
              </a:pathLst>
            </a:custGeom>
            <a:ln w="24384">
              <a:solidFill>
                <a:srgbClr val="000000"/>
              </a:solidFill>
            </a:ln>
          </p:spPr>
          <p:txBody>
            <a:bodyPr wrap="square" lIns="0" tIns="0" rIns="0" bIns="0" rtlCol="0"/>
            <a:lstStyle/>
            <a:p>
              <a:endParaRPr/>
            </a:p>
          </p:txBody>
        </p:sp>
        <p:sp>
          <p:nvSpPr>
            <p:cNvPr id="55" name="object 55"/>
            <p:cNvSpPr/>
            <p:nvPr/>
          </p:nvSpPr>
          <p:spPr>
            <a:xfrm>
              <a:off x="6554723" y="4878323"/>
              <a:ext cx="2590800" cy="1371600"/>
            </a:xfrm>
            <a:custGeom>
              <a:avLst/>
              <a:gdLst/>
              <a:ahLst/>
              <a:cxnLst/>
              <a:rect l="l" t="t" r="r" b="b"/>
              <a:pathLst>
                <a:path w="2590800" h="1371600">
                  <a:moveTo>
                    <a:pt x="1295400" y="0"/>
                  </a:moveTo>
                  <a:lnTo>
                    <a:pt x="1232639" y="790"/>
                  </a:lnTo>
                  <a:lnTo>
                    <a:pt x="1170650" y="3139"/>
                  </a:lnTo>
                  <a:lnTo>
                    <a:pt x="1109499" y="7010"/>
                  </a:lnTo>
                  <a:lnTo>
                    <a:pt x="1049254" y="12367"/>
                  </a:lnTo>
                  <a:lnTo>
                    <a:pt x="989983" y="19174"/>
                  </a:lnTo>
                  <a:lnTo>
                    <a:pt x="931755" y="27395"/>
                  </a:lnTo>
                  <a:lnTo>
                    <a:pt x="874636" y="36995"/>
                  </a:lnTo>
                  <a:lnTo>
                    <a:pt x="818695" y="47936"/>
                  </a:lnTo>
                  <a:lnTo>
                    <a:pt x="764000" y="60184"/>
                  </a:lnTo>
                  <a:lnTo>
                    <a:pt x="710618" y="73702"/>
                  </a:lnTo>
                  <a:lnTo>
                    <a:pt x="658618" y="88455"/>
                  </a:lnTo>
                  <a:lnTo>
                    <a:pt x="608067" y="104406"/>
                  </a:lnTo>
                  <a:lnTo>
                    <a:pt x="559034" y="121520"/>
                  </a:lnTo>
                  <a:lnTo>
                    <a:pt x="511585" y="139761"/>
                  </a:lnTo>
                  <a:lnTo>
                    <a:pt x="465789" y="159092"/>
                  </a:lnTo>
                  <a:lnTo>
                    <a:pt x="421714" y="179477"/>
                  </a:lnTo>
                  <a:lnTo>
                    <a:pt x="379428" y="200882"/>
                  </a:lnTo>
                  <a:lnTo>
                    <a:pt x="338998" y="223269"/>
                  </a:lnTo>
                  <a:lnTo>
                    <a:pt x="300493" y="246603"/>
                  </a:lnTo>
                  <a:lnTo>
                    <a:pt x="263980" y="270848"/>
                  </a:lnTo>
                  <a:lnTo>
                    <a:pt x="229527" y="295969"/>
                  </a:lnTo>
                  <a:lnTo>
                    <a:pt x="197202" y="321928"/>
                  </a:lnTo>
                  <a:lnTo>
                    <a:pt x="167073" y="348690"/>
                  </a:lnTo>
                  <a:lnTo>
                    <a:pt x="139208" y="376219"/>
                  </a:lnTo>
                  <a:lnTo>
                    <a:pt x="90541" y="433436"/>
                  </a:lnTo>
                  <a:lnTo>
                    <a:pt x="51744" y="493290"/>
                  </a:lnTo>
                  <a:lnTo>
                    <a:pt x="23359" y="555493"/>
                  </a:lnTo>
                  <a:lnTo>
                    <a:pt x="5930" y="619759"/>
                  </a:lnTo>
                  <a:lnTo>
                    <a:pt x="0" y="685800"/>
                  </a:lnTo>
                  <a:lnTo>
                    <a:pt x="1493" y="719027"/>
                  </a:lnTo>
                  <a:lnTo>
                    <a:pt x="13241" y="784221"/>
                  </a:lnTo>
                  <a:lnTo>
                    <a:pt x="36216" y="847495"/>
                  </a:lnTo>
                  <a:lnTo>
                    <a:pt x="69875" y="908563"/>
                  </a:lnTo>
                  <a:lnTo>
                    <a:pt x="113675" y="967135"/>
                  </a:lnTo>
                  <a:lnTo>
                    <a:pt x="167073" y="1022926"/>
                  </a:lnTo>
                  <a:lnTo>
                    <a:pt x="197202" y="1049688"/>
                  </a:lnTo>
                  <a:lnTo>
                    <a:pt x="229527" y="1075647"/>
                  </a:lnTo>
                  <a:lnTo>
                    <a:pt x="263980" y="1100767"/>
                  </a:lnTo>
                  <a:lnTo>
                    <a:pt x="300493" y="1125011"/>
                  </a:lnTo>
                  <a:lnTo>
                    <a:pt x="338998" y="1148345"/>
                  </a:lnTo>
                  <a:lnTo>
                    <a:pt x="379428" y="1170732"/>
                  </a:lnTo>
                  <a:lnTo>
                    <a:pt x="421714" y="1192135"/>
                  </a:lnTo>
                  <a:lnTo>
                    <a:pt x="465789" y="1212520"/>
                  </a:lnTo>
                  <a:lnTo>
                    <a:pt x="511585" y="1231850"/>
                  </a:lnTo>
                  <a:lnTo>
                    <a:pt x="559034" y="1250089"/>
                  </a:lnTo>
                  <a:lnTo>
                    <a:pt x="608067" y="1267202"/>
                  </a:lnTo>
                  <a:lnTo>
                    <a:pt x="658618" y="1283152"/>
                  </a:lnTo>
                  <a:lnTo>
                    <a:pt x="710618" y="1297904"/>
                  </a:lnTo>
                  <a:lnTo>
                    <a:pt x="764000" y="1311421"/>
                  </a:lnTo>
                  <a:lnTo>
                    <a:pt x="818695" y="1323668"/>
                  </a:lnTo>
                  <a:lnTo>
                    <a:pt x="874636" y="1334608"/>
                  </a:lnTo>
                  <a:lnTo>
                    <a:pt x="931755" y="1344207"/>
                  </a:lnTo>
                  <a:lnTo>
                    <a:pt x="989983" y="1352427"/>
                  </a:lnTo>
                  <a:lnTo>
                    <a:pt x="1049254" y="1359233"/>
                  </a:lnTo>
                  <a:lnTo>
                    <a:pt x="1109499" y="1364590"/>
                  </a:lnTo>
                  <a:lnTo>
                    <a:pt x="1170650" y="1368460"/>
                  </a:lnTo>
                  <a:lnTo>
                    <a:pt x="1232639" y="1370809"/>
                  </a:lnTo>
                  <a:lnTo>
                    <a:pt x="1295400" y="1371600"/>
                  </a:lnTo>
                  <a:lnTo>
                    <a:pt x="1358160" y="1370809"/>
                  </a:lnTo>
                  <a:lnTo>
                    <a:pt x="1420149" y="1368460"/>
                  </a:lnTo>
                  <a:lnTo>
                    <a:pt x="1481300" y="1364590"/>
                  </a:lnTo>
                  <a:lnTo>
                    <a:pt x="1541545" y="1359233"/>
                  </a:lnTo>
                  <a:lnTo>
                    <a:pt x="1600816" y="1352427"/>
                  </a:lnTo>
                  <a:lnTo>
                    <a:pt x="1659044" y="1344207"/>
                  </a:lnTo>
                  <a:lnTo>
                    <a:pt x="1716163" y="1334608"/>
                  </a:lnTo>
                  <a:lnTo>
                    <a:pt x="1772104" y="1323668"/>
                  </a:lnTo>
                  <a:lnTo>
                    <a:pt x="1826799" y="1311421"/>
                  </a:lnTo>
                  <a:lnTo>
                    <a:pt x="1880181" y="1297904"/>
                  </a:lnTo>
                  <a:lnTo>
                    <a:pt x="1932181" y="1283152"/>
                  </a:lnTo>
                  <a:lnTo>
                    <a:pt x="1982732" y="1267202"/>
                  </a:lnTo>
                  <a:lnTo>
                    <a:pt x="2031765" y="1250089"/>
                  </a:lnTo>
                  <a:lnTo>
                    <a:pt x="2079214" y="1231850"/>
                  </a:lnTo>
                  <a:lnTo>
                    <a:pt x="2125010" y="1212520"/>
                  </a:lnTo>
                  <a:lnTo>
                    <a:pt x="2169085" y="1192135"/>
                  </a:lnTo>
                  <a:lnTo>
                    <a:pt x="2211371" y="1170732"/>
                  </a:lnTo>
                  <a:lnTo>
                    <a:pt x="2251801" y="1148345"/>
                  </a:lnTo>
                  <a:lnTo>
                    <a:pt x="2290306" y="1125011"/>
                  </a:lnTo>
                  <a:lnTo>
                    <a:pt x="2326819" y="1100767"/>
                  </a:lnTo>
                  <a:lnTo>
                    <a:pt x="2361272" y="1075647"/>
                  </a:lnTo>
                  <a:lnTo>
                    <a:pt x="2393597" y="1049688"/>
                  </a:lnTo>
                  <a:lnTo>
                    <a:pt x="2423726" y="1022926"/>
                  </a:lnTo>
                  <a:lnTo>
                    <a:pt x="2451591" y="995396"/>
                  </a:lnTo>
                  <a:lnTo>
                    <a:pt x="2500258" y="938179"/>
                  </a:lnTo>
                  <a:lnTo>
                    <a:pt x="2539055" y="878323"/>
                  </a:lnTo>
                  <a:lnTo>
                    <a:pt x="2567440" y="816116"/>
                  </a:lnTo>
                  <a:lnTo>
                    <a:pt x="2584869" y="751846"/>
                  </a:lnTo>
                  <a:lnTo>
                    <a:pt x="2590800" y="685800"/>
                  </a:lnTo>
                  <a:lnTo>
                    <a:pt x="2589306" y="652575"/>
                  </a:lnTo>
                  <a:lnTo>
                    <a:pt x="2577558" y="587386"/>
                  </a:lnTo>
                  <a:lnTo>
                    <a:pt x="2554583" y="524116"/>
                  </a:lnTo>
                  <a:lnTo>
                    <a:pt x="2520924" y="463051"/>
                  </a:lnTo>
                  <a:lnTo>
                    <a:pt x="2477124" y="404480"/>
                  </a:lnTo>
                  <a:lnTo>
                    <a:pt x="2423726" y="348690"/>
                  </a:lnTo>
                  <a:lnTo>
                    <a:pt x="2393597" y="321928"/>
                  </a:lnTo>
                  <a:lnTo>
                    <a:pt x="2361272" y="295969"/>
                  </a:lnTo>
                  <a:lnTo>
                    <a:pt x="2326819" y="270848"/>
                  </a:lnTo>
                  <a:lnTo>
                    <a:pt x="2290306" y="246603"/>
                  </a:lnTo>
                  <a:lnTo>
                    <a:pt x="2251801" y="223269"/>
                  </a:lnTo>
                  <a:lnTo>
                    <a:pt x="2211371" y="200882"/>
                  </a:lnTo>
                  <a:lnTo>
                    <a:pt x="2169085" y="179477"/>
                  </a:lnTo>
                  <a:lnTo>
                    <a:pt x="2125010" y="159092"/>
                  </a:lnTo>
                  <a:lnTo>
                    <a:pt x="2079214" y="139761"/>
                  </a:lnTo>
                  <a:lnTo>
                    <a:pt x="2031765" y="121520"/>
                  </a:lnTo>
                  <a:lnTo>
                    <a:pt x="1982732" y="104406"/>
                  </a:lnTo>
                  <a:lnTo>
                    <a:pt x="1932181" y="88455"/>
                  </a:lnTo>
                  <a:lnTo>
                    <a:pt x="1880181" y="73702"/>
                  </a:lnTo>
                  <a:lnTo>
                    <a:pt x="1826799" y="60184"/>
                  </a:lnTo>
                  <a:lnTo>
                    <a:pt x="1772104" y="47936"/>
                  </a:lnTo>
                  <a:lnTo>
                    <a:pt x="1716163" y="36995"/>
                  </a:lnTo>
                  <a:lnTo>
                    <a:pt x="1659044" y="27395"/>
                  </a:lnTo>
                  <a:lnTo>
                    <a:pt x="1600816" y="19174"/>
                  </a:lnTo>
                  <a:lnTo>
                    <a:pt x="1541545" y="12367"/>
                  </a:lnTo>
                  <a:lnTo>
                    <a:pt x="1481300" y="7010"/>
                  </a:lnTo>
                  <a:lnTo>
                    <a:pt x="1420149" y="3139"/>
                  </a:lnTo>
                  <a:lnTo>
                    <a:pt x="1358160" y="790"/>
                  </a:lnTo>
                  <a:lnTo>
                    <a:pt x="1295400" y="0"/>
                  </a:lnTo>
                  <a:close/>
                </a:path>
              </a:pathLst>
            </a:custGeom>
            <a:solidFill>
              <a:srgbClr val="4F81BC"/>
            </a:solidFill>
          </p:spPr>
          <p:txBody>
            <a:bodyPr wrap="square" lIns="0" tIns="0" rIns="0" bIns="0" rtlCol="0"/>
            <a:lstStyle/>
            <a:p>
              <a:endParaRPr/>
            </a:p>
          </p:txBody>
        </p:sp>
        <p:sp>
          <p:nvSpPr>
            <p:cNvPr id="56" name="object 56"/>
            <p:cNvSpPr/>
            <p:nvPr/>
          </p:nvSpPr>
          <p:spPr>
            <a:xfrm>
              <a:off x="6554723" y="4878323"/>
              <a:ext cx="2590800" cy="1371600"/>
            </a:xfrm>
            <a:custGeom>
              <a:avLst/>
              <a:gdLst/>
              <a:ahLst/>
              <a:cxnLst/>
              <a:rect l="l" t="t" r="r" b="b"/>
              <a:pathLst>
                <a:path w="2590800" h="1371600">
                  <a:moveTo>
                    <a:pt x="0" y="685800"/>
                  </a:moveTo>
                  <a:lnTo>
                    <a:pt x="5930" y="619759"/>
                  </a:lnTo>
                  <a:lnTo>
                    <a:pt x="23359" y="555493"/>
                  </a:lnTo>
                  <a:lnTo>
                    <a:pt x="51744" y="493290"/>
                  </a:lnTo>
                  <a:lnTo>
                    <a:pt x="90541" y="433436"/>
                  </a:lnTo>
                  <a:lnTo>
                    <a:pt x="139208" y="376219"/>
                  </a:lnTo>
                  <a:lnTo>
                    <a:pt x="167073" y="348690"/>
                  </a:lnTo>
                  <a:lnTo>
                    <a:pt x="197202" y="321928"/>
                  </a:lnTo>
                  <a:lnTo>
                    <a:pt x="229527" y="295969"/>
                  </a:lnTo>
                  <a:lnTo>
                    <a:pt x="263980" y="270848"/>
                  </a:lnTo>
                  <a:lnTo>
                    <a:pt x="300493" y="246603"/>
                  </a:lnTo>
                  <a:lnTo>
                    <a:pt x="338998" y="223269"/>
                  </a:lnTo>
                  <a:lnTo>
                    <a:pt x="379428" y="200882"/>
                  </a:lnTo>
                  <a:lnTo>
                    <a:pt x="421714" y="179477"/>
                  </a:lnTo>
                  <a:lnTo>
                    <a:pt x="465789" y="159092"/>
                  </a:lnTo>
                  <a:lnTo>
                    <a:pt x="511585" y="139761"/>
                  </a:lnTo>
                  <a:lnTo>
                    <a:pt x="559034" y="121520"/>
                  </a:lnTo>
                  <a:lnTo>
                    <a:pt x="608067" y="104406"/>
                  </a:lnTo>
                  <a:lnTo>
                    <a:pt x="658618" y="88455"/>
                  </a:lnTo>
                  <a:lnTo>
                    <a:pt x="710618" y="73702"/>
                  </a:lnTo>
                  <a:lnTo>
                    <a:pt x="764000" y="60184"/>
                  </a:lnTo>
                  <a:lnTo>
                    <a:pt x="818695" y="47936"/>
                  </a:lnTo>
                  <a:lnTo>
                    <a:pt x="874636" y="36995"/>
                  </a:lnTo>
                  <a:lnTo>
                    <a:pt x="931755" y="27395"/>
                  </a:lnTo>
                  <a:lnTo>
                    <a:pt x="989983" y="19174"/>
                  </a:lnTo>
                  <a:lnTo>
                    <a:pt x="1049254" y="12367"/>
                  </a:lnTo>
                  <a:lnTo>
                    <a:pt x="1109499" y="7010"/>
                  </a:lnTo>
                  <a:lnTo>
                    <a:pt x="1170650" y="3139"/>
                  </a:lnTo>
                  <a:lnTo>
                    <a:pt x="1232639" y="790"/>
                  </a:lnTo>
                  <a:lnTo>
                    <a:pt x="1295400" y="0"/>
                  </a:lnTo>
                  <a:lnTo>
                    <a:pt x="1358160" y="790"/>
                  </a:lnTo>
                  <a:lnTo>
                    <a:pt x="1420149" y="3139"/>
                  </a:lnTo>
                  <a:lnTo>
                    <a:pt x="1481300" y="7010"/>
                  </a:lnTo>
                  <a:lnTo>
                    <a:pt x="1541545" y="12367"/>
                  </a:lnTo>
                  <a:lnTo>
                    <a:pt x="1600816" y="19174"/>
                  </a:lnTo>
                  <a:lnTo>
                    <a:pt x="1659044" y="27395"/>
                  </a:lnTo>
                  <a:lnTo>
                    <a:pt x="1716163" y="36995"/>
                  </a:lnTo>
                  <a:lnTo>
                    <a:pt x="1772104" y="47936"/>
                  </a:lnTo>
                  <a:lnTo>
                    <a:pt x="1826799" y="60184"/>
                  </a:lnTo>
                  <a:lnTo>
                    <a:pt x="1880181" y="73702"/>
                  </a:lnTo>
                  <a:lnTo>
                    <a:pt x="1932181" y="88455"/>
                  </a:lnTo>
                  <a:lnTo>
                    <a:pt x="1982732" y="104406"/>
                  </a:lnTo>
                  <a:lnTo>
                    <a:pt x="2031765" y="121520"/>
                  </a:lnTo>
                  <a:lnTo>
                    <a:pt x="2079214" y="139761"/>
                  </a:lnTo>
                  <a:lnTo>
                    <a:pt x="2125010" y="159092"/>
                  </a:lnTo>
                  <a:lnTo>
                    <a:pt x="2169085" y="179477"/>
                  </a:lnTo>
                  <a:lnTo>
                    <a:pt x="2211371" y="200882"/>
                  </a:lnTo>
                  <a:lnTo>
                    <a:pt x="2251801" y="223269"/>
                  </a:lnTo>
                  <a:lnTo>
                    <a:pt x="2290306" y="246603"/>
                  </a:lnTo>
                  <a:lnTo>
                    <a:pt x="2326819" y="270848"/>
                  </a:lnTo>
                  <a:lnTo>
                    <a:pt x="2361272" y="295969"/>
                  </a:lnTo>
                  <a:lnTo>
                    <a:pt x="2393597" y="321928"/>
                  </a:lnTo>
                  <a:lnTo>
                    <a:pt x="2423726" y="348690"/>
                  </a:lnTo>
                  <a:lnTo>
                    <a:pt x="2451591" y="376219"/>
                  </a:lnTo>
                  <a:lnTo>
                    <a:pt x="2500258" y="433436"/>
                  </a:lnTo>
                  <a:lnTo>
                    <a:pt x="2539055" y="493290"/>
                  </a:lnTo>
                  <a:lnTo>
                    <a:pt x="2567440" y="555493"/>
                  </a:lnTo>
                  <a:lnTo>
                    <a:pt x="2584869" y="619759"/>
                  </a:lnTo>
                  <a:lnTo>
                    <a:pt x="2590800" y="685800"/>
                  </a:lnTo>
                  <a:lnTo>
                    <a:pt x="2589306" y="719027"/>
                  </a:lnTo>
                  <a:lnTo>
                    <a:pt x="2577558" y="784221"/>
                  </a:lnTo>
                  <a:lnTo>
                    <a:pt x="2554583" y="847495"/>
                  </a:lnTo>
                  <a:lnTo>
                    <a:pt x="2520924" y="908563"/>
                  </a:lnTo>
                  <a:lnTo>
                    <a:pt x="2477124" y="967135"/>
                  </a:lnTo>
                  <a:lnTo>
                    <a:pt x="2423726" y="1022926"/>
                  </a:lnTo>
                  <a:lnTo>
                    <a:pt x="2393597" y="1049688"/>
                  </a:lnTo>
                  <a:lnTo>
                    <a:pt x="2361272" y="1075647"/>
                  </a:lnTo>
                  <a:lnTo>
                    <a:pt x="2326819" y="1100767"/>
                  </a:lnTo>
                  <a:lnTo>
                    <a:pt x="2290306" y="1125011"/>
                  </a:lnTo>
                  <a:lnTo>
                    <a:pt x="2251801" y="1148345"/>
                  </a:lnTo>
                  <a:lnTo>
                    <a:pt x="2211371" y="1170732"/>
                  </a:lnTo>
                  <a:lnTo>
                    <a:pt x="2169085" y="1192135"/>
                  </a:lnTo>
                  <a:lnTo>
                    <a:pt x="2125010" y="1212520"/>
                  </a:lnTo>
                  <a:lnTo>
                    <a:pt x="2079214" y="1231850"/>
                  </a:lnTo>
                  <a:lnTo>
                    <a:pt x="2031765" y="1250089"/>
                  </a:lnTo>
                  <a:lnTo>
                    <a:pt x="1982732" y="1267202"/>
                  </a:lnTo>
                  <a:lnTo>
                    <a:pt x="1932181" y="1283152"/>
                  </a:lnTo>
                  <a:lnTo>
                    <a:pt x="1880181" y="1297904"/>
                  </a:lnTo>
                  <a:lnTo>
                    <a:pt x="1826799" y="1311421"/>
                  </a:lnTo>
                  <a:lnTo>
                    <a:pt x="1772104" y="1323668"/>
                  </a:lnTo>
                  <a:lnTo>
                    <a:pt x="1716163" y="1334608"/>
                  </a:lnTo>
                  <a:lnTo>
                    <a:pt x="1659044" y="1344207"/>
                  </a:lnTo>
                  <a:lnTo>
                    <a:pt x="1600816" y="1352427"/>
                  </a:lnTo>
                  <a:lnTo>
                    <a:pt x="1541545" y="1359233"/>
                  </a:lnTo>
                  <a:lnTo>
                    <a:pt x="1481300" y="1364590"/>
                  </a:lnTo>
                  <a:lnTo>
                    <a:pt x="1420149" y="1368460"/>
                  </a:lnTo>
                  <a:lnTo>
                    <a:pt x="1358160" y="1370809"/>
                  </a:lnTo>
                  <a:lnTo>
                    <a:pt x="1295400" y="1371600"/>
                  </a:lnTo>
                  <a:lnTo>
                    <a:pt x="1232639" y="1370809"/>
                  </a:lnTo>
                  <a:lnTo>
                    <a:pt x="1170650" y="1368460"/>
                  </a:lnTo>
                  <a:lnTo>
                    <a:pt x="1109499" y="1364590"/>
                  </a:lnTo>
                  <a:lnTo>
                    <a:pt x="1049254" y="1359233"/>
                  </a:lnTo>
                  <a:lnTo>
                    <a:pt x="989983" y="1352427"/>
                  </a:lnTo>
                  <a:lnTo>
                    <a:pt x="931755" y="1344207"/>
                  </a:lnTo>
                  <a:lnTo>
                    <a:pt x="874636" y="1334608"/>
                  </a:lnTo>
                  <a:lnTo>
                    <a:pt x="818695" y="1323668"/>
                  </a:lnTo>
                  <a:lnTo>
                    <a:pt x="764000" y="1311421"/>
                  </a:lnTo>
                  <a:lnTo>
                    <a:pt x="710618" y="1297904"/>
                  </a:lnTo>
                  <a:lnTo>
                    <a:pt x="658618" y="1283152"/>
                  </a:lnTo>
                  <a:lnTo>
                    <a:pt x="608067" y="1267202"/>
                  </a:lnTo>
                  <a:lnTo>
                    <a:pt x="559034" y="1250089"/>
                  </a:lnTo>
                  <a:lnTo>
                    <a:pt x="511585" y="1231850"/>
                  </a:lnTo>
                  <a:lnTo>
                    <a:pt x="465789" y="1212520"/>
                  </a:lnTo>
                  <a:lnTo>
                    <a:pt x="421714" y="1192135"/>
                  </a:lnTo>
                  <a:lnTo>
                    <a:pt x="379428" y="1170732"/>
                  </a:lnTo>
                  <a:lnTo>
                    <a:pt x="338998" y="1148345"/>
                  </a:lnTo>
                  <a:lnTo>
                    <a:pt x="300493" y="1125011"/>
                  </a:lnTo>
                  <a:lnTo>
                    <a:pt x="263980" y="1100767"/>
                  </a:lnTo>
                  <a:lnTo>
                    <a:pt x="229527" y="1075647"/>
                  </a:lnTo>
                  <a:lnTo>
                    <a:pt x="197202" y="1049688"/>
                  </a:lnTo>
                  <a:lnTo>
                    <a:pt x="167073" y="1022926"/>
                  </a:lnTo>
                  <a:lnTo>
                    <a:pt x="139208" y="995396"/>
                  </a:lnTo>
                  <a:lnTo>
                    <a:pt x="90541" y="938179"/>
                  </a:lnTo>
                  <a:lnTo>
                    <a:pt x="51744" y="878323"/>
                  </a:lnTo>
                  <a:lnTo>
                    <a:pt x="23359" y="816116"/>
                  </a:lnTo>
                  <a:lnTo>
                    <a:pt x="5930" y="751846"/>
                  </a:lnTo>
                  <a:lnTo>
                    <a:pt x="0" y="685800"/>
                  </a:lnTo>
                  <a:close/>
                </a:path>
              </a:pathLst>
            </a:custGeom>
            <a:ln w="9144">
              <a:solidFill>
                <a:srgbClr val="000000"/>
              </a:solidFill>
            </a:ln>
          </p:spPr>
          <p:txBody>
            <a:bodyPr wrap="square" lIns="0" tIns="0" rIns="0" bIns="0" rtlCol="0"/>
            <a:lstStyle/>
            <a:p>
              <a:endParaRPr/>
            </a:p>
          </p:txBody>
        </p:sp>
      </p:grpSp>
      <p:sp>
        <p:nvSpPr>
          <p:cNvPr id="57" name="object 57"/>
          <p:cNvSpPr txBox="1"/>
          <p:nvPr/>
        </p:nvSpPr>
        <p:spPr>
          <a:xfrm>
            <a:off x="7118095" y="5097907"/>
            <a:ext cx="1464945" cy="848994"/>
          </a:xfrm>
          <a:prstGeom prst="rect">
            <a:avLst/>
          </a:prstGeom>
        </p:spPr>
        <p:txBody>
          <a:bodyPr vert="horz" wrap="square" lIns="0" tIns="12700" rIns="0" bIns="0" rtlCol="0">
            <a:spAutoFit/>
          </a:bodyPr>
          <a:lstStyle/>
          <a:p>
            <a:pPr marL="12700" marR="5080" algn="ctr">
              <a:lnSpc>
                <a:spcPct val="100000"/>
              </a:lnSpc>
              <a:spcBef>
                <a:spcPts val="100"/>
              </a:spcBef>
            </a:pPr>
            <a:r>
              <a:rPr sz="1800" spc="-10" dirty="0">
                <a:latin typeface="Calibri"/>
                <a:cs typeface="Calibri"/>
              </a:rPr>
              <a:t>Typical</a:t>
            </a:r>
            <a:r>
              <a:rPr sz="1800" spc="-65" dirty="0">
                <a:latin typeface="Calibri"/>
                <a:cs typeface="Calibri"/>
              </a:rPr>
              <a:t> </a:t>
            </a:r>
            <a:r>
              <a:rPr sz="1800" spc="-25" dirty="0">
                <a:latin typeface="Calibri"/>
                <a:cs typeface="Calibri"/>
              </a:rPr>
              <a:t>general- </a:t>
            </a:r>
            <a:r>
              <a:rPr sz="1800" dirty="0">
                <a:latin typeface="Calibri"/>
                <a:cs typeface="Calibri"/>
              </a:rPr>
              <a:t>purpose</a:t>
            </a:r>
            <a:r>
              <a:rPr sz="1800" spc="-55" dirty="0">
                <a:latin typeface="Calibri"/>
                <a:cs typeface="Calibri"/>
              </a:rPr>
              <a:t> </a:t>
            </a:r>
            <a:r>
              <a:rPr sz="1800" spc="-25" dirty="0">
                <a:latin typeface="Calibri"/>
                <a:cs typeface="Calibri"/>
              </a:rPr>
              <a:t>DIP </a:t>
            </a:r>
            <a:r>
              <a:rPr sz="1800" spc="-10" dirty="0">
                <a:latin typeface="Calibri"/>
                <a:cs typeface="Calibri"/>
              </a:rPr>
              <a:t>system</a:t>
            </a:r>
            <a:endParaRPr sz="180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8462" rIns="0" bIns="0" rtlCol="0">
            <a:spAutoFit/>
          </a:bodyPr>
          <a:lstStyle/>
          <a:p>
            <a:pPr marL="3176905" marR="5080" indent="-3006725">
              <a:lnSpc>
                <a:spcPct val="100000"/>
              </a:lnSpc>
              <a:spcBef>
                <a:spcPts val="110"/>
              </a:spcBef>
            </a:pPr>
            <a:r>
              <a:rPr sz="4000" dirty="0"/>
              <a:t>Components</a:t>
            </a:r>
            <a:r>
              <a:rPr sz="4000" spc="-65" dirty="0"/>
              <a:t> </a:t>
            </a:r>
            <a:r>
              <a:rPr sz="4000" dirty="0"/>
              <a:t>of</a:t>
            </a:r>
            <a:r>
              <a:rPr sz="4000" spc="-50" dirty="0"/>
              <a:t> </a:t>
            </a:r>
            <a:r>
              <a:rPr sz="4000" dirty="0"/>
              <a:t>an</a:t>
            </a:r>
            <a:r>
              <a:rPr sz="4000" spc="-50" dirty="0"/>
              <a:t> </a:t>
            </a:r>
            <a:r>
              <a:rPr sz="4000" dirty="0"/>
              <a:t>Image</a:t>
            </a:r>
            <a:r>
              <a:rPr sz="4000" spc="-50" dirty="0"/>
              <a:t> </a:t>
            </a:r>
            <a:r>
              <a:rPr sz="4000" spc="-10" dirty="0"/>
              <a:t>Processing System</a:t>
            </a:r>
            <a:endParaRPr sz="4000"/>
          </a:p>
        </p:txBody>
      </p:sp>
      <p:sp>
        <p:nvSpPr>
          <p:cNvPr id="3" name="object 3"/>
          <p:cNvSpPr txBox="1"/>
          <p:nvPr/>
        </p:nvSpPr>
        <p:spPr>
          <a:xfrm>
            <a:off x="536244" y="1510650"/>
            <a:ext cx="8079740" cy="4124325"/>
          </a:xfrm>
          <a:prstGeom prst="rect">
            <a:avLst/>
          </a:prstGeom>
        </p:spPr>
        <p:txBody>
          <a:bodyPr vert="horz" wrap="square" lIns="0" tIns="110489" rIns="0" bIns="0" rtlCol="0">
            <a:spAutoFit/>
          </a:bodyPr>
          <a:lstStyle/>
          <a:p>
            <a:pPr marL="12700" algn="just">
              <a:lnSpc>
                <a:spcPct val="100000"/>
              </a:lnSpc>
              <a:spcBef>
                <a:spcPts val="869"/>
              </a:spcBef>
            </a:pPr>
            <a:r>
              <a:rPr sz="3200" b="1" dirty="0">
                <a:latin typeface="Calibri"/>
                <a:cs typeface="Calibri"/>
              </a:rPr>
              <a:t>1.</a:t>
            </a:r>
            <a:r>
              <a:rPr sz="3200" b="1" spc="795" dirty="0">
                <a:latin typeface="Calibri"/>
                <a:cs typeface="Calibri"/>
              </a:rPr>
              <a:t> </a:t>
            </a:r>
            <a:r>
              <a:rPr sz="3200" b="1" dirty="0">
                <a:latin typeface="Calibri"/>
                <a:cs typeface="Calibri"/>
              </a:rPr>
              <a:t>Image</a:t>
            </a:r>
            <a:r>
              <a:rPr sz="3200" b="1" spc="-40" dirty="0">
                <a:latin typeface="Calibri"/>
                <a:cs typeface="Calibri"/>
              </a:rPr>
              <a:t> </a:t>
            </a:r>
            <a:r>
              <a:rPr sz="3200" b="1" spc="-10" dirty="0">
                <a:latin typeface="Calibri"/>
                <a:cs typeface="Calibri"/>
              </a:rPr>
              <a:t>Sensors</a:t>
            </a:r>
            <a:endParaRPr sz="3200">
              <a:latin typeface="Calibri"/>
              <a:cs typeface="Calibri"/>
            </a:endParaRPr>
          </a:p>
          <a:p>
            <a:pPr marL="527685" marR="5080" algn="just">
              <a:lnSpc>
                <a:spcPct val="100000"/>
              </a:lnSpc>
              <a:spcBef>
                <a:spcPts val="770"/>
              </a:spcBef>
            </a:pPr>
            <a:r>
              <a:rPr sz="3200" dirty="0">
                <a:latin typeface="Calibri"/>
                <a:cs typeface="Calibri"/>
              </a:rPr>
              <a:t>Two</a:t>
            </a:r>
            <a:r>
              <a:rPr sz="3200" spc="170" dirty="0">
                <a:latin typeface="Calibri"/>
                <a:cs typeface="Calibri"/>
              </a:rPr>
              <a:t> </a:t>
            </a:r>
            <a:r>
              <a:rPr sz="3200" dirty="0">
                <a:latin typeface="Calibri"/>
                <a:cs typeface="Calibri"/>
              </a:rPr>
              <a:t>elements</a:t>
            </a:r>
            <a:r>
              <a:rPr sz="3200" spc="190" dirty="0">
                <a:latin typeface="Calibri"/>
                <a:cs typeface="Calibri"/>
              </a:rPr>
              <a:t> </a:t>
            </a:r>
            <a:r>
              <a:rPr sz="3200" dirty="0">
                <a:latin typeface="Calibri"/>
                <a:cs typeface="Calibri"/>
              </a:rPr>
              <a:t>are</a:t>
            </a:r>
            <a:r>
              <a:rPr sz="3200" spc="200" dirty="0">
                <a:latin typeface="Calibri"/>
                <a:cs typeface="Calibri"/>
              </a:rPr>
              <a:t> </a:t>
            </a:r>
            <a:r>
              <a:rPr sz="3200" dirty="0">
                <a:latin typeface="Calibri"/>
                <a:cs typeface="Calibri"/>
              </a:rPr>
              <a:t>required</a:t>
            </a:r>
            <a:r>
              <a:rPr sz="3200" spc="185" dirty="0">
                <a:latin typeface="Calibri"/>
                <a:cs typeface="Calibri"/>
              </a:rPr>
              <a:t> </a:t>
            </a:r>
            <a:r>
              <a:rPr sz="3200" dirty="0">
                <a:latin typeface="Calibri"/>
                <a:cs typeface="Calibri"/>
              </a:rPr>
              <a:t>to</a:t>
            </a:r>
            <a:r>
              <a:rPr sz="3200" spc="180" dirty="0">
                <a:latin typeface="Calibri"/>
                <a:cs typeface="Calibri"/>
              </a:rPr>
              <a:t> </a:t>
            </a:r>
            <a:r>
              <a:rPr sz="3200" dirty="0">
                <a:latin typeface="Calibri"/>
                <a:cs typeface="Calibri"/>
              </a:rPr>
              <a:t>acquire</a:t>
            </a:r>
            <a:r>
              <a:rPr sz="3200" spc="185" dirty="0">
                <a:latin typeface="Calibri"/>
                <a:cs typeface="Calibri"/>
              </a:rPr>
              <a:t> </a:t>
            </a:r>
            <a:r>
              <a:rPr sz="3200" spc="-10" dirty="0">
                <a:latin typeface="Calibri"/>
                <a:cs typeface="Calibri"/>
              </a:rPr>
              <a:t>digital </a:t>
            </a:r>
            <a:r>
              <a:rPr sz="3200" dirty="0">
                <a:latin typeface="Calibri"/>
                <a:cs typeface="Calibri"/>
              </a:rPr>
              <a:t>images.</a:t>
            </a:r>
            <a:r>
              <a:rPr sz="3200" spc="85" dirty="0">
                <a:latin typeface="Calibri"/>
                <a:cs typeface="Calibri"/>
              </a:rPr>
              <a:t> </a:t>
            </a:r>
            <a:r>
              <a:rPr sz="3200" dirty="0">
                <a:latin typeface="Calibri"/>
                <a:cs typeface="Calibri"/>
              </a:rPr>
              <a:t>The</a:t>
            </a:r>
            <a:r>
              <a:rPr sz="3200" spc="80" dirty="0">
                <a:latin typeface="Calibri"/>
                <a:cs typeface="Calibri"/>
              </a:rPr>
              <a:t> </a:t>
            </a:r>
            <a:r>
              <a:rPr sz="3200" dirty="0">
                <a:latin typeface="Calibri"/>
                <a:cs typeface="Calibri"/>
              </a:rPr>
              <a:t>first</a:t>
            </a:r>
            <a:r>
              <a:rPr sz="3200" spc="95" dirty="0">
                <a:latin typeface="Calibri"/>
                <a:cs typeface="Calibri"/>
              </a:rPr>
              <a:t> </a:t>
            </a:r>
            <a:r>
              <a:rPr sz="3200" dirty="0">
                <a:latin typeface="Calibri"/>
                <a:cs typeface="Calibri"/>
              </a:rPr>
              <a:t>is</a:t>
            </a:r>
            <a:r>
              <a:rPr sz="3200" spc="80" dirty="0">
                <a:latin typeface="Calibri"/>
                <a:cs typeface="Calibri"/>
              </a:rPr>
              <a:t> </a:t>
            </a:r>
            <a:r>
              <a:rPr sz="3200" dirty="0">
                <a:latin typeface="Calibri"/>
                <a:cs typeface="Calibri"/>
              </a:rPr>
              <a:t>the</a:t>
            </a:r>
            <a:r>
              <a:rPr sz="3200" spc="85" dirty="0">
                <a:latin typeface="Calibri"/>
                <a:cs typeface="Calibri"/>
              </a:rPr>
              <a:t> </a:t>
            </a:r>
            <a:r>
              <a:rPr sz="3200" dirty="0">
                <a:latin typeface="Calibri"/>
                <a:cs typeface="Calibri"/>
              </a:rPr>
              <a:t>physical</a:t>
            </a:r>
            <a:r>
              <a:rPr sz="3200" spc="95" dirty="0">
                <a:latin typeface="Calibri"/>
                <a:cs typeface="Calibri"/>
              </a:rPr>
              <a:t> </a:t>
            </a:r>
            <a:r>
              <a:rPr sz="3200" dirty="0">
                <a:latin typeface="Calibri"/>
                <a:cs typeface="Calibri"/>
              </a:rPr>
              <a:t>device</a:t>
            </a:r>
            <a:r>
              <a:rPr sz="3200" spc="75" dirty="0">
                <a:latin typeface="Calibri"/>
                <a:cs typeface="Calibri"/>
              </a:rPr>
              <a:t> </a:t>
            </a:r>
            <a:r>
              <a:rPr sz="3200" dirty="0">
                <a:latin typeface="Calibri"/>
                <a:cs typeface="Calibri"/>
              </a:rPr>
              <a:t>that</a:t>
            </a:r>
            <a:r>
              <a:rPr sz="3200" spc="90" dirty="0">
                <a:latin typeface="Calibri"/>
                <a:cs typeface="Calibri"/>
              </a:rPr>
              <a:t> </a:t>
            </a:r>
            <a:r>
              <a:rPr sz="3200" spc="-25" dirty="0">
                <a:latin typeface="Calibri"/>
                <a:cs typeface="Calibri"/>
              </a:rPr>
              <a:t>is </a:t>
            </a:r>
            <a:r>
              <a:rPr sz="3200" dirty="0">
                <a:latin typeface="Calibri"/>
                <a:cs typeface="Calibri"/>
              </a:rPr>
              <a:t>sensitive</a:t>
            </a:r>
            <a:r>
              <a:rPr sz="3200" spc="-20" dirty="0">
                <a:latin typeface="Calibri"/>
                <a:cs typeface="Calibri"/>
              </a:rPr>
              <a:t> </a:t>
            </a:r>
            <a:r>
              <a:rPr sz="3200" dirty="0">
                <a:latin typeface="Calibri"/>
                <a:cs typeface="Calibri"/>
              </a:rPr>
              <a:t>to</a:t>
            </a:r>
            <a:r>
              <a:rPr sz="3200" spc="-20" dirty="0">
                <a:latin typeface="Calibri"/>
                <a:cs typeface="Calibri"/>
              </a:rPr>
              <a:t> </a:t>
            </a:r>
            <a:r>
              <a:rPr sz="3200" dirty="0">
                <a:latin typeface="Calibri"/>
                <a:cs typeface="Calibri"/>
              </a:rPr>
              <a:t>the</a:t>
            </a:r>
            <a:r>
              <a:rPr sz="3200" spc="-20" dirty="0">
                <a:latin typeface="Calibri"/>
                <a:cs typeface="Calibri"/>
              </a:rPr>
              <a:t> </a:t>
            </a:r>
            <a:r>
              <a:rPr sz="3200" dirty="0">
                <a:latin typeface="Calibri"/>
                <a:cs typeface="Calibri"/>
              </a:rPr>
              <a:t>energy</a:t>
            </a:r>
            <a:r>
              <a:rPr sz="3200" spc="15" dirty="0">
                <a:latin typeface="Calibri"/>
                <a:cs typeface="Calibri"/>
              </a:rPr>
              <a:t> </a:t>
            </a:r>
            <a:r>
              <a:rPr sz="3200" dirty="0">
                <a:latin typeface="Calibri"/>
                <a:cs typeface="Calibri"/>
              </a:rPr>
              <a:t>radiated</a:t>
            </a:r>
            <a:r>
              <a:rPr sz="3200" spc="-20" dirty="0">
                <a:latin typeface="Calibri"/>
                <a:cs typeface="Calibri"/>
              </a:rPr>
              <a:t> </a:t>
            </a:r>
            <a:r>
              <a:rPr sz="3200" dirty="0">
                <a:latin typeface="Calibri"/>
                <a:cs typeface="Calibri"/>
              </a:rPr>
              <a:t>by</a:t>
            </a:r>
            <a:r>
              <a:rPr sz="3200" spc="-25" dirty="0">
                <a:latin typeface="Calibri"/>
                <a:cs typeface="Calibri"/>
              </a:rPr>
              <a:t> </a:t>
            </a:r>
            <a:r>
              <a:rPr sz="3200" dirty="0">
                <a:latin typeface="Calibri"/>
                <a:cs typeface="Calibri"/>
              </a:rPr>
              <a:t>the</a:t>
            </a:r>
            <a:r>
              <a:rPr sz="3200" spc="-20" dirty="0">
                <a:latin typeface="Calibri"/>
                <a:cs typeface="Calibri"/>
              </a:rPr>
              <a:t> </a:t>
            </a:r>
            <a:r>
              <a:rPr sz="3200" spc="-10" dirty="0">
                <a:latin typeface="Calibri"/>
                <a:cs typeface="Calibri"/>
              </a:rPr>
              <a:t>object </a:t>
            </a:r>
            <a:r>
              <a:rPr sz="3200" dirty="0">
                <a:latin typeface="Calibri"/>
                <a:cs typeface="Calibri"/>
              </a:rPr>
              <a:t>we</a:t>
            </a:r>
            <a:r>
              <a:rPr sz="3200" spc="290" dirty="0">
                <a:latin typeface="Calibri"/>
                <a:cs typeface="Calibri"/>
              </a:rPr>
              <a:t>  </a:t>
            </a:r>
            <a:r>
              <a:rPr sz="3200" dirty="0">
                <a:latin typeface="Calibri"/>
                <a:cs typeface="Calibri"/>
              </a:rPr>
              <a:t>wish</a:t>
            </a:r>
            <a:r>
              <a:rPr sz="3200" spc="310" dirty="0">
                <a:latin typeface="Calibri"/>
                <a:cs typeface="Calibri"/>
              </a:rPr>
              <a:t>  </a:t>
            </a:r>
            <a:r>
              <a:rPr sz="3200" dirty="0">
                <a:latin typeface="Calibri"/>
                <a:cs typeface="Calibri"/>
              </a:rPr>
              <a:t>to</a:t>
            </a:r>
            <a:r>
              <a:rPr sz="3200" spc="295" dirty="0">
                <a:latin typeface="Calibri"/>
                <a:cs typeface="Calibri"/>
              </a:rPr>
              <a:t>  </a:t>
            </a:r>
            <a:r>
              <a:rPr sz="3200" dirty="0">
                <a:latin typeface="Calibri"/>
                <a:cs typeface="Calibri"/>
              </a:rPr>
              <a:t>image</a:t>
            </a:r>
            <a:r>
              <a:rPr sz="3200" spc="295" dirty="0">
                <a:latin typeface="Calibri"/>
                <a:cs typeface="Calibri"/>
              </a:rPr>
              <a:t>  </a:t>
            </a:r>
            <a:r>
              <a:rPr sz="3200" dirty="0">
                <a:latin typeface="Calibri"/>
                <a:cs typeface="Calibri"/>
              </a:rPr>
              <a:t>(</a:t>
            </a:r>
            <a:r>
              <a:rPr sz="3200" i="1" dirty="0">
                <a:latin typeface="Calibri"/>
                <a:cs typeface="Calibri"/>
              </a:rPr>
              <a:t>Sensor</a:t>
            </a:r>
            <a:r>
              <a:rPr sz="3200" dirty="0">
                <a:latin typeface="Calibri"/>
                <a:cs typeface="Calibri"/>
              </a:rPr>
              <a:t>).</a:t>
            </a:r>
            <a:r>
              <a:rPr sz="3200" spc="295" dirty="0">
                <a:latin typeface="Calibri"/>
                <a:cs typeface="Calibri"/>
              </a:rPr>
              <a:t>  </a:t>
            </a:r>
            <a:r>
              <a:rPr sz="3200" dirty="0">
                <a:latin typeface="Calibri"/>
                <a:cs typeface="Calibri"/>
              </a:rPr>
              <a:t>The</a:t>
            </a:r>
            <a:r>
              <a:rPr sz="3200" spc="305" dirty="0">
                <a:latin typeface="Calibri"/>
                <a:cs typeface="Calibri"/>
              </a:rPr>
              <a:t>  </a:t>
            </a:r>
            <a:r>
              <a:rPr sz="3200" spc="-10" dirty="0">
                <a:latin typeface="Calibri"/>
                <a:cs typeface="Calibri"/>
              </a:rPr>
              <a:t>second, </a:t>
            </a:r>
            <a:r>
              <a:rPr sz="3200" dirty="0">
                <a:latin typeface="Calibri"/>
                <a:cs typeface="Calibri"/>
              </a:rPr>
              <a:t>called</a:t>
            </a:r>
            <a:r>
              <a:rPr sz="3200" spc="590" dirty="0">
                <a:latin typeface="Calibri"/>
                <a:cs typeface="Calibri"/>
              </a:rPr>
              <a:t> </a:t>
            </a:r>
            <a:r>
              <a:rPr sz="3200" dirty="0">
                <a:latin typeface="Calibri"/>
                <a:cs typeface="Calibri"/>
              </a:rPr>
              <a:t>a</a:t>
            </a:r>
            <a:r>
              <a:rPr sz="3200" spc="580" dirty="0">
                <a:latin typeface="Calibri"/>
                <a:cs typeface="Calibri"/>
              </a:rPr>
              <a:t> </a:t>
            </a:r>
            <a:r>
              <a:rPr sz="3200" i="1" dirty="0">
                <a:latin typeface="Calibri"/>
                <a:cs typeface="Calibri"/>
              </a:rPr>
              <a:t>digitizer</a:t>
            </a:r>
            <a:r>
              <a:rPr sz="3200" dirty="0">
                <a:latin typeface="Calibri"/>
                <a:cs typeface="Calibri"/>
              </a:rPr>
              <a:t>,</a:t>
            </a:r>
            <a:r>
              <a:rPr sz="3200" spc="545" dirty="0">
                <a:latin typeface="Calibri"/>
                <a:cs typeface="Calibri"/>
              </a:rPr>
              <a:t> </a:t>
            </a:r>
            <a:r>
              <a:rPr sz="3200" dirty="0">
                <a:latin typeface="Calibri"/>
                <a:cs typeface="Calibri"/>
              </a:rPr>
              <a:t>is</a:t>
            </a:r>
            <a:r>
              <a:rPr sz="3200" spc="575" dirty="0">
                <a:latin typeface="Calibri"/>
                <a:cs typeface="Calibri"/>
              </a:rPr>
              <a:t> </a:t>
            </a:r>
            <a:r>
              <a:rPr sz="3200" dirty="0">
                <a:latin typeface="Calibri"/>
                <a:cs typeface="Calibri"/>
              </a:rPr>
              <a:t>a</a:t>
            </a:r>
            <a:r>
              <a:rPr sz="3200" spc="580" dirty="0">
                <a:latin typeface="Calibri"/>
                <a:cs typeface="Calibri"/>
              </a:rPr>
              <a:t> </a:t>
            </a:r>
            <a:r>
              <a:rPr sz="3200" dirty="0">
                <a:latin typeface="Calibri"/>
                <a:cs typeface="Calibri"/>
              </a:rPr>
              <a:t>device</a:t>
            </a:r>
            <a:r>
              <a:rPr sz="3200" spc="570" dirty="0">
                <a:latin typeface="Calibri"/>
                <a:cs typeface="Calibri"/>
              </a:rPr>
              <a:t> </a:t>
            </a:r>
            <a:r>
              <a:rPr sz="3200" dirty="0">
                <a:latin typeface="Calibri"/>
                <a:cs typeface="Calibri"/>
              </a:rPr>
              <a:t>for</a:t>
            </a:r>
            <a:r>
              <a:rPr sz="3200" spc="560" dirty="0">
                <a:latin typeface="Calibri"/>
                <a:cs typeface="Calibri"/>
              </a:rPr>
              <a:t> </a:t>
            </a:r>
            <a:r>
              <a:rPr sz="3200" spc="-10" dirty="0">
                <a:latin typeface="Calibri"/>
                <a:cs typeface="Calibri"/>
              </a:rPr>
              <a:t>converting </a:t>
            </a:r>
            <a:r>
              <a:rPr sz="3200" dirty="0">
                <a:latin typeface="Calibri"/>
                <a:cs typeface="Calibri"/>
              </a:rPr>
              <a:t>the</a:t>
            </a:r>
            <a:r>
              <a:rPr sz="3200" spc="-35" dirty="0">
                <a:latin typeface="Calibri"/>
                <a:cs typeface="Calibri"/>
              </a:rPr>
              <a:t> </a:t>
            </a:r>
            <a:r>
              <a:rPr sz="3200" dirty="0">
                <a:latin typeface="Calibri"/>
                <a:cs typeface="Calibri"/>
              </a:rPr>
              <a:t>output</a:t>
            </a:r>
            <a:r>
              <a:rPr sz="3200" spc="5" dirty="0">
                <a:latin typeface="Calibri"/>
                <a:cs typeface="Calibri"/>
              </a:rPr>
              <a:t> </a:t>
            </a:r>
            <a:r>
              <a:rPr sz="3200" dirty="0">
                <a:latin typeface="Calibri"/>
                <a:cs typeface="Calibri"/>
              </a:rPr>
              <a:t>of</a:t>
            </a:r>
            <a:r>
              <a:rPr sz="3200" spc="-30" dirty="0">
                <a:latin typeface="Calibri"/>
                <a:cs typeface="Calibri"/>
              </a:rPr>
              <a:t> </a:t>
            </a:r>
            <a:r>
              <a:rPr sz="3200" dirty="0">
                <a:latin typeface="Calibri"/>
                <a:cs typeface="Calibri"/>
              </a:rPr>
              <a:t>the</a:t>
            </a:r>
            <a:r>
              <a:rPr sz="3200" spc="10" dirty="0">
                <a:latin typeface="Calibri"/>
                <a:cs typeface="Calibri"/>
              </a:rPr>
              <a:t> </a:t>
            </a:r>
            <a:r>
              <a:rPr sz="3200" dirty="0">
                <a:latin typeface="Calibri"/>
                <a:cs typeface="Calibri"/>
              </a:rPr>
              <a:t>physical</a:t>
            </a:r>
            <a:r>
              <a:rPr sz="3200" spc="-20" dirty="0">
                <a:latin typeface="Calibri"/>
                <a:cs typeface="Calibri"/>
              </a:rPr>
              <a:t> </a:t>
            </a:r>
            <a:r>
              <a:rPr sz="3200" dirty="0">
                <a:latin typeface="Calibri"/>
                <a:cs typeface="Calibri"/>
              </a:rPr>
              <a:t>sensing</a:t>
            </a:r>
            <a:r>
              <a:rPr sz="3200" spc="5" dirty="0">
                <a:latin typeface="Calibri"/>
                <a:cs typeface="Calibri"/>
              </a:rPr>
              <a:t> </a:t>
            </a:r>
            <a:r>
              <a:rPr sz="3200" dirty="0">
                <a:latin typeface="Calibri"/>
                <a:cs typeface="Calibri"/>
              </a:rPr>
              <a:t>device</a:t>
            </a:r>
            <a:r>
              <a:rPr sz="3200" spc="-15" dirty="0">
                <a:latin typeface="Calibri"/>
                <a:cs typeface="Calibri"/>
              </a:rPr>
              <a:t> </a:t>
            </a:r>
            <a:r>
              <a:rPr sz="3200" spc="-20" dirty="0">
                <a:latin typeface="Calibri"/>
                <a:cs typeface="Calibri"/>
              </a:rPr>
              <a:t>into </a:t>
            </a:r>
            <a:r>
              <a:rPr sz="3200" dirty="0">
                <a:latin typeface="Calibri"/>
                <a:cs typeface="Calibri"/>
              </a:rPr>
              <a:t>digital</a:t>
            </a:r>
            <a:r>
              <a:rPr sz="3200" spc="-90" dirty="0">
                <a:latin typeface="Calibri"/>
                <a:cs typeface="Calibri"/>
              </a:rPr>
              <a:t> </a:t>
            </a:r>
            <a:r>
              <a:rPr sz="3200" spc="-10" dirty="0">
                <a:latin typeface="Calibri"/>
                <a:cs typeface="Calibri"/>
              </a:rPr>
              <a:t>form.</a:t>
            </a:r>
            <a:endParaRPr sz="320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0318" y="190322"/>
            <a:ext cx="7503159" cy="1246505"/>
          </a:xfrm>
          <a:prstGeom prst="rect">
            <a:avLst/>
          </a:prstGeom>
        </p:spPr>
        <p:txBody>
          <a:bodyPr vert="horz" wrap="square" lIns="0" tIns="13970" rIns="0" bIns="0" rtlCol="0">
            <a:spAutoFit/>
          </a:bodyPr>
          <a:lstStyle/>
          <a:p>
            <a:pPr marL="3018790" marR="5080" indent="-3006725">
              <a:lnSpc>
                <a:spcPct val="100000"/>
              </a:lnSpc>
              <a:spcBef>
                <a:spcPts val="110"/>
              </a:spcBef>
            </a:pPr>
            <a:r>
              <a:rPr sz="4000" dirty="0"/>
              <a:t>Components</a:t>
            </a:r>
            <a:r>
              <a:rPr sz="4000" spc="-65" dirty="0"/>
              <a:t> </a:t>
            </a:r>
            <a:r>
              <a:rPr sz="4000" dirty="0"/>
              <a:t>of</a:t>
            </a:r>
            <a:r>
              <a:rPr sz="4000" spc="-50" dirty="0"/>
              <a:t> </a:t>
            </a:r>
            <a:r>
              <a:rPr sz="4000" dirty="0"/>
              <a:t>an</a:t>
            </a:r>
            <a:r>
              <a:rPr sz="4000" spc="-50" dirty="0"/>
              <a:t> </a:t>
            </a:r>
            <a:r>
              <a:rPr sz="4000" dirty="0"/>
              <a:t>Image</a:t>
            </a:r>
            <a:r>
              <a:rPr sz="4000" spc="-50" dirty="0"/>
              <a:t> </a:t>
            </a:r>
            <a:r>
              <a:rPr sz="4000" spc="-10" dirty="0"/>
              <a:t>Processing System</a:t>
            </a:r>
            <a:endParaRPr sz="4000"/>
          </a:p>
        </p:txBody>
      </p:sp>
      <p:sp>
        <p:nvSpPr>
          <p:cNvPr id="3" name="object 3"/>
          <p:cNvSpPr txBox="1"/>
          <p:nvPr/>
        </p:nvSpPr>
        <p:spPr>
          <a:xfrm>
            <a:off x="536244" y="1459379"/>
            <a:ext cx="8073390" cy="3372485"/>
          </a:xfrm>
          <a:prstGeom prst="rect">
            <a:avLst/>
          </a:prstGeom>
        </p:spPr>
        <p:txBody>
          <a:bodyPr vert="horz" wrap="square" lIns="0" tIns="161925" rIns="0" bIns="0" rtlCol="0">
            <a:spAutoFit/>
          </a:bodyPr>
          <a:lstStyle/>
          <a:p>
            <a:pPr marL="12700">
              <a:lnSpc>
                <a:spcPct val="100000"/>
              </a:lnSpc>
              <a:spcBef>
                <a:spcPts val="1275"/>
              </a:spcBef>
            </a:pPr>
            <a:r>
              <a:rPr sz="3200" b="1" dirty="0">
                <a:latin typeface="Calibri"/>
                <a:cs typeface="Calibri"/>
              </a:rPr>
              <a:t>2.</a:t>
            </a:r>
            <a:r>
              <a:rPr sz="3200" b="1" spc="-80" dirty="0">
                <a:latin typeface="Calibri"/>
                <a:cs typeface="Calibri"/>
              </a:rPr>
              <a:t> </a:t>
            </a:r>
            <a:r>
              <a:rPr sz="3200" b="1" spc="-10" dirty="0">
                <a:latin typeface="Calibri"/>
                <a:cs typeface="Calibri"/>
              </a:rPr>
              <a:t>Specialized</a:t>
            </a:r>
            <a:r>
              <a:rPr sz="3200" b="1" spc="-85" dirty="0">
                <a:latin typeface="Calibri"/>
                <a:cs typeface="Calibri"/>
              </a:rPr>
              <a:t> </a:t>
            </a:r>
            <a:r>
              <a:rPr sz="3200" b="1" dirty="0">
                <a:latin typeface="Calibri"/>
                <a:cs typeface="Calibri"/>
              </a:rPr>
              <a:t>Image</a:t>
            </a:r>
            <a:r>
              <a:rPr sz="3200" b="1" spc="-85" dirty="0">
                <a:latin typeface="Calibri"/>
                <a:cs typeface="Calibri"/>
              </a:rPr>
              <a:t> </a:t>
            </a:r>
            <a:r>
              <a:rPr sz="3200" b="1" spc="-10" dirty="0">
                <a:latin typeface="Calibri"/>
                <a:cs typeface="Calibri"/>
              </a:rPr>
              <a:t>Processing</a:t>
            </a:r>
            <a:r>
              <a:rPr sz="3200" b="1" spc="-80" dirty="0">
                <a:latin typeface="Calibri"/>
                <a:cs typeface="Calibri"/>
              </a:rPr>
              <a:t> </a:t>
            </a:r>
            <a:r>
              <a:rPr sz="3200" b="1" spc="-10" dirty="0">
                <a:latin typeface="Calibri"/>
                <a:cs typeface="Calibri"/>
              </a:rPr>
              <a:t>Hardware</a:t>
            </a:r>
            <a:endParaRPr sz="3200">
              <a:latin typeface="Calibri"/>
              <a:cs typeface="Calibri"/>
            </a:endParaRPr>
          </a:p>
          <a:p>
            <a:pPr marL="527685" marR="5080" algn="just">
              <a:lnSpc>
                <a:spcPct val="100600"/>
              </a:lnSpc>
              <a:spcBef>
                <a:spcPts val="840"/>
              </a:spcBef>
            </a:pPr>
            <a:r>
              <a:rPr sz="2300" dirty="0">
                <a:latin typeface="Calibri"/>
                <a:cs typeface="Calibri"/>
              </a:rPr>
              <a:t>Usually</a:t>
            </a:r>
            <a:r>
              <a:rPr sz="2300" spc="240" dirty="0">
                <a:latin typeface="Calibri"/>
                <a:cs typeface="Calibri"/>
              </a:rPr>
              <a:t>  </a:t>
            </a:r>
            <a:r>
              <a:rPr sz="2300" dirty="0">
                <a:latin typeface="Calibri"/>
                <a:cs typeface="Calibri"/>
              </a:rPr>
              <a:t>consists</a:t>
            </a:r>
            <a:r>
              <a:rPr sz="2300" spc="245" dirty="0">
                <a:latin typeface="Calibri"/>
                <a:cs typeface="Calibri"/>
              </a:rPr>
              <a:t>  </a:t>
            </a:r>
            <a:r>
              <a:rPr sz="2300" dirty="0">
                <a:latin typeface="Calibri"/>
                <a:cs typeface="Calibri"/>
              </a:rPr>
              <a:t>of</a:t>
            </a:r>
            <a:r>
              <a:rPr sz="2300" spc="240" dirty="0">
                <a:latin typeface="Calibri"/>
                <a:cs typeface="Calibri"/>
              </a:rPr>
              <a:t>  </a:t>
            </a:r>
            <a:r>
              <a:rPr sz="2300" dirty="0">
                <a:latin typeface="Calibri"/>
                <a:cs typeface="Calibri"/>
              </a:rPr>
              <a:t>the</a:t>
            </a:r>
            <a:r>
              <a:rPr sz="2300" spc="250" dirty="0">
                <a:latin typeface="Calibri"/>
                <a:cs typeface="Calibri"/>
              </a:rPr>
              <a:t>  </a:t>
            </a:r>
            <a:r>
              <a:rPr sz="2300" dirty="0">
                <a:latin typeface="Calibri"/>
                <a:cs typeface="Calibri"/>
              </a:rPr>
              <a:t>digitizer,</a:t>
            </a:r>
            <a:r>
              <a:rPr sz="2300" spc="245" dirty="0">
                <a:latin typeface="Calibri"/>
                <a:cs typeface="Calibri"/>
              </a:rPr>
              <a:t>  </a:t>
            </a:r>
            <a:r>
              <a:rPr sz="2300" dirty="0">
                <a:latin typeface="Calibri"/>
                <a:cs typeface="Calibri"/>
              </a:rPr>
              <a:t>mentioned</a:t>
            </a:r>
            <a:r>
              <a:rPr sz="2300" spc="254" dirty="0">
                <a:latin typeface="Calibri"/>
                <a:cs typeface="Calibri"/>
              </a:rPr>
              <a:t>  </a:t>
            </a:r>
            <a:r>
              <a:rPr sz="2300" dirty="0">
                <a:latin typeface="Calibri"/>
                <a:cs typeface="Calibri"/>
              </a:rPr>
              <a:t>before,</a:t>
            </a:r>
            <a:r>
              <a:rPr sz="2300" spc="254" dirty="0">
                <a:latin typeface="Calibri"/>
                <a:cs typeface="Calibri"/>
              </a:rPr>
              <a:t>  </a:t>
            </a:r>
            <a:r>
              <a:rPr sz="2300" spc="-20" dirty="0">
                <a:latin typeface="Calibri"/>
                <a:cs typeface="Calibri"/>
              </a:rPr>
              <a:t>plus </a:t>
            </a:r>
            <a:r>
              <a:rPr sz="2300" dirty="0">
                <a:latin typeface="Calibri"/>
                <a:cs typeface="Calibri"/>
              </a:rPr>
              <a:t>hardware</a:t>
            </a:r>
            <a:r>
              <a:rPr sz="2300" spc="50" dirty="0">
                <a:latin typeface="Calibri"/>
                <a:cs typeface="Calibri"/>
              </a:rPr>
              <a:t> </a:t>
            </a:r>
            <a:r>
              <a:rPr sz="2300" dirty="0">
                <a:latin typeface="Calibri"/>
                <a:cs typeface="Calibri"/>
              </a:rPr>
              <a:t>that</a:t>
            </a:r>
            <a:r>
              <a:rPr sz="2300" spc="45" dirty="0">
                <a:latin typeface="Calibri"/>
                <a:cs typeface="Calibri"/>
              </a:rPr>
              <a:t> </a:t>
            </a:r>
            <a:r>
              <a:rPr sz="2300" dirty="0">
                <a:latin typeface="Calibri"/>
                <a:cs typeface="Calibri"/>
              </a:rPr>
              <a:t>performs</a:t>
            </a:r>
            <a:r>
              <a:rPr sz="2300" spc="65" dirty="0">
                <a:latin typeface="Calibri"/>
                <a:cs typeface="Calibri"/>
              </a:rPr>
              <a:t> </a:t>
            </a:r>
            <a:r>
              <a:rPr sz="2300" dirty="0">
                <a:latin typeface="Calibri"/>
                <a:cs typeface="Calibri"/>
              </a:rPr>
              <a:t>other</a:t>
            </a:r>
            <a:r>
              <a:rPr sz="2300" spc="65" dirty="0">
                <a:latin typeface="Calibri"/>
                <a:cs typeface="Calibri"/>
              </a:rPr>
              <a:t> </a:t>
            </a:r>
            <a:r>
              <a:rPr sz="2300" dirty="0">
                <a:latin typeface="Calibri"/>
                <a:cs typeface="Calibri"/>
              </a:rPr>
              <a:t>primitive</a:t>
            </a:r>
            <a:r>
              <a:rPr sz="2300" spc="50" dirty="0">
                <a:latin typeface="Calibri"/>
                <a:cs typeface="Calibri"/>
              </a:rPr>
              <a:t> </a:t>
            </a:r>
            <a:r>
              <a:rPr sz="2300" dirty="0">
                <a:latin typeface="Calibri"/>
                <a:cs typeface="Calibri"/>
              </a:rPr>
              <a:t>operations,</a:t>
            </a:r>
            <a:r>
              <a:rPr sz="2300" spc="60" dirty="0">
                <a:latin typeface="Calibri"/>
                <a:cs typeface="Calibri"/>
              </a:rPr>
              <a:t> </a:t>
            </a:r>
            <a:r>
              <a:rPr sz="2300" dirty="0">
                <a:latin typeface="Calibri"/>
                <a:cs typeface="Calibri"/>
              </a:rPr>
              <a:t>such</a:t>
            </a:r>
            <a:r>
              <a:rPr sz="2300" spc="40" dirty="0">
                <a:latin typeface="Calibri"/>
                <a:cs typeface="Calibri"/>
              </a:rPr>
              <a:t> </a:t>
            </a:r>
            <a:r>
              <a:rPr sz="2300" dirty="0">
                <a:latin typeface="Calibri"/>
                <a:cs typeface="Calibri"/>
              </a:rPr>
              <a:t>as</a:t>
            </a:r>
            <a:r>
              <a:rPr sz="2300" spc="60" dirty="0">
                <a:latin typeface="Calibri"/>
                <a:cs typeface="Calibri"/>
              </a:rPr>
              <a:t> </a:t>
            </a:r>
            <a:r>
              <a:rPr sz="2300" spc="-25" dirty="0">
                <a:latin typeface="Calibri"/>
                <a:cs typeface="Calibri"/>
              </a:rPr>
              <a:t>an </a:t>
            </a:r>
            <a:r>
              <a:rPr sz="2300" dirty="0">
                <a:latin typeface="Calibri"/>
                <a:cs typeface="Calibri"/>
              </a:rPr>
              <a:t>arithmetic</a:t>
            </a:r>
            <a:r>
              <a:rPr sz="2300" spc="55" dirty="0">
                <a:latin typeface="Calibri"/>
                <a:cs typeface="Calibri"/>
              </a:rPr>
              <a:t>  </a:t>
            </a:r>
            <a:r>
              <a:rPr sz="2300" dirty="0">
                <a:latin typeface="Calibri"/>
                <a:cs typeface="Calibri"/>
              </a:rPr>
              <a:t>logic</a:t>
            </a:r>
            <a:r>
              <a:rPr sz="2300" spc="65" dirty="0">
                <a:latin typeface="Calibri"/>
                <a:cs typeface="Calibri"/>
              </a:rPr>
              <a:t>  </a:t>
            </a:r>
            <a:r>
              <a:rPr sz="2300" dirty="0">
                <a:latin typeface="Calibri"/>
                <a:cs typeface="Calibri"/>
              </a:rPr>
              <a:t>unit</a:t>
            </a:r>
            <a:r>
              <a:rPr sz="2300" spc="50" dirty="0">
                <a:latin typeface="Calibri"/>
                <a:cs typeface="Calibri"/>
              </a:rPr>
              <a:t>  </a:t>
            </a:r>
            <a:r>
              <a:rPr sz="2300" dirty="0">
                <a:latin typeface="Calibri"/>
                <a:cs typeface="Calibri"/>
              </a:rPr>
              <a:t>(ALU),</a:t>
            </a:r>
            <a:r>
              <a:rPr sz="2300" spc="55" dirty="0">
                <a:latin typeface="Calibri"/>
                <a:cs typeface="Calibri"/>
              </a:rPr>
              <a:t>  </a:t>
            </a:r>
            <a:r>
              <a:rPr sz="2300" dirty="0">
                <a:latin typeface="Calibri"/>
                <a:cs typeface="Calibri"/>
              </a:rPr>
              <a:t>which</a:t>
            </a:r>
            <a:r>
              <a:rPr sz="2300" spc="50" dirty="0">
                <a:latin typeface="Calibri"/>
                <a:cs typeface="Calibri"/>
              </a:rPr>
              <a:t>  </a:t>
            </a:r>
            <a:r>
              <a:rPr sz="2300" dirty="0">
                <a:latin typeface="Calibri"/>
                <a:cs typeface="Calibri"/>
              </a:rPr>
              <a:t>performs</a:t>
            </a:r>
            <a:r>
              <a:rPr sz="2300" spc="60" dirty="0">
                <a:latin typeface="Calibri"/>
                <a:cs typeface="Calibri"/>
              </a:rPr>
              <a:t>  </a:t>
            </a:r>
            <a:r>
              <a:rPr sz="2300" dirty="0">
                <a:latin typeface="Calibri"/>
                <a:cs typeface="Calibri"/>
              </a:rPr>
              <a:t>arithmetic</a:t>
            </a:r>
            <a:r>
              <a:rPr sz="2300" spc="60" dirty="0">
                <a:latin typeface="Calibri"/>
                <a:cs typeface="Calibri"/>
              </a:rPr>
              <a:t>  </a:t>
            </a:r>
            <a:r>
              <a:rPr sz="2300" spc="-25" dirty="0">
                <a:latin typeface="Calibri"/>
                <a:cs typeface="Calibri"/>
              </a:rPr>
              <a:t>and </a:t>
            </a:r>
            <a:r>
              <a:rPr sz="2300" dirty="0">
                <a:latin typeface="Calibri"/>
                <a:cs typeface="Calibri"/>
              </a:rPr>
              <a:t>logical</a:t>
            </a:r>
            <a:r>
              <a:rPr sz="2300" spc="-80" dirty="0">
                <a:latin typeface="Calibri"/>
                <a:cs typeface="Calibri"/>
              </a:rPr>
              <a:t> </a:t>
            </a:r>
            <a:r>
              <a:rPr sz="2300" dirty="0">
                <a:latin typeface="Calibri"/>
                <a:cs typeface="Calibri"/>
              </a:rPr>
              <a:t>operations</a:t>
            </a:r>
            <a:r>
              <a:rPr sz="2300" spc="-40" dirty="0">
                <a:latin typeface="Calibri"/>
                <a:cs typeface="Calibri"/>
              </a:rPr>
              <a:t> </a:t>
            </a:r>
            <a:r>
              <a:rPr sz="2300" dirty="0">
                <a:latin typeface="Calibri"/>
                <a:cs typeface="Calibri"/>
              </a:rPr>
              <a:t>in</a:t>
            </a:r>
            <a:r>
              <a:rPr sz="2300" spc="-65" dirty="0">
                <a:latin typeface="Calibri"/>
                <a:cs typeface="Calibri"/>
              </a:rPr>
              <a:t> </a:t>
            </a:r>
            <a:r>
              <a:rPr sz="2300" dirty="0">
                <a:latin typeface="Calibri"/>
                <a:cs typeface="Calibri"/>
              </a:rPr>
              <a:t>parallel</a:t>
            </a:r>
            <a:r>
              <a:rPr sz="2300" spc="-55" dirty="0">
                <a:latin typeface="Calibri"/>
                <a:cs typeface="Calibri"/>
              </a:rPr>
              <a:t> </a:t>
            </a:r>
            <a:r>
              <a:rPr sz="2300" dirty="0">
                <a:latin typeface="Calibri"/>
                <a:cs typeface="Calibri"/>
              </a:rPr>
              <a:t>on</a:t>
            </a:r>
            <a:r>
              <a:rPr sz="2300" spc="-65" dirty="0">
                <a:latin typeface="Calibri"/>
                <a:cs typeface="Calibri"/>
              </a:rPr>
              <a:t> </a:t>
            </a:r>
            <a:r>
              <a:rPr sz="2300" dirty="0">
                <a:latin typeface="Calibri"/>
                <a:cs typeface="Calibri"/>
              </a:rPr>
              <a:t>entire</a:t>
            </a:r>
            <a:r>
              <a:rPr sz="2300" spc="-40" dirty="0">
                <a:latin typeface="Calibri"/>
                <a:cs typeface="Calibri"/>
              </a:rPr>
              <a:t> </a:t>
            </a:r>
            <a:r>
              <a:rPr sz="2300" spc="-10" dirty="0">
                <a:latin typeface="Calibri"/>
                <a:cs typeface="Calibri"/>
              </a:rPr>
              <a:t>images.</a:t>
            </a:r>
            <a:endParaRPr sz="2300">
              <a:latin typeface="Calibri"/>
              <a:cs typeface="Calibri"/>
            </a:endParaRPr>
          </a:p>
          <a:p>
            <a:pPr>
              <a:lnSpc>
                <a:spcPct val="100000"/>
              </a:lnSpc>
              <a:spcBef>
                <a:spcPts val="1060"/>
              </a:spcBef>
            </a:pPr>
            <a:endParaRPr sz="2300">
              <a:latin typeface="Calibri"/>
              <a:cs typeface="Calibri"/>
            </a:endParaRPr>
          </a:p>
          <a:p>
            <a:pPr marL="527685" algn="just">
              <a:lnSpc>
                <a:spcPct val="100000"/>
              </a:lnSpc>
            </a:pPr>
            <a:r>
              <a:rPr sz="2300" dirty="0">
                <a:latin typeface="Calibri"/>
                <a:cs typeface="Calibri"/>
              </a:rPr>
              <a:t>This</a:t>
            </a:r>
            <a:r>
              <a:rPr sz="2300" spc="300" dirty="0">
                <a:latin typeface="Calibri"/>
                <a:cs typeface="Calibri"/>
              </a:rPr>
              <a:t>  </a:t>
            </a:r>
            <a:r>
              <a:rPr sz="2300" dirty="0">
                <a:latin typeface="Calibri"/>
                <a:cs typeface="Calibri"/>
              </a:rPr>
              <a:t>type</a:t>
            </a:r>
            <a:r>
              <a:rPr sz="2300" spc="305" dirty="0">
                <a:latin typeface="Calibri"/>
                <a:cs typeface="Calibri"/>
              </a:rPr>
              <a:t>  </a:t>
            </a:r>
            <a:r>
              <a:rPr sz="2300" dirty="0">
                <a:latin typeface="Calibri"/>
                <a:cs typeface="Calibri"/>
              </a:rPr>
              <a:t>of</a:t>
            </a:r>
            <a:r>
              <a:rPr sz="2300" spc="300" dirty="0">
                <a:latin typeface="Calibri"/>
                <a:cs typeface="Calibri"/>
              </a:rPr>
              <a:t>  </a:t>
            </a:r>
            <a:r>
              <a:rPr sz="2300" dirty="0">
                <a:latin typeface="Calibri"/>
                <a:cs typeface="Calibri"/>
              </a:rPr>
              <a:t>hardware</a:t>
            </a:r>
            <a:r>
              <a:rPr sz="2300" spc="285" dirty="0">
                <a:latin typeface="Calibri"/>
                <a:cs typeface="Calibri"/>
              </a:rPr>
              <a:t>  </a:t>
            </a:r>
            <a:r>
              <a:rPr sz="2300" dirty="0">
                <a:latin typeface="Calibri"/>
                <a:cs typeface="Calibri"/>
              </a:rPr>
              <a:t>sometimes</a:t>
            </a:r>
            <a:r>
              <a:rPr sz="2300" spc="305" dirty="0">
                <a:latin typeface="Calibri"/>
                <a:cs typeface="Calibri"/>
              </a:rPr>
              <a:t>  </a:t>
            </a:r>
            <a:r>
              <a:rPr sz="2300" dirty="0">
                <a:latin typeface="Calibri"/>
                <a:cs typeface="Calibri"/>
              </a:rPr>
              <a:t>is</a:t>
            </a:r>
            <a:r>
              <a:rPr sz="2300" spc="305" dirty="0">
                <a:latin typeface="Calibri"/>
                <a:cs typeface="Calibri"/>
              </a:rPr>
              <a:t>  </a:t>
            </a:r>
            <a:r>
              <a:rPr sz="2300" dirty="0">
                <a:latin typeface="Calibri"/>
                <a:cs typeface="Calibri"/>
              </a:rPr>
              <a:t>called</a:t>
            </a:r>
            <a:r>
              <a:rPr sz="2300" spc="290" dirty="0">
                <a:latin typeface="Calibri"/>
                <a:cs typeface="Calibri"/>
              </a:rPr>
              <a:t>  </a:t>
            </a:r>
            <a:r>
              <a:rPr sz="2300" dirty="0">
                <a:latin typeface="Calibri"/>
                <a:cs typeface="Calibri"/>
              </a:rPr>
              <a:t>a</a:t>
            </a:r>
            <a:r>
              <a:rPr sz="2300" spc="300" dirty="0">
                <a:latin typeface="Calibri"/>
                <a:cs typeface="Calibri"/>
              </a:rPr>
              <a:t>  </a:t>
            </a:r>
            <a:r>
              <a:rPr sz="2300" spc="-30" dirty="0">
                <a:latin typeface="Calibri"/>
                <a:cs typeface="Calibri"/>
              </a:rPr>
              <a:t>front-</a:t>
            </a:r>
            <a:r>
              <a:rPr sz="2300" spc="-25" dirty="0">
                <a:latin typeface="Calibri"/>
                <a:cs typeface="Calibri"/>
              </a:rPr>
              <a:t>end</a:t>
            </a:r>
            <a:endParaRPr sz="2300">
              <a:latin typeface="Calibri"/>
              <a:cs typeface="Calibri"/>
            </a:endParaRPr>
          </a:p>
          <a:p>
            <a:pPr marL="527685" algn="just">
              <a:lnSpc>
                <a:spcPct val="100000"/>
              </a:lnSpc>
            </a:pPr>
            <a:r>
              <a:rPr sz="2300" spc="-10" dirty="0">
                <a:latin typeface="Calibri"/>
                <a:cs typeface="Calibri"/>
              </a:rPr>
              <a:t>subsystem,</a:t>
            </a:r>
            <a:r>
              <a:rPr sz="2300" spc="-40" dirty="0">
                <a:latin typeface="Calibri"/>
                <a:cs typeface="Calibri"/>
              </a:rPr>
              <a:t> </a:t>
            </a:r>
            <a:r>
              <a:rPr sz="2300" dirty="0">
                <a:latin typeface="Calibri"/>
                <a:cs typeface="Calibri"/>
              </a:rPr>
              <a:t>and</a:t>
            </a:r>
            <a:r>
              <a:rPr sz="2300" spc="-15" dirty="0">
                <a:latin typeface="Calibri"/>
                <a:cs typeface="Calibri"/>
              </a:rPr>
              <a:t> </a:t>
            </a:r>
            <a:r>
              <a:rPr sz="2300" dirty="0">
                <a:latin typeface="Calibri"/>
                <a:cs typeface="Calibri"/>
              </a:rPr>
              <a:t>its</a:t>
            </a:r>
            <a:r>
              <a:rPr sz="2300" spc="-35" dirty="0">
                <a:latin typeface="Calibri"/>
                <a:cs typeface="Calibri"/>
              </a:rPr>
              <a:t> </a:t>
            </a:r>
            <a:r>
              <a:rPr sz="2300" dirty="0">
                <a:latin typeface="Calibri"/>
                <a:cs typeface="Calibri"/>
              </a:rPr>
              <a:t>most</a:t>
            </a:r>
            <a:r>
              <a:rPr sz="2300" spc="-45" dirty="0">
                <a:latin typeface="Calibri"/>
                <a:cs typeface="Calibri"/>
              </a:rPr>
              <a:t> </a:t>
            </a:r>
            <a:r>
              <a:rPr sz="2300" spc="-10" dirty="0">
                <a:latin typeface="Calibri"/>
                <a:cs typeface="Calibri"/>
              </a:rPr>
              <a:t>distinguishing</a:t>
            </a:r>
            <a:r>
              <a:rPr sz="2300" spc="25" dirty="0">
                <a:latin typeface="Calibri"/>
                <a:cs typeface="Calibri"/>
              </a:rPr>
              <a:t> </a:t>
            </a:r>
            <a:r>
              <a:rPr sz="2300" spc="-10" dirty="0">
                <a:latin typeface="Calibri"/>
                <a:cs typeface="Calibri"/>
              </a:rPr>
              <a:t>characteristic</a:t>
            </a:r>
            <a:r>
              <a:rPr sz="2300" spc="-60" dirty="0">
                <a:latin typeface="Calibri"/>
                <a:cs typeface="Calibri"/>
              </a:rPr>
              <a:t> </a:t>
            </a:r>
            <a:r>
              <a:rPr sz="2300" dirty="0">
                <a:latin typeface="Calibri"/>
                <a:cs typeface="Calibri"/>
              </a:rPr>
              <a:t>is</a:t>
            </a:r>
            <a:r>
              <a:rPr sz="2300" spc="-10" dirty="0">
                <a:latin typeface="Calibri"/>
                <a:cs typeface="Calibri"/>
              </a:rPr>
              <a:t> speed.</a:t>
            </a:r>
            <a:endParaRPr sz="230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8462" rIns="0" bIns="0" rtlCol="0">
            <a:spAutoFit/>
          </a:bodyPr>
          <a:lstStyle/>
          <a:p>
            <a:pPr marL="3176905" marR="5080" indent="-3006725">
              <a:lnSpc>
                <a:spcPct val="100000"/>
              </a:lnSpc>
              <a:spcBef>
                <a:spcPts val="110"/>
              </a:spcBef>
            </a:pPr>
            <a:r>
              <a:rPr sz="4000" dirty="0"/>
              <a:t>Components</a:t>
            </a:r>
            <a:r>
              <a:rPr sz="4000" spc="-65" dirty="0"/>
              <a:t> </a:t>
            </a:r>
            <a:r>
              <a:rPr sz="4000" dirty="0"/>
              <a:t>of</a:t>
            </a:r>
            <a:r>
              <a:rPr sz="4000" spc="-50" dirty="0"/>
              <a:t> </a:t>
            </a:r>
            <a:r>
              <a:rPr sz="4000" dirty="0"/>
              <a:t>an</a:t>
            </a:r>
            <a:r>
              <a:rPr sz="4000" spc="-50" dirty="0"/>
              <a:t> </a:t>
            </a:r>
            <a:r>
              <a:rPr sz="4000" dirty="0"/>
              <a:t>Image</a:t>
            </a:r>
            <a:r>
              <a:rPr sz="4000" spc="-50" dirty="0"/>
              <a:t> </a:t>
            </a:r>
            <a:r>
              <a:rPr sz="4000" spc="-10" dirty="0"/>
              <a:t>Processing System</a:t>
            </a:r>
            <a:endParaRPr sz="4000"/>
          </a:p>
        </p:txBody>
      </p:sp>
      <p:sp>
        <p:nvSpPr>
          <p:cNvPr id="3" name="object 3"/>
          <p:cNvSpPr txBox="1"/>
          <p:nvPr/>
        </p:nvSpPr>
        <p:spPr>
          <a:xfrm>
            <a:off x="536244" y="1501638"/>
            <a:ext cx="8078470" cy="2101215"/>
          </a:xfrm>
          <a:prstGeom prst="rect">
            <a:avLst/>
          </a:prstGeom>
        </p:spPr>
        <p:txBody>
          <a:bodyPr vert="horz" wrap="square" lIns="0" tIns="119380" rIns="0" bIns="0" rtlCol="0">
            <a:spAutoFit/>
          </a:bodyPr>
          <a:lstStyle/>
          <a:p>
            <a:pPr marL="12700">
              <a:lnSpc>
                <a:spcPct val="100000"/>
              </a:lnSpc>
              <a:spcBef>
                <a:spcPts val="940"/>
              </a:spcBef>
            </a:pPr>
            <a:r>
              <a:rPr sz="3200" b="1" dirty="0">
                <a:latin typeface="Calibri"/>
                <a:cs typeface="Calibri"/>
              </a:rPr>
              <a:t>4.</a:t>
            </a:r>
            <a:r>
              <a:rPr sz="3200" b="1" spc="-75" dirty="0">
                <a:latin typeface="Calibri"/>
                <a:cs typeface="Calibri"/>
              </a:rPr>
              <a:t> </a:t>
            </a:r>
            <a:r>
              <a:rPr sz="3200" b="1" dirty="0">
                <a:latin typeface="Calibri"/>
                <a:cs typeface="Calibri"/>
              </a:rPr>
              <a:t>Image</a:t>
            </a:r>
            <a:r>
              <a:rPr sz="3200" b="1" spc="-60" dirty="0">
                <a:latin typeface="Calibri"/>
                <a:cs typeface="Calibri"/>
              </a:rPr>
              <a:t> </a:t>
            </a:r>
            <a:r>
              <a:rPr sz="3200" b="1" spc="-10" dirty="0">
                <a:latin typeface="Calibri"/>
                <a:cs typeface="Calibri"/>
              </a:rPr>
              <a:t>Processing</a:t>
            </a:r>
            <a:r>
              <a:rPr sz="3200" b="1" spc="-70" dirty="0">
                <a:latin typeface="Calibri"/>
                <a:cs typeface="Calibri"/>
              </a:rPr>
              <a:t> </a:t>
            </a:r>
            <a:r>
              <a:rPr sz="3200" b="1" spc="-10" dirty="0">
                <a:latin typeface="Calibri"/>
                <a:cs typeface="Calibri"/>
              </a:rPr>
              <a:t>Software</a:t>
            </a:r>
            <a:endParaRPr sz="3200">
              <a:latin typeface="Calibri"/>
              <a:cs typeface="Calibri"/>
            </a:endParaRPr>
          </a:p>
          <a:p>
            <a:pPr marL="527685" marR="5080" algn="just">
              <a:lnSpc>
                <a:spcPct val="100000"/>
              </a:lnSpc>
              <a:spcBef>
                <a:spcPts val="615"/>
              </a:spcBef>
            </a:pPr>
            <a:r>
              <a:rPr sz="2300" dirty="0">
                <a:latin typeface="Calibri"/>
                <a:cs typeface="Calibri"/>
              </a:rPr>
              <a:t>Software</a:t>
            </a:r>
            <a:r>
              <a:rPr sz="2300" spc="140" dirty="0">
                <a:latin typeface="Calibri"/>
                <a:cs typeface="Calibri"/>
              </a:rPr>
              <a:t> </a:t>
            </a:r>
            <a:r>
              <a:rPr sz="2300" dirty="0">
                <a:latin typeface="Calibri"/>
                <a:cs typeface="Calibri"/>
              </a:rPr>
              <a:t>for</a:t>
            </a:r>
            <a:r>
              <a:rPr sz="2300" spc="125" dirty="0">
                <a:latin typeface="Calibri"/>
                <a:cs typeface="Calibri"/>
              </a:rPr>
              <a:t> </a:t>
            </a:r>
            <a:r>
              <a:rPr sz="2300" dirty="0">
                <a:latin typeface="Calibri"/>
                <a:cs typeface="Calibri"/>
              </a:rPr>
              <a:t>image</a:t>
            </a:r>
            <a:r>
              <a:rPr sz="2300" spc="140" dirty="0">
                <a:latin typeface="Calibri"/>
                <a:cs typeface="Calibri"/>
              </a:rPr>
              <a:t> </a:t>
            </a:r>
            <a:r>
              <a:rPr sz="2300" dirty="0">
                <a:latin typeface="Calibri"/>
                <a:cs typeface="Calibri"/>
              </a:rPr>
              <a:t>processing</a:t>
            </a:r>
            <a:r>
              <a:rPr sz="2300" spc="145" dirty="0">
                <a:latin typeface="Calibri"/>
                <a:cs typeface="Calibri"/>
              </a:rPr>
              <a:t> </a:t>
            </a:r>
            <a:r>
              <a:rPr sz="2300" dirty="0">
                <a:latin typeface="Calibri"/>
                <a:cs typeface="Calibri"/>
              </a:rPr>
              <a:t>consists</a:t>
            </a:r>
            <a:r>
              <a:rPr sz="2300" spc="110" dirty="0">
                <a:latin typeface="Calibri"/>
                <a:cs typeface="Calibri"/>
              </a:rPr>
              <a:t> </a:t>
            </a:r>
            <a:r>
              <a:rPr sz="2300" dirty="0">
                <a:latin typeface="Calibri"/>
                <a:cs typeface="Calibri"/>
              </a:rPr>
              <a:t>of</a:t>
            </a:r>
            <a:r>
              <a:rPr sz="2300" spc="130" dirty="0">
                <a:latin typeface="Calibri"/>
                <a:cs typeface="Calibri"/>
              </a:rPr>
              <a:t> </a:t>
            </a:r>
            <a:r>
              <a:rPr sz="2300" dirty="0">
                <a:latin typeface="Calibri"/>
                <a:cs typeface="Calibri"/>
              </a:rPr>
              <a:t>specialized</a:t>
            </a:r>
            <a:r>
              <a:rPr sz="2300" spc="140" dirty="0">
                <a:latin typeface="Calibri"/>
                <a:cs typeface="Calibri"/>
              </a:rPr>
              <a:t> </a:t>
            </a:r>
            <a:r>
              <a:rPr sz="2300" spc="-10" dirty="0">
                <a:latin typeface="Calibri"/>
                <a:cs typeface="Calibri"/>
              </a:rPr>
              <a:t>modules </a:t>
            </a:r>
            <a:r>
              <a:rPr sz="2300" dirty="0">
                <a:latin typeface="Calibri"/>
                <a:cs typeface="Calibri"/>
              </a:rPr>
              <a:t>that</a:t>
            </a:r>
            <a:r>
              <a:rPr sz="2300" spc="165" dirty="0">
                <a:latin typeface="Calibri"/>
                <a:cs typeface="Calibri"/>
              </a:rPr>
              <a:t>  </a:t>
            </a:r>
            <a:r>
              <a:rPr sz="2300" dirty="0">
                <a:latin typeface="Calibri"/>
                <a:cs typeface="Calibri"/>
              </a:rPr>
              <a:t>perform</a:t>
            </a:r>
            <a:r>
              <a:rPr sz="2300" spc="160" dirty="0">
                <a:latin typeface="Calibri"/>
                <a:cs typeface="Calibri"/>
              </a:rPr>
              <a:t>  </a:t>
            </a:r>
            <a:r>
              <a:rPr sz="2300" dirty="0">
                <a:latin typeface="Calibri"/>
                <a:cs typeface="Calibri"/>
              </a:rPr>
              <a:t>specific</a:t>
            </a:r>
            <a:r>
              <a:rPr sz="2300" spc="170" dirty="0">
                <a:latin typeface="Calibri"/>
                <a:cs typeface="Calibri"/>
              </a:rPr>
              <a:t>  </a:t>
            </a:r>
            <a:r>
              <a:rPr sz="2300" dirty="0">
                <a:latin typeface="Calibri"/>
                <a:cs typeface="Calibri"/>
              </a:rPr>
              <a:t>tasks.</a:t>
            </a:r>
            <a:r>
              <a:rPr sz="2300" spc="140" dirty="0">
                <a:latin typeface="Calibri"/>
                <a:cs typeface="Calibri"/>
              </a:rPr>
              <a:t>  </a:t>
            </a:r>
            <a:r>
              <a:rPr sz="2300" dirty="0">
                <a:latin typeface="Calibri"/>
                <a:cs typeface="Calibri"/>
              </a:rPr>
              <a:t>A</a:t>
            </a:r>
            <a:r>
              <a:rPr sz="2300" spc="160" dirty="0">
                <a:latin typeface="Calibri"/>
                <a:cs typeface="Calibri"/>
              </a:rPr>
              <a:t>  </a:t>
            </a:r>
            <a:r>
              <a:rPr sz="2300" spc="-20" dirty="0">
                <a:latin typeface="Calibri"/>
                <a:cs typeface="Calibri"/>
              </a:rPr>
              <a:t>well-</a:t>
            </a:r>
            <a:r>
              <a:rPr sz="2300" dirty="0">
                <a:latin typeface="Calibri"/>
                <a:cs typeface="Calibri"/>
              </a:rPr>
              <a:t>designed</a:t>
            </a:r>
            <a:r>
              <a:rPr sz="2300" spc="155" dirty="0">
                <a:latin typeface="Calibri"/>
                <a:cs typeface="Calibri"/>
              </a:rPr>
              <a:t>  </a:t>
            </a:r>
            <a:r>
              <a:rPr sz="2300" dirty="0">
                <a:latin typeface="Calibri"/>
                <a:cs typeface="Calibri"/>
              </a:rPr>
              <a:t>package</a:t>
            </a:r>
            <a:r>
              <a:rPr sz="2300" spc="165" dirty="0">
                <a:latin typeface="Calibri"/>
                <a:cs typeface="Calibri"/>
              </a:rPr>
              <a:t>  </a:t>
            </a:r>
            <a:r>
              <a:rPr sz="2300" spc="-20" dirty="0">
                <a:latin typeface="Calibri"/>
                <a:cs typeface="Calibri"/>
              </a:rPr>
              <a:t>also </a:t>
            </a:r>
            <a:r>
              <a:rPr sz="2300" dirty="0">
                <a:latin typeface="Calibri"/>
                <a:cs typeface="Calibri"/>
              </a:rPr>
              <a:t>includes</a:t>
            </a:r>
            <a:r>
              <a:rPr sz="2300" spc="430" dirty="0">
                <a:latin typeface="Calibri"/>
                <a:cs typeface="Calibri"/>
              </a:rPr>
              <a:t> </a:t>
            </a:r>
            <a:r>
              <a:rPr sz="2300" dirty="0">
                <a:latin typeface="Calibri"/>
                <a:cs typeface="Calibri"/>
              </a:rPr>
              <a:t>the</a:t>
            </a:r>
            <a:r>
              <a:rPr sz="2300" spc="415" dirty="0">
                <a:latin typeface="Calibri"/>
                <a:cs typeface="Calibri"/>
              </a:rPr>
              <a:t> </a:t>
            </a:r>
            <a:r>
              <a:rPr sz="2300" dirty="0">
                <a:latin typeface="Calibri"/>
                <a:cs typeface="Calibri"/>
              </a:rPr>
              <a:t>capability</a:t>
            </a:r>
            <a:r>
              <a:rPr sz="2300" spc="405" dirty="0">
                <a:latin typeface="Calibri"/>
                <a:cs typeface="Calibri"/>
              </a:rPr>
              <a:t> </a:t>
            </a:r>
            <a:r>
              <a:rPr sz="2300" dirty="0">
                <a:latin typeface="Calibri"/>
                <a:cs typeface="Calibri"/>
              </a:rPr>
              <a:t>for</a:t>
            </a:r>
            <a:r>
              <a:rPr sz="2300" spc="400" dirty="0">
                <a:latin typeface="Calibri"/>
                <a:cs typeface="Calibri"/>
              </a:rPr>
              <a:t> </a:t>
            </a:r>
            <a:r>
              <a:rPr sz="2300" dirty="0">
                <a:latin typeface="Calibri"/>
                <a:cs typeface="Calibri"/>
              </a:rPr>
              <a:t>the</a:t>
            </a:r>
            <a:r>
              <a:rPr sz="2300" spc="420" dirty="0">
                <a:latin typeface="Calibri"/>
                <a:cs typeface="Calibri"/>
              </a:rPr>
              <a:t> </a:t>
            </a:r>
            <a:r>
              <a:rPr sz="2300" dirty="0">
                <a:latin typeface="Calibri"/>
                <a:cs typeface="Calibri"/>
              </a:rPr>
              <a:t>user</a:t>
            </a:r>
            <a:r>
              <a:rPr sz="2300" spc="400" dirty="0">
                <a:latin typeface="Calibri"/>
                <a:cs typeface="Calibri"/>
              </a:rPr>
              <a:t> </a:t>
            </a:r>
            <a:r>
              <a:rPr sz="2300" dirty="0">
                <a:latin typeface="Calibri"/>
                <a:cs typeface="Calibri"/>
              </a:rPr>
              <a:t>to</a:t>
            </a:r>
            <a:r>
              <a:rPr sz="2300" spc="425" dirty="0">
                <a:latin typeface="Calibri"/>
                <a:cs typeface="Calibri"/>
              </a:rPr>
              <a:t> </a:t>
            </a:r>
            <a:r>
              <a:rPr sz="2300" dirty="0">
                <a:latin typeface="Calibri"/>
                <a:cs typeface="Calibri"/>
              </a:rPr>
              <a:t>write</a:t>
            </a:r>
            <a:r>
              <a:rPr sz="2300" spc="415" dirty="0">
                <a:latin typeface="Calibri"/>
                <a:cs typeface="Calibri"/>
              </a:rPr>
              <a:t> </a:t>
            </a:r>
            <a:r>
              <a:rPr sz="2300" dirty="0">
                <a:latin typeface="Calibri"/>
                <a:cs typeface="Calibri"/>
              </a:rPr>
              <a:t>code</a:t>
            </a:r>
            <a:r>
              <a:rPr sz="2300" spc="420" dirty="0">
                <a:latin typeface="Calibri"/>
                <a:cs typeface="Calibri"/>
              </a:rPr>
              <a:t> </a:t>
            </a:r>
            <a:r>
              <a:rPr sz="2300" dirty="0">
                <a:latin typeface="Calibri"/>
                <a:cs typeface="Calibri"/>
              </a:rPr>
              <a:t>that,</a:t>
            </a:r>
            <a:r>
              <a:rPr sz="2300" spc="405" dirty="0">
                <a:latin typeface="Calibri"/>
                <a:cs typeface="Calibri"/>
              </a:rPr>
              <a:t> </a:t>
            </a:r>
            <a:r>
              <a:rPr sz="2300" dirty="0">
                <a:latin typeface="Calibri"/>
                <a:cs typeface="Calibri"/>
              </a:rPr>
              <a:t>as</a:t>
            </a:r>
            <a:r>
              <a:rPr sz="2300" spc="420" dirty="0">
                <a:latin typeface="Calibri"/>
                <a:cs typeface="Calibri"/>
              </a:rPr>
              <a:t> </a:t>
            </a:r>
            <a:r>
              <a:rPr sz="2300" spc="-50" dirty="0">
                <a:latin typeface="Calibri"/>
                <a:cs typeface="Calibri"/>
              </a:rPr>
              <a:t>a </a:t>
            </a:r>
            <a:r>
              <a:rPr sz="2300" dirty="0">
                <a:latin typeface="Calibri"/>
                <a:cs typeface="Calibri"/>
              </a:rPr>
              <a:t>minimum,</a:t>
            </a:r>
            <a:r>
              <a:rPr sz="2300" spc="-65" dirty="0">
                <a:latin typeface="Calibri"/>
                <a:cs typeface="Calibri"/>
              </a:rPr>
              <a:t> </a:t>
            </a:r>
            <a:r>
              <a:rPr sz="2300" dirty="0">
                <a:latin typeface="Calibri"/>
                <a:cs typeface="Calibri"/>
              </a:rPr>
              <a:t>utilizes</a:t>
            </a:r>
            <a:r>
              <a:rPr sz="2300" spc="-40" dirty="0">
                <a:latin typeface="Calibri"/>
                <a:cs typeface="Calibri"/>
              </a:rPr>
              <a:t> </a:t>
            </a:r>
            <a:r>
              <a:rPr sz="2300" dirty="0">
                <a:latin typeface="Calibri"/>
                <a:cs typeface="Calibri"/>
              </a:rPr>
              <a:t>the</a:t>
            </a:r>
            <a:r>
              <a:rPr sz="2300" spc="-30" dirty="0">
                <a:latin typeface="Calibri"/>
                <a:cs typeface="Calibri"/>
              </a:rPr>
              <a:t> </a:t>
            </a:r>
            <a:r>
              <a:rPr sz="2300" spc="-10" dirty="0">
                <a:latin typeface="Calibri"/>
                <a:cs typeface="Calibri"/>
              </a:rPr>
              <a:t>specialized</a:t>
            </a:r>
            <a:r>
              <a:rPr sz="2300" spc="-75" dirty="0">
                <a:latin typeface="Calibri"/>
                <a:cs typeface="Calibri"/>
              </a:rPr>
              <a:t> </a:t>
            </a:r>
            <a:r>
              <a:rPr sz="2300" spc="-10" dirty="0">
                <a:latin typeface="Calibri"/>
                <a:cs typeface="Calibri"/>
              </a:rPr>
              <a:t>modules.</a:t>
            </a:r>
            <a:endParaRPr sz="230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8462" rIns="0" bIns="0" rtlCol="0">
            <a:spAutoFit/>
          </a:bodyPr>
          <a:lstStyle/>
          <a:p>
            <a:pPr marL="3176905" marR="5080" indent="-3006725">
              <a:lnSpc>
                <a:spcPct val="100000"/>
              </a:lnSpc>
              <a:spcBef>
                <a:spcPts val="110"/>
              </a:spcBef>
            </a:pPr>
            <a:r>
              <a:rPr sz="4000" dirty="0"/>
              <a:t>Components</a:t>
            </a:r>
            <a:r>
              <a:rPr sz="4000" spc="-65" dirty="0"/>
              <a:t> </a:t>
            </a:r>
            <a:r>
              <a:rPr sz="4000" dirty="0"/>
              <a:t>of</a:t>
            </a:r>
            <a:r>
              <a:rPr sz="4000" spc="-50" dirty="0"/>
              <a:t> </a:t>
            </a:r>
            <a:r>
              <a:rPr sz="4000" dirty="0"/>
              <a:t>an</a:t>
            </a:r>
            <a:r>
              <a:rPr sz="4000" spc="-50" dirty="0"/>
              <a:t> </a:t>
            </a:r>
            <a:r>
              <a:rPr sz="4000" dirty="0"/>
              <a:t>Image</a:t>
            </a:r>
            <a:r>
              <a:rPr sz="4000" spc="-50" dirty="0"/>
              <a:t> </a:t>
            </a:r>
            <a:r>
              <a:rPr sz="4000" spc="-10" dirty="0"/>
              <a:t>Processing System</a:t>
            </a:r>
            <a:endParaRPr sz="4000"/>
          </a:p>
        </p:txBody>
      </p:sp>
      <p:sp>
        <p:nvSpPr>
          <p:cNvPr id="3" name="object 3"/>
          <p:cNvSpPr txBox="1"/>
          <p:nvPr/>
        </p:nvSpPr>
        <p:spPr>
          <a:xfrm>
            <a:off x="536244" y="1501638"/>
            <a:ext cx="8075930" cy="4205605"/>
          </a:xfrm>
          <a:prstGeom prst="rect">
            <a:avLst/>
          </a:prstGeom>
        </p:spPr>
        <p:txBody>
          <a:bodyPr vert="horz" wrap="square" lIns="0" tIns="119380" rIns="0" bIns="0" rtlCol="0">
            <a:spAutoFit/>
          </a:bodyPr>
          <a:lstStyle/>
          <a:p>
            <a:pPr marL="416559" indent="-403860">
              <a:lnSpc>
                <a:spcPct val="100000"/>
              </a:lnSpc>
              <a:spcBef>
                <a:spcPts val="940"/>
              </a:spcBef>
              <a:buAutoNum type="arabicPeriod" startAt="5"/>
              <a:tabLst>
                <a:tab pos="416559" algn="l"/>
              </a:tabLst>
            </a:pPr>
            <a:r>
              <a:rPr sz="3200" b="1" dirty="0">
                <a:latin typeface="Calibri"/>
                <a:cs typeface="Calibri"/>
              </a:rPr>
              <a:t>Mass</a:t>
            </a:r>
            <a:r>
              <a:rPr sz="3200" b="1" spc="-75" dirty="0">
                <a:latin typeface="Calibri"/>
                <a:cs typeface="Calibri"/>
              </a:rPr>
              <a:t> </a:t>
            </a:r>
            <a:r>
              <a:rPr sz="3200" b="1" spc="-10" dirty="0">
                <a:latin typeface="Calibri"/>
                <a:cs typeface="Calibri"/>
              </a:rPr>
              <a:t>Storage</a:t>
            </a:r>
            <a:r>
              <a:rPr sz="3200" b="1" spc="-85" dirty="0">
                <a:latin typeface="Calibri"/>
                <a:cs typeface="Calibri"/>
              </a:rPr>
              <a:t> </a:t>
            </a:r>
            <a:r>
              <a:rPr sz="3200" b="1" spc="-10" dirty="0">
                <a:latin typeface="Calibri"/>
                <a:cs typeface="Calibri"/>
              </a:rPr>
              <a:t>Capability</a:t>
            </a:r>
            <a:endParaRPr sz="3200">
              <a:latin typeface="Calibri"/>
              <a:cs typeface="Calibri"/>
            </a:endParaRPr>
          </a:p>
          <a:p>
            <a:pPr marL="527685" marR="5080" algn="just">
              <a:lnSpc>
                <a:spcPct val="100000"/>
              </a:lnSpc>
              <a:spcBef>
                <a:spcPts val="615"/>
              </a:spcBef>
            </a:pPr>
            <a:r>
              <a:rPr sz="2300" dirty="0">
                <a:latin typeface="Calibri"/>
                <a:cs typeface="Calibri"/>
              </a:rPr>
              <a:t>Mass</a:t>
            </a:r>
            <a:r>
              <a:rPr sz="2300" spc="175" dirty="0">
                <a:latin typeface="Calibri"/>
                <a:cs typeface="Calibri"/>
              </a:rPr>
              <a:t>  </a:t>
            </a:r>
            <a:r>
              <a:rPr sz="2300" dirty="0">
                <a:latin typeface="Calibri"/>
                <a:cs typeface="Calibri"/>
              </a:rPr>
              <a:t>storage</a:t>
            </a:r>
            <a:r>
              <a:rPr sz="2300" spc="185" dirty="0">
                <a:latin typeface="Calibri"/>
                <a:cs typeface="Calibri"/>
              </a:rPr>
              <a:t>  </a:t>
            </a:r>
            <a:r>
              <a:rPr sz="2300" dirty="0">
                <a:latin typeface="Calibri"/>
                <a:cs typeface="Calibri"/>
              </a:rPr>
              <a:t>capability</a:t>
            </a:r>
            <a:r>
              <a:rPr sz="2300" spc="180" dirty="0">
                <a:latin typeface="Calibri"/>
                <a:cs typeface="Calibri"/>
              </a:rPr>
              <a:t>  </a:t>
            </a:r>
            <a:r>
              <a:rPr sz="2300" dirty="0">
                <a:latin typeface="Calibri"/>
                <a:cs typeface="Calibri"/>
              </a:rPr>
              <a:t>is</a:t>
            </a:r>
            <a:r>
              <a:rPr sz="2300" spc="175" dirty="0">
                <a:latin typeface="Calibri"/>
                <a:cs typeface="Calibri"/>
              </a:rPr>
              <a:t>  </a:t>
            </a:r>
            <a:r>
              <a:rPr sz="2300" dirty="0">
                <a:latin typeface="Calibri"/>
                <a:cs typeface="Calibri"/>
              </a:rPr>
              <a:t>a</a:t>
            </a:r>
            <a:r>
              <a:rPr sz="2300" spc="180" dirty="0">
                <a:latin typeface="Calibri"/>
                <a:cs typeface="Calibri"/>
              </a:rPr>
              <a:t>  </a:t>
            </a:r>
            <a:r>
              <a:rPr sz="2300" dirty="0">
                <a:latin typeface="Calibri"/>
                <a:cs typeface="Calibri"/>
              </a:rPr>
              <a:t>must</a:t>
            </a:r>
            <a:r>
              <a:rPr sz="2300" spc="170" dirty="0">
                <a:latin typeface="Calibri"/>
                <a:cs typeface="Calibri"/>
              </a:rPr>
              <a:t>  </a:t>
            </a:r>
            <a:r>
              <a:rPr sz="2300" dirty="0">
                <a:latin typeface="Calibri"/>
                <a:cs typeface="Calibri"/>
              </a:rPr>
              <a:t>in</a:t>
            </a:r>
            <a:r>
              <a:rPr sz="2300" spc="180" dirty="0">
                <a:latin typeface="Calibri"/>
                <a:cs typeface="Calibri"/>
              </a:rPr>
              <a:t>  </a:t>
            </a:r>
            <a:r>
              <a:rPr sz="2300" dirty="0">
                <a:latin typeface="Calibri"/>
                <a:cs typeface="Calibri"/>
              </a:rPr>
              <a:t>a</a:t>
            </a:r>
            <a:r>
              <a:rPr sz="2300" spc="180" dirty="0">
                <a:latin typeface="Calibri"/>
                <a:cs typeface="Calibri"/>
              </a:rPr>
              <a:t>  </a:t>
            </a:r>
            <a:r>
              <a:rPr sz="2300" dirty="0">
                <a:latin typeface="Calibri"/>
                <a:cs typeface="Calibri"/>
              </a:rPr>
              <a:t>image</a:t>
            </a:r>
            <a:r>
              <a:rPr sz="2300" spc="185" dirty="0">
                <a:latin typeface="Calibri"/>
                <a:cs typeface="Calibri"/>
              </a:rPr>
              <a:t>  </a:t>
            </a:r>
            <a:r>
              <a:rPr sz="2300" spc="-10" dirty="0">
                <a:latin typeface="Calibri"/>
                <a:cs typeface="Calibri"/>
              </a:rPr>
              <a:t>processing </a:t>
            </a:r>
            <a:r>
              <a:rPr sz="2300" dirty="0">
                <a:latin typeface="Calibri"/>
                <a:cs typeface="Calibri"/>
              </a:rPr>
              <a:t>applications.</a:t>
            </a:r>
            <a:r>
              <a:rPr sz="2300" spc="330" dirty="0">
                <a:latin typeface="Calibri"/>
                <a:cs typeface="Calibri"/>
              </a:rPr>
              <a:t> </a:t>
            </a:r>
            <a:r>
              <a:rPr sz="2300" dirty="0">
                <a:latin typeface="Calibri"/>
                <a:cs typeface="Calibri"/>
              </a:rPr>
              <a:t>And</a:t>
            </a:r>
            <a:r>
              <a:rPr sz="2300" spc="335" dirty="0">
                <a:latin typeface="Calibri"/>
                <a:cs typeface="Calibri"/>
              </a:rPr>
              <a:t> </a:t>
            </a:r>
            <a:r>
              <a:rPr sz="2300" dirty="0">
                <a:latin typeface="Calibri"/>
                <a:cs typeface="Calibri"/>
              </a:rPr>
              <a:t>image</a:t>
            </a:r>
            <a:r>
              <a:rPr sz="2300" spc="320" dirty="0">
                <a:latin typeface="Calibri"/>
                <a:cs typeface="Calibri"/>
              </a:rPr>
              <a:t> </a:t>
            </a:r>
            <a:r>
              <a:rPr sz="2300" dirty="0">
                <a:latin typeface="Calibri"/>
                <a:cs typeface="Calibri"/>
              </a:rPr>
              <a:t>of</a:t>
            </a:r>
            <a:r>
              <a:rPr sz="2300" spc="325" dirty="0">
                <a:latin typeface="Calibri"/>
                <a:cs typeface="Calibri"/>
              </a:rPr>
              <a:t> </a:t>
            </a:r>
            <a:r>
              <a:rPr sz="2300" dirty="0">
                <a:latin typeface="Calibri"/>
                <a:cs typeface="Calibri"/>
              </a:rPr>
              <a:t>sized</a:t>
            </a:r>
            <a:r>
              <a:rPr sz="2300" spc="335" dirty="0">
                <a:latin typeface="Calibri"/>
                <a:cs typeface="Calibri"/>
              </a:rPr>
              <a:t> </a:t>
            </a:r>
            <a:r>
              <a:rPr sz="2300" dirty="0">
                <a:latin typeface="Calibri"/>
                <a:cs typeface="Calibri"/>
              </a:rPr>
              <a:t>1024</a:t>
            </a:r>
            <a:r>
              <a:rPr sz="2300" spc="350" dirty="0">
                <a:latin typeface="Calibri"/>
                <a:cs typeface="Calibri"/>
              </a:rPr>
              <a:t> </a:t>
            </a:r>
            <a:r>
              <a:rPr sz="2300" dirty="0">
                <a:latin typeface="Calibri"/>
                <a:cs typeface="Calibri"/>
              </a:rPr>
              <a:t>*</a:t>
            </a:r>
            <a:r>
              <a:rPr sz="2300" spc="320" dirty="0">
                <a:latin typeface="Calibri"/>
                <a:cs typeface="Calibri"/>
              </a:rPr>
              <a:t> </a:t>
            </a:r>
            <a:r>
              <a:rPr sz="2300" dirty="0">
                <a:latin typeface="Calibri"/>
                <a:cs typeface="Calibri"/>
              </a:rPr>
              <a:t>1024</a:t>
            </a:r>
            <a:r>
              <a:rPr sz="2300" spc="345" dirty="0">
                <a:latin typeface="Calibri"/>
                <a:cs typeface="Calibri"/>
              </a:rPr>
              <a:t> </a:t>
            </a:r>
            <a:r>
              <a:rPr sz="2300" dirty="0">
                <a:latin typeface="Calibri"/>
                <a:cs typeface="Calibri"/>
              </a:rPr>
              <a:t>pixels</a:t>
            </a:r>
            <a:r>
              <a:rPr sz="2300" spc="355" dirty="0">
                <a:latin typeface="Calibri"/>
                <a:cs typeface="Calibri"/>
              </a:rPr>
              <a:t> </a:t>
            </a:r>
            <a:r>
              <a:rPr sz="2300" spc="-10" dirty="0">
                <a:latin typeface="Calibri"/>
                <a:cs typeface="Calibri"/>
              </a:rPr>
              <a:t>requires </a:t>
            </a:r>
            <a:r>
              <a:rPr sz="2300" dirty="0">
                <a:latin typeface="Calibri"/>
                <a:cs typeface="Calibri"/>
              </a:rPr>
              <a:t>one</a:t>
            </a:r>
            <a:r>
              <a:rPr sz="2300" spc="-30" dirty="0">
                <a:latin typeface="Calibri"/>
                <a:cs typeface="Calibri"/>
              </a:rPr>
              <a:t> </a:t>
            </a:r>
            <a:r>
              <a:rPr sz="2300" dirty="0">
                <a:latin typeface="Calibri"/>
                <a:cs typeface="Calibri"/>
              </a:rPr>
              <a:t>megabyte of</a:t>
            </a:r>
            <a:r>
              <a:rPr sz="2300" spc="-65" dirty="0">
                <a:latin typeface="Calibri"/>
                <a:cs typeface="Calibri"/>
              </a:rPr>
              <a:t> </a:t>
            </a:r>
            <a:r>
              <a:rPr sz="2300" spc="-10" dirty="0">
                <a:latin typeface="Calibri"/>
                <a:cs typeface="Calibri"/>
              </a:rPr>
              <a:t>storage</a:t>
            </a:r>
            <a:r>
              <a:rPr sz="2300" spc="-25" dirty="0">
                <a:latin typeface="Calibri"/>
                <a:cs typeface="Calibri"/>
              </a:rPr>
              <a:t> </a:t>
            </a:r>
            <a:r>
              <a:rPr sz="2300" dirty="0">
                <a:latin typeface="Calibri"/>
                <a:cs typeface="Calibri"/>
              </a:rPr>
              <a:t>space</a:t>
            </a:r>
            <a:r>
              <a:rPr sz="2300" spc="-50" dirty="0">
                <a:latin typeface="Calibri"/>
                <a:cs typeface="Calibri"/>
              </a:rPr>
              <a:t> </a:t>
            </a:r>
            <a:r>
              <a:rPr sz="2300" dirty="0">
                <a:latin typeface="Calibri"/>
                <a:cs typeface="Calibri"/>
              </a:rPr>
              <a:t>if</a:t>
            </a:r>
            <a:r>
              <a:rPr sz="2300" spc="-40" dirty="0">
                <a:latin typeface="Calibri"/>
                <a:cs typeface="Calibri"/>
              </a:rPr>
              <a:t> </a:t>
            </a:r>
            <a:r>
              <a:rPr sz="2300" dirty="0">
                <a:latin typeface="Calibri"/>
                <a:cs typeface="Calibri"/>
              </a:rPr>
              <a:t>the</a:t>
            </a:r>
            <a:r>
              <a:rPr sz="2300" spc="-10" dirty="0">
                <a:latin typeface="Calibri"/>
                <a:cs typeface="Calibri"/>
              </a:rPr>
              <a:t> </a:t>
            </a:r>
            <a:r>
              <a:rPr sz="2300" dirty="0">
                <a:latin typeface="Calibri"/>
                <a:cs typeface="Calibri"/>
              </a:rPr>
              <a:t>image</a:t>
            </a:r>
            <a:r>
              <a:rPr sz="2300" spc="-45" dirty="0">
                <a:latin typeface="Calibri"/>
                <a:cs typeface="Calibri"/>
              </a:rPr>
              <a:t> </a:t>
            </a:r>
            <a:r>
              <a:rPr sz="2300" dirty="0">
                <a:latin typeface="Calibri"/>
                <a:cs typeface="Calibri"/>
              </a:rPr>
              <a:t>is</a:t>
            </a:r>
            <a:r>
              <a:rPr sz="2300" spc="-25" dirty="0">
                <a:latin typeface="Calibri"/>
                <a:cs typeface="Calibri"/>
              </a:rPr>
              <a:t> </a:t>
            </a:r>
            <a:r>
              <a:rPr sz="2300" dirty="0">
                <a:latin typeface="Calibri"/>
                <a:cs typeface="Calibri"/>
              </a:rPr>
              <a:t>not</a:t>
            </a:r>
            <a:r>
              <a:rPr sz="2300" spc="-40" dirty="0">
                <a:latin typeface="Calibri"/>
                <a:cs typeface="Calibri"/>
              </a:rPr>
              <a:t> </a:t>
            </a:r>
            <a:r>
              <a:rPr sz="2300" spc="-10" dirty="0">
                <a:latin typeface="Calibri"/>
                <a:cs typeface="Calibri"/>
              </a:rPr>
              <a:t>compressed.</a:t>
            </a:r>
            <a:endParaRPr sz="2300">
              <a:latin typeface="Calibri"/>
              <a:cs typeface="Calibri"/>
            </a:endParaRPr>
          </a:p>
          <a:p>
            <a:pPr>
              <a:lnSpc>
                <a:spcPct val="100000"/>
              </a:lnSpc>
              <a:spcBef>
                <a:spcPts val="1060"/>
              </a:spcBef>
            </a:pPr>
            <a:endParaRPr sz="2300">
              <a:latin typeface="Calibri"/>
              <a:cs typeface="Calibri"/>
            </a:endParaRPr>
          </a:p>
          <a:p>
            <a:pPr marL="527685">
              <a:lnSpc>
                <a:spcPct val="100000"/>
              </a:lnSpc>
            </a:pPr>
            <a:r>
              <a:rPr sz="2300" dirty="0">
                <a:latin typeface="Calibri"/>
                <a:cs typeface="Calibri"/>
              </a:rPr>
              <a:t>Digital</a:t>
            </a:r>
            <a:r>
              <a:rPr sz="2300" spc="-50" dirty="0">
                <a:latin typeface="Calibri"/>
                <a:cs typeface="Calibri"/>
              </a:rPr>
              <a:t> </a:t>
            </a:r>
            <a:r>
              <a:rPr sz="2300" dirty="0">
                <a:latin typeface="Calibri"/>
                <a:cs typeface="Calibri"/>
              </a:rPr>
              <a:t>storage</a:t>
            </a:r>
            <a:r>
              <a:rPr sz="2300" spc="-35" dirty="0">
                <a:latin typeface="Calibri"/>
                <a:cs typeface="Calibri"/>
              </a:rPr>
              <a:t> </a:t>
            </a:r>
            <a:r>
              <a:rPr sz="2300" dirty="0">
                <a:latin typeface="Calibri"/>
                <a:cs typeface="Calibri"/>
              </a:rPr>
              <a:t>for</a:t>
            </a:r>
            <a:r>
              <a:rPr sz="2300" spc="-50" dirty="0">
                <a:latin typeface="Calibri"/>
                <a:cs typeface="Calibri"/>
              </a:rPr>
              <a:t> </a:t>
            </a:r>
            <a:r>
              <a:rPr sz="2300" dirty="0">
                <a:latin typeface="Calibri"/>
                <a:cs typeface="Calibri"/>
              </a:rPr>
              <a:t>image</a:t>
            </a:r>
            <a:r>
              <a:rPr sz="2300" spc="-60" dirty="0">
                <a:latin typeface="Calibri"/>
                <a:cs typeface="Calibri"/>
              </a:rPr>
              <a:t> </a:t>
            </a:r>
            <a:r>
              <a:rPr sz="2300" dirty="0">
                <a:latin typeface="Calibri"/>
                <a:cs typeface="Calibri"/>
              </a:rPr>
              <a:t>processing</a:t>
            </a:r>
            <a:r>
              <a:rPr sz="2300" spc="-35" dirty="0">
                <a:latin typeface="Calibri"/>
                <a:cs typeface="Calibri"/>
              </a:rPr>
              <a:t> </a:t>
            </a:r>
            <a:r>
              <a:rPr sz="2300" dirty="0">
                <a:latin typeface="Calibri"/>
                <a:cs typeface="Calibri"/>
              </a:rPr>
              <a:t>applications</a:t>
            </a:r>
            <a:r>
              <a:rPr sz="2300" spc="-25" dirty="0">
                <a:latin typeface="Calibri"/>
                <a:cs typeface="Calibri"/>
              </a:rPr>
              <a:t> </a:t>
            </a:r>
            <a:r>
              <a:rPr sz="2300" dirty="0">
                <a:latin typeface="Calibri"/>
                <a:cs typeface="Calibri"/>
              </a:rPr>
              <a:t>falls</a:t>
            </a:r>
            <a:r>
              <a:rPr sz="2300" spc="-35" dirty="0">
                <a:latin typeface="Calibri"/>
                <a:cs typeface="Calibri"/>
              </a:rPr>
              <a:t> </a:t>
            </a:r>
            <a:r>
              <a:rPr sz="2300" dirty="0">
                <a:latin typeface="Calibri"/>
                <a:cs typeface="Calibri"/>
              </a:rPr>
              <a:t>into</a:t>
            </a:r>
            <a:r>
              <a:rPr sz="2300" spc="-40" dirty="0">
                <a:latin typeface="Calibri"/>
                <a:cs typeface="Calibri"/>
              </a:rPr>
              <a:t> </a:t>
            </a:r>
            <a:r>
              <a:rPr sz="2300" spc="-10" dirty="0">
                <a:latin typeface="Calibri"/>
                <a:cs typeface="Calibri"/>
              </a:rPr>
              <a:t>three</a:t>
            </a:r>
            <a:endParaRPr sz="2300">
              <a:latin typeface="Calibri"/>
              <a:cs typeface="Calibri"/>
            </a:endParaRPr>
          </a:p>
          <a:p>
            <a:pPr marL="527685">
              <a:lnSpc>
                <a:spcPct val="100000"/>
              </a:lnSpc>
              <a:spcBef>
                <a:spcPts val="5"/>
              </a:spcBef>
            </a:pPr>
            <a:r>
              <a:rPr sz="2300" dirty="0">
                <a:latin typeface="Calibri"/>
                <a:cs typeface="Calibri"/>
              </a:rPr>
              <a:t>principal</a:t>
            </a:r>
            <a:r>
              <a:rPr sz="2300" spc="-55" dirty="0">
                <a:latin typeface="Calibri"/>
                <a:cs typeface="Calibri"/>
              </a:rPr>
              <a:t> </a:t>
            </a:r>
            <a:r>
              <a:rPr sz="2300" spc="-10" dirty="0">
                <a:latin typeface="Calibri"/>
                <a:cs typeface="Calibri"/>
              </a:rPr>
              <a:t>categories:</a:t>
            </a:r>
            <a:endParaRPr sz="2300">
              <a:latin typeface="Calibri"/>
              <a:cs typeface="Calibri"/>
            </a:endParaRPr>
          </a:p>
          <a:p>
            <a:pPr marL="814705" lvl="1" indent="-287020">
              <a:lnSpc>
                <a:spcPct val="100000"/>
              </a:lnSpc>
              <a:spcBef>
                <a:spcPts val="550"/>
              </a:spcBef>
              <a:buAutoNum type="arabicPeriod"/>
              <a:tabLst>
                <a:tab pos="814705" algn="l"/>
              </a:tabLst>
            </a:pPr>
            <a:r>
              <a:rPr sz="2300" spc="-20" dirty="0">
                <a:latin typeface="Calibri"/>
                <a:cs typeface="Calibri"/>
              </a:rPr>
              <a:t>Short-</a:t>
            </a:r>
            <a:r>
              <a:rPr sz="2300" dirty="0">
                <a:latin typeface="Calibri"/>
                <a:cs typeface="Calibri"/>
              </a:rPr>
              <a:t>term</a:t>
            </a:r>
            <a:r>
              <a:rPr sz="2300" spc="-30" dirty="0">
                <a:latin typeface="Calibri"/>
                <a:cs typeface="Calibri"/>
              </a:rPr>
              <a:t> </a:t>
            </a:r>
            <a:r>
              <a:rPr sz="2300" spc="-10" dirty="0">
                <a:latin typeface="Calibri"/>
                <a:cs typeface="Calibri"/>
              </a:rPr>
              <a:t>storage</a:t>
            </a:r>
            <a:r>
              <a:rPr sz="2300" spc="-45" dirty="0">
                <a:latin typeface="Calibri"/>
                <a:cs typeface="Calibri"/>
              </a:rPr>
              <a:t> </a:t>
            </a:r>
            <a:r>
              <a:rPr sz="2300" dirty="0">
                <a:latin typeface="Calibri"/>
                <a:cs typeface="Calibri"/>
              </a:rPr>
              <a:t>for</a:t>
            </a:r>
            <a:r>
              <a:rPr sz="2300" spc="-55" dirty="0">
                <a:latin typeface="Calibri"/>
                <a:cs typeface="Calibri"/>
              </a:rPr>
              <a:t> </a:t>
            </a:r>
            <a:r>
              <a:rPr sz="2300" dirty="0">
                <a:latin typeface="Calibri"/>
                <a:cs typeface="Calibri"/>
              </a:rPr>
              <a:t>use</a:t>
            </a:r>
            <a:r>
              <a:rPr sz="2300" spc="-35" dirty="0">
                <a:latin typeface="Calibri"/>
                <a:cs typeface="Calibri"/>
              </a:rPr>
              <a:t> </a:t>
            </a:r>
            <a:r>
              <a:rPr sz="2300" dirty="0">
                <a:latin typeface="Calibri"/>
                <a:cs typeface="Calibri"/>
              </a:rPr>
              <a:t>during</a:t>
            </a:r>
            <a:r>
              <a:rPr sz="2300" spc="-5" dirty="0">
                <a:latin typeface="Calibri"/>
                <a:cs typeface="Calibri"/>
              </a:rPr>
              <a:t> </a:t>
            </a:r>
            <a:r>
              <a:rPr sz="2300" spc="-10" dirty="0">
                <a:latin typeface="Calibri"/>
                <a:cs typeface="Calibri"/>
              </a:rPr>
              <a:t>processing.</a:t>
            </a:r>
            <a:endParaRPr sz="2300">
              <a:latin typeface="Calibri"/>
              <a:cs typeface="Calibri"/>
            </a:endParaRPr>
          </a:p>
          <a:p>
            <a:pPr marL="814069" lvl="1" indent="-286385">
              <a:lnSpc>
                <a:spcPct val="100000"/>
              </a:lnSpc>
              <a:spcBef>
                <a:spcPts val="555"/>
              </a:spcBef>
              <a:buAutoNum type="arabicPeriod"/>
              <a:tabLst>
                <a:tab pos="814069" algn="l"/>
              </a:tabLst>
            </a:pPr>
            <a:r>
              <a:rPr sz="2300" dirty="0">
                <a:latin typeface="Calibri"/>
                <a:cs typeface="Calibri"/>
              </a:rPr>
              <a:t>on</a:t>
            </a:r>
            <a:r>
              <a:rPr sz="2300" spc="-65" dirty="0">
                <a:latin typeface="Calibri"/>
                <a:cs typeface="Calibri"/>
              </a:rPr>
              <a:t> </a:t>
            </a:r>
            <a:r>
              <a:rPr sz="2300" dirty="0">
                <a:latin typeface="Calibri"/>
                <a:cs typeface="Calibri"/>
              </a:rPr>
              <a:t>line</a:t>
            </a:r>
            <a:r>
              <a:rPr sz="2300" spc="-40" dirty="0">
                <a:latin typeface="Calibri"/>
                <a:cs typeface="Calibri"/>
              </a:rPr>
              <a:t> </a:t>
            </a:r>
            <a:r>
              <a:rPr sz="2300" spc="-10" dirty="0">
                <a:latin typeface="Calibri"/>
                <a:cs typeface="Calibri"/>
              </a:rPr>
              <a:t>storage</a:t>
            </a:r>
            <a:r>
              <a:rPr sz="2300" spc="-45" dirty="0">
                <a:latin typeface="Calibri"/>
                <a:cs typeface="Calibri"/>
              </a:rPr>
              <a:t> </a:t>
            </a:r>
            <a:r>
              <a:rPr sz="2300" dirty="0">
                <a:latin typeface="Calibri"/>
                <a:cs typeface="Calibri"/>
              </a:rPr>
              <a:t>for</a:t>
            </a:r>
            <a:r>
              <a:rPr sz="2300" spc="-60" dirty="0">
                <a:latin typeface="Calibri"/>
                <a:cs typeface="Calibri"/>
              </a:rPr>
              <a:t> </a:t>
            </a:r>
            <a:r>
              <a:rPr sz="2300" dirty="0">
                <a:latin typeface="Calibri"/>
                <a:cs typeface="Calibri"/>
              </a:rPr>
              <a:t>relatively</a:t>
            </a:r>
            <a:r>
              <a:rPr sz="2300" spc="-60" dirty="0">
                <a:latin typeface="Calibri"/>
                <a:cs typeface="Calibri"/>
              </a:rPr>
              <a:t> </a:t>
            </a:r>
            <a:r>
              <a:rPr sz="2300" dirty="0">
                <a:latin typeface="Calibri"/>
                <a:cs typeface="Calibri"/>
              </a:rPr>
              <a:t>fast</a:t>
            </a:r>
            <a:r>
              <a:rPr sz="2300" spc="-55" dirty="0">
                <a:latin typeface="Calibri"/>
                <a:cs typeface="Calibri"/>
              </a:rPr>
              <a:t> </a:t>
            </a:r>
            <a:r>
              <a:rPr sz="2300" spc="-10" dirty="0">
                <a:latin typeface="Calibri"/>
                <a:cs typeface="Calibri"/>
              </a:rPr>
              <a:t>recall</a:t>
            </a:r>
            <a:endParaRPr sz="2300">
              <a:latin typeface="Calibri"/>
              <a:cs typeface="Calibri"/>
            </a:endParaRPr>
          </a:p>
          <a:p>
            <a:pPr marL="814069" lvl="1" indent="-286385">
              <a:lnSpc>
                <a:spcPct val="100000"/>
              </a:lnSpc>
              <a:spcBef>
                <a:spcPts val="555"/>
              </a:spcBef>
              <a:buAutoNum type="arabicPeriod"/>
              <a:tabLst>
                <a:tab pos="814069" algn="l"/>
              </a:tabLst>
            </a:pPr>
            <a:r>
              <a:rPr sz="2300" dirty="0">
                <a:latin typeface="Calibri"/>
                <a:cs typeface="Calibri"/>
              </a:rPr>
              <a:t>Archival</a:t>
            </a:r>
            <a:r>
              <a:rPr sz="2300" spc="-90" dirty="0">
                <a:latin typeface="Calibri"/>
                <a:cs typeface="Calibri"/>
              </a:rPr>
              <a:t> </a:t>
            </a:r>
            <a:r>
              <a:rPr sz="2300" spc="-10" dirty="0">
                <a:latin typeface="Calibri"/>
                <a:cs typeface="Calibri"/>
              </a:rPr>
              <a:t>storage,</a:t>
            </a:r>
            <a:r>
              <a:rPr sz="2300" spc="-65" dirty="0">
                <a:latin typeface="Calibri"/>
                <a:cs typeface="Calibri"/>
              </a:rPr>
              <a:t> </a:t>
            </a:r>
            <a:r>
              <a:rPr sz="2300" spc="-10" dirty="0">
                <a:latin typeface="Calibri"/>
                <a:cs typeface="Calibri"/>
              </a:rPr>
              <a:t>characterized</a:t>
            </a:r>
            <a:r>
              <a:rPr sz="2300" spc="-75" dirty="0">
                <a:latin typeface="Calibri"/>
                <a:cs typeface="Calibri"/>
              </a:rPr>
              <a:t> </a:t>
            </a:r>
            <a:r>
              <a:rPr sz="2300" dirty="0">
                <a:latin typeface="Calibri"/>
                <a:cs typeface="Calibri"/>
              </a:rPr>
              <a:t>by</a:t>
            </a:r>
            <a:r>
              <a:rPr sz="2300" spc="-80" dirty="0">
                <a:latin typeface="Calibri"/>
                <a:cs typeface="Calibri"/>
              </a:rPr>
              <a:t> </a:t>
            </a:r>
            <a:r>
              <a:rPr sz="2300" spc="-10" dirty="0">
                <a:latin typeface="Calibri"/>
                <a:cs typeface="Calibri"/>
              </a:rPr>
              <a:t>infrequent access</a:t>
            </a:r>
            <a:endParaRPr sz="23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8462" rIns="0" bIns="0" rtlCol="0">
            <a:spAutoFit/>
          </a:bodyPr>
          <a:lstStyle/>
          <a:p>
            <a:pPr marL="3176905" marR="5080" indent="-3006725">
              <a:lnSpc>
                <a:spcPct val="100000"/>
              </a:lnSpc>
              <a:spcBef>
                <a:spcPts val="110"/>
              </a:spcBef>
            </a:pPr>
            <a:r>
              <a:rPr sz="4000" dirty="0"/>
              <a:t>Components</a:t>
            </a:r>
            <a:r>
              <a:rPr sz="4000" spc="-65" dirty="0"/>
              <a:t> </a:t>
            </a:r>
            <a:r>
              <a:rPr sz="4000" dirty="0"/>
              <a:t>of</a:t>
            </a:r>
            <a:r>
              <a:rPr sz="4000" spc="-50" dirty="0"/>
              <a:t> </a:t>
            </a:r>
            <a:r>
              <a:rPr sz="4000" dirty="0"/>
              <a:t>an</a:t>
            </a:r>
            <a:r>
              <a:rPr sz="4000" spc="-50" dirty="0"/>
              <a:t> </a:t>
            </a:r>
            <a:r>
              <a:rPr sz="4000" dirty="0"/>
              <a:t>Image</a:t>
            </a:r>
            <a:r>
              <a:rPr sz="4000" spc="-50" dirty="0"/>
              <a:t> </a:t>
            </a:r>
            <a:r>
              <a:rPr sz="4000" spc="-10" dirty="0"/>
              <a:t>Processing System</a:t>
            </a:r>
            <a:endParaRPr sz="4000"/>
          </a:p>
        </p:txBody>
      </p:sp>
      <p:sp>
        <p:nvSpPr>
          <p:cNvPr id="3" name="object 3"/>
          <p:cNvSpPr txBox="1"/>
          <p:nvPr/>
        </p:nvSpPr>
        <p:spPr>
          <a:xfrm>
            <a:off x="1514983" y="1566037"/>
            <a:ext cx="7096759" cy="2002155"/>
          </a:xfrm>
          <a:prstGeom prst="rect">
            <a:avLst/>
          </a:prstGeom>
        </p:spPr>
        <p:txBody>
          <a:bodyPr vert="horz" wrap="square" lIns="0" tIns="85725" rIns="0" bIns="0" rtlCol="0">
            <a:spAutoFit/>
          </a:bodyPr>
          <a:lstStyle/>
          <a:p>
            <a:pPr marL="12700">
              <a:lnSpc>
                <a:spcPct val="100000"/>
              </a:lnSpc>
              <a:spcBef>
                <a:spcPts val="675"/>
              </a:spcBef>
            </a:pPr>
            <a:r>
              <a:rPr sz="2400" b="1" dirty="0">
                <a:latin typeface="Calibri"/>
                <a:cs typeface="Calibri"/>
              </a:rPr>
              <a:t>6.</a:t>
            </a:r>
            <a:r>
              <a:rPr sz="2400" b="1" spc="-70" dirty="0">
                <a:latin typeface="Calibri"/>
                <a:cs typeface="Calibri"/>
              </a:rPr>
              <a:t> </a:t>
            </a:r>
            <a:r>
              <a:rPr sz="2400" b="1" dirty="0">
                <a:latin typeface="Calibri"/>
                <a:cs typeface="Calibri"/>
              </a:rPr>
              <a:t>Image</a:t>
            </a:r>
            <a:r>
              <a:rPr sz="2400" b="1" spc="-20" dirty="0">
                <a:latin typeface="Calibri"/>
                <a:cs typeface="Calibri"/>
              </a:rPr>
              <a:t> </a:t>
            </a:r>
            <a:r>
              <a:rPr sz="2400" b="1" spc="-10" dirty="0">
                <a:latin typeface="Calibri"/>
                <a:cs typeface="Calibri"/>
              </a:rPr>
              <a:t>Displays</a:t>
            </a:r>
            <a:endParaRPr sz="2400">
              <a:latin typeface="Calibri"/>
              <a:cs typeface="Calibri"/>
            </a:endParaRPr>
          </a:p>
          <a:p>
            <a:pPr marL="527685" marR="5080">
              <a:lnSpc>
                <a:spcPct val="100000"/>
              </a:lnSpc>
              <a:spcBef>
                <a:spcPts val="580"/>
              </a:spcBef>
            </a:pPr>
            <a:r>
              <a:rPr sz="2400" dirty="0">
                <a:latin typeface="Calibri"/>
                <a:cs typeface="Calibri"/>
              </a:rPr>
              <a:t>The</a:t>
            </a:r>
            <a:r>
              <a:rPr sz="2400" spc="-60" dirty="0">
                <a:latin typeface="Calibri"/>
                <a:cs typeface="Calibri"/>
              </a:rPr>
              <a:t> </a:t>
            </a:r>
            <a:r>
              <a:rPr sz="2400" dirty="0">
                <a:latin typeface="Calibri"/>
                <a:cs typeface="Calibri"/>
              </a:rPr>
              <a:t>displays</a:t>
            </a:r>
            <a:r>
              <a:rPr sz="2400" spc="-60" dirty="0">
                <a:latin typeface="Calibri"/>
                <a:cs typeface="Calibri"/>
              </a:rPr>
              <a:t> </a:t>
            </a:r>
            <a:r>
              <a:rPr sz="2400" dirty="0">
                <a:latin typeface="Calibri"/>
                <a:cs typeface="Calibri"/>
              </a:rPr>
              <a:t>in</a:t>
            </a:r>
            <a:r>
              <a:rPr sz="2400" spc="-55" dirty="0">
                <a:latin typeface="Calibri"/>
                <a:cs typeface="Calibri"/>
              </a:rPr>
              <a:t> </a:t>
            </a:r>
            <a:r>
              <a:rPr sz="2400" dirty="0">
                <a:latin typeface="Calibri"/>
                <a:cs typeface="Calibri"/>
              </a:rPr>
              <a:t>use</a:t>
            </a:r>
            <a:r>
              <a:rPr sz="2400" spc="-55" dirty="0">
                <a:latin typeface="Calibri"/>
                <a:cs typeface="Calibri"/>
              </a:rPr>
              <a:t> </a:t>
            </a:r>
            <a:r>
              <a:rPr sz="2400" dirty="0">
                <a:latin typeface="Calibri"/>
                <a:cs typeface="Calibri"/>
              </a:rPr>
              <a:t>today</a:t>
            </a:r>
            <a:r>
              <a:rPr sz="2400" spc="-85" dirty="0">
                <a:latin typeface="Calibri"/>
                <a:cs typeface="Calibri"/>
              </a:rPr>
              <a:t> </a:t>
            </a:r>
            <a:r>
              <a:rPr sz="2400" dirty="0">
                <a:latin typeface="Calibri"/>
                <a:cs typeface="Calibri"/>
              </a:rPr>
              <a:t>are</a:t>
            </a:r>
            <a:r>
              <a:rPr sz="2400" spc="-55" dirty="0">
                <a:latin typeface="Calibri"/>
                <a:cs typeface="Calibri"/>
              </a:rPr>
              <a:t> </a:t>
            </a:r>
            <a:r>
              <a:rPr sz="2400" dirty="0">
                <a:latin typeface="Calibri"/>
                <a:cs typeface="Calibri"/>
              </a:rPr>
              <a:t>mainly</a:t>
            </a:r>
            <a:r>
              <a:rPr sz="2400" spc="-65" dirty="0">
                <a:latin typeface="Calibri"/>
                <a:cs typeface="Calibri"/>
              </a:rPr>
              <a:t> </a:t>
            </a:r>
            <a:r>
              <a:rPr sz="2400" dirty="0">
                <a:latin typeface="Calibri"/>
                <a:cs typeface="Calibri"/>
              </a:rPr>
              <a:t>color</a:t>
            </a:r>
            <a:r>
              <a:rPr sz="2400" spc="-60" dirty="0">
                <a:latin typeface="Calibri"/>
                <a:cs typeface="Calibri"/>
              </a:rPr>
              <a:t> </a:t>
            </a:r>
            <a:r>
              <a:rPr sz="2400" spc="-10" dirty="0">
                <a:latin typeface="Calibri"/>
                <a:cs typeface="Calibri"/>
              </a:rPr>
              <a:t>(preferably </a:t>
            </a:r>
            <a:r>
              <a:rPr sz="2400" dirty="0">
                <a:latin typeface="Calibri"/>
                <a:cs typeface="Calibri"/>
              </a:rPr>
              <a:t>flat</a:t>
            </a:r>
            <a:r>
              <a:rPr sz="2400" spc="-65" dirty="0">
                <a:latin typeface="Calibri"/>
                <a:cs typeface="Calibri"/>
              </a:rPr>
              <a:t> </a:t>
            </a:r>
            <a:r>
              <a:rPr sz="2400" dirty="0">
                <a:latin typeface="Calibri"/>
                <a:cs typeface="Calibri"/>
              </a:rPr>
              <a:t>screen)</a:t>
            </a:r>
            <a:r>
              <a:rPr sz="2400" spc="-60" dirty="0">
                <a:latin typeface="Calibri"/>
                <a:cs typeface="Calibri"/>
              </a:rPr>
              <a:t> </a:t>
            </a:r>
            <a:r>
              <a:rPr sz="2400" dirty="0">
                <a:latin typeface="Calibri"/>
                <a:cs typeface="Calibri"/>
              </a:rPr>
              <a:t>TV</a:t>
            </a:r>
            <a:r>
              <a:rPr sz="2400" spc="-30" dirty="0">
                <a:latin typeface="Calibri"/>
                <a:cs typeface="Calibri"/>
              </a:rPr>
              <a:t> </a:t>
            </a:r>
            <a:r>
              <a:rPr sz="2400" spc="-10" dirty="0">
                <a:latin typeface="Calibri"/>
                <a:cs typeface="Calibri"/>
              </a:rPr>
              <a:t>monitors.</a:t>
            </a:r>
            <a:r>
              <a:rPr sz="2400" spc="-105" dirty="0">
                <a:latin typeface="Calibri"/>
                <a:cs typeface="Calibri"/>
              </a:rPr>
              <a:t> </a:t>
            </a:r>
            <a:r>
              <a:rPr sz="2400" dirty="0">
                <a:latin typeface="Calibri"/>
                <a:cs typeface="Calibri"/>
              </a:rPr>
              <a:t>Monitors</a:t>
            </a:r>
            <a:r>
              <a:rPr sz="2400" spc="-105" dirty="0">
                <a:latin typeface="Calibri"/>
                <a:cs typeface="Calibri"/>
              </a:rPr>
              <a:t> </a:t>
            </a:r>
            <a:r>
              <a:rPr sz="2400" dirty="0">
                <a:latin typeface="Calibri"/>
                <a:cs typeface="Calibri"/>
              </a:rPr>
              <a:t>are</a:t>
            </a:r>
            <a:r>
              <a:rPr sz="2400" spc="-45" dirty="0">
                <a:latin typeface="Calibri"/>
                <a:cs typeface="Calibri"/>
              </a:rPr>
              <a:t> </a:t>
            </a:r>
            <a:r>
              <a:rPr sz="2400" dirty="0">
                <a:latin typeface="Calibri"/>
                <a:cs typeface="Calibri"/>
              </a:rPr>
              <a:t>driven</a:t>
            </a:r>
            <a:r>
              <a:rPr sz="2400" spc="-35" dirty="0">
                <a:latin typeface="Calibri"/>
                <a:cs typeface="Calibri"/>
              </a:rPr>
              <a:t> </a:t>
            </a:r>
            <a:r>
              <a:rPr sz="2400" dirty="0">
                <a:latin typeface="Calibri"/>
                <a:cs typeface="Calibri"/>
              </a:rPr>
              <a:t>by</a:t>
            </a:r>
            <a:r>
              <a:rPr sz="2400" spc="-70" dirty="0">
                <a:latin typeface="Calibri"/>
                <a:cs typeface="Calibri"/>
              </a:rPr>
              <a:t> </a:t>
            </a:r>
            <a:r>
              <a:rPr sz="2400" spc="-25" dirty="0">
                <a:latin typeface="Calibri"/>
                <a:cs typeface="Calibri"/>
              </a:rPr>
              <a:t>the </a:t>
            </a:r>
            <a:r>
              <a:rPr sz="2400" dirty="0">
                <a:latin typeface="Calibri"/>
                <a:cs typeface="Calibri"/>
              </a:rPr>
              <a:t>outputs</a:t>
            </a:r>
            <a:r>
              <a:rPr sz="2400" spc="-105" dirty="0">
                <a:latin typeface="Calibri"/>
                <a:cs typeface="Calibri"/>
              </a:rPr>
              <a:t> </a:t>
            </a:r>
            <a:r>
              <a:rPr sz="2400" dirty="0">
                <a:latin typeface="Calibri"/>
                <a:cs typeface="Calibri"/>
              </a:rPr>
              <a:t>of</a:t>
            </a:r>
            <a:r>
              <a:rPr sz="2400" spc="-65"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image</a:t>
            </a:r>
            <a:r>
              <a:rPr sz="2400" spc="-45" dirty="0">
                <a:latin typeface="Calibri"/>
                <a:cs typeface="Calibri"/>
              </a:rPr>
              <a:t> </a:t>
            </a:r>
            <a:r>
              <a:rPr sz="2400" dirty="0">
                <a:latin typeface="Calibri"/>
                <a:cs typeface="Calibri"/>
              </a:rPr>
              <a:t>and</a:t>
            </a:r>
            <a:r>
              <a:rPr sz="2400" spc="-65" dirty="0">
                <a:latin typeface="Calibri"/>
                <a:cs typeface="Calibri"/>
              </a:rPr>
              <a:t> </a:t>
            </a:r>
            <a:r>
              <a:rPr sz="2400" dirty="0">
                <a:latin typeface="Calibri"/>
                <a:cs typeface="Calibri"/>
              </a:rPr>
              <a:t>graphics</a:t>
            </a:r>
            <a:r>
              <a:rPr sz="2400" spc="-55" dirty="0">
                <a:latin typeface="Calibri"/>
                <a:cs typeface="Calibri"/>
              </a:rPr>
              <a:t> </a:t>
            </a:r>
            <a:r>
              <a:rPr sz="2400" dirty="0">
                <a:latin typeface="Calibri"/>
                <a:cs typeface="Calibri"/>
              </a:rPr>
              <a:t>display</a:t>
            </a:r>
            <a:r>
              <a:rPr sz="2400" spc="-80" dirty="0">
                <a:latin typeface="Calibri"/>
                <a:cs typeface="Calibri"/>
              </a:rPr>
              <a:t> </a:t>
            </a:r>
            <a:r>
              <a:rPr sz="2400" dirty="0">
                <a:latin typeface="Calibri"/>
                <a:cs typeface="Calibri"/>
              </a:rPr>
              <a:t>cards</a:t>
            </a:r>
            <a:r>
              <a:rPr sz="2400" spc="-55" dirty="0">
                <a:latin typeface="Calibri"/>
                <a:cs typeface="Calibri"/>
              </a:rPr>
              <a:t> </a:t>
            </a:r>
            <a:r>
              <a:rPr sz="2400" spc="-20" dirty="0">
                <a:latin typeface="Calibri"/>
                <a:cs typeface="Calibri"/>
              </a:rPr>
              <a:t>that </a:t>
            </a:r>
            <a:r>
              <a:rPr sz="2400" dirty="0">
                <a:latin typeface="Calibri"/>
                <a:cs typeface="Calibri"/>
              </a:rPr>
              <a:t>are</a:t>
            </a:r>
            <a:r>
              <a:rPr sz="2400" spc="-50" dirty="0">
                <a:latin typeface="Calibri"/>
                <a:cs typeface="Calibri"/>
              </a:rPr>
              <a:t> </a:t>
            </a:r>
            <a:r>
              <a:rPr sz="2400" dirty="0">
                <a:latin typeface="Calibri"/>
                <a:cs typeface="Calibri"/>
              </a:rPr>
              <a:t>an</a:t>
            </a:r>
            <a:r>
              <a:rPr sz="2400" spc="-35" dirty="0">
                <a:latin typeface="Calibri"/>
                <a:cs typeface="Calibri"/>
              </a:rPr>
              <a:t> </a:t>
            </a:r>
            <a:r>
              <a:rPr sz="2400" dirty="0">
                <a:latin typeface="Calibri"/>
                <a:cs typeface="Calibri"/>
              </a:rPr>
              <a:t>integral</a:t>
            </a:r>
            <a:r>
              <a:rPr sz="2400" spc="-65" dirty="0">
                <a:latin typeface="Calibri"/>
                <a:cs typeface="Calibri"/>
              </a:rPr>
              <a:t> </a:t>
            </a:r>
            <a:r>
              <a:rPr sz="2400" dirty="0">
                <a:latin typeface="Calibri"/>
                <a:cs typeface="Calibri"/>
              </a:rPr>
              <a:t>part</a:t>
            </a:r>
            <a:r>
              <a:rPr sz="2400" spc="-50" dirty="0">
                <a:latin typeface="Calibri"/>
                <a:cs typeface="Calibri"/>
              </a:rPr>
              <a:t> </a:t>
            </a:r>
            <a:r>
              <a:rPr sz="2400" dirty="0">
                <a:latin typeface="Calibri"/>
                <a:cs typeface="Calibri"/>
              </a:rPr>
              <a:t>of</a:t>
            </a:r>
            <a:r>
              <a:rPr sz="2400" spc="-60" dirty="0">
                <a:latin typeface="Calibri"/>
                <a:cs typeface="Calibri"/>
              </a:rPr>
              <a:t> </a:t>
            </a:r>
            <a:r>
              <a:rPr sz="2400" dirty="0">
                <a:latin typeface="Calibri"/>
                <a:cs typeface="Calibri"/>
              </a:rPr>
              <a:t>a</a:t>
            </a:r>
            <a:r>
              <a:rPr sz="2400" spc="-20" dirty="0">
                <a:latin typeface="Calibri"/>
                <a:cs typeface="Calibri"/>
              </a:rPr>
              <a:t> </a:t>
            </a:r>
            <a:r>
              <a:rPr sz="2400" dirty="0">
                <a:latin typeface="Calibri"/>
                <a:cs typeface="Calibri"/>
              </a:rPr>
              <a:t>computer</a:t>
            </a:r>
            <a:r>
              <a:rPr sz="2400" spc="-85" dirty="0">
                <a:latin typeface="Calibri"/>
                <a:cs typeface="Calibri"/>
              </a:rPr>
              <a:t> </a:t>
            </a:r>
            <a:r>
              <a:rPr sz="2400" spc="-10" dirty="0">
                <a:latin typeface="Calibri"/>
                <a:cs typeface="Calibri"/>
              </a:rPr>
              <a:t>system.</a:t>
            </a:r>
            <a:endParaRPr sz="2400">
              <a:latin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8462" rIns="0" bIns="0" rtlCol="0">
            <a:spAutoFit/>
          </a:bodyPr>
          <a:lstStyle/>
          <a:p>
            <a:pPr marL="3176905" marR="5080" indent="-3006725">
              <a:lnSpc>
                <a:spcPct val="100000"/>
              </a:lnSpc>
              <a:spcBef>
                <a:spcPts val="110"/>
              </a:spcBef>
            </a:pPr>
            <a:r>
              <a:rPr sz="4000" dirty="0"/>
              <a:t>Components</a:t>
            </a:r>
            <a:r>
              <a:rPr sz="4000" spc="-65" dirty="0"/>
              <a:t> </a:t>
            </a:r>
            <a:r>
              <a:rPr sz="4000" dirty="0"/>
              <a:t>of</a:t>
            </a:r>
            <a:r>
              <a:rPr sz="4000" spc="-50" dirty="0"/>
              <a:t> </a:t>
            </a:r>
            <a:r>
              <a:rPr sz="4000" dirty="0"/>
              <a:t>an</a:t>
            </a:r>
            <a:r>
              <a:rPr sz="4000" spc="-50" dirty="0"/>
              <a:t> </a:t>
            </a:r>
            <a:r>
              <a:rPr sz="4000" dirty="0"/>
              <a:t>Image</a:t>
            </a:r>
            <a:r>
              <a:rPr sz="4000" spc="-50" dirty="0"/>
              <a:t> </a:t>
            </a:r>
            <a:r>
              <a:rPr sz="4000" spc="-10" dirty="0"/>
              <a:t>Processing System</a:t>
            </a:r>
            <a:endParaRPr sz="4000"/>
          </a:p>
        </p:txBody>
      </p:sp>
      <p:sp>
        <p:nvSpPr>
          <p:cNvPr id="3" name="object 3"/>
          <p:cNvSpPr txBox="1">
            <a:spLocks noGrp="1"/>
          </p:cNvSpPr>
          <p:nvPr>
            <p:ph type="body" idx="1"/>
          </p:nvPr>
        </p:nvSpPr>
        <p:spPr>
          <a:prstGeom prst="rect">
            <a:avLst/>
          </a:prstGeom>
        </p:spPr>
        <p:txBody>
          <a:bodyPr vert="horz" wrap="square" lIns="0" tIns="236636" rIns="0" bIns="0" rtlCol="0">
            <a:spAutoFit/>
          </a:bodyPr>
          <a:lstStyle/>
          <a:p>
            <a:pPr marL="896619">
              <a:lnSpc>
                <a:spcPct val="100000"/>
              </a:lnSpc>
              <a:spcBef>
                <a:spcPts val="869"/>
              </a:spcBef>
            </a:pPr>
            <a:r>
              <a:rPr b="1" dirty="0">
                <a:latin typeface="Calibri"/>
                <a:cs typeface="Calibri"/>
              </a:rPr>
              <a:t>7.</a:t>
            </a:r>
            <a:r>
              <a:rPr b="1" spc="-125" dirty="0">
                <a:latin typeface="Calibri"/>
                <a:cs typeface="Calibri"/>
              </a:rPr>
              <a:t> </a:t>
            </a:r>
            <a:r>
              <a:rPr b="1" dirty="0">
                <a:latin typeface="Calibri"/>
                <a:cs typeface="Calibri"/>
              </a:rPr>
              <a:t>Hardcopy</a:t>
            </a:r>
            <a:r>
              <a:rPr b="1" spc="-90" dirty="0">
                <a:latin typeface="Calibri"/>
                <a:cs typeface="Calibri"/>
              </a:rPr>
              <a:t> </a:t>
            </a:r>
            <a:r>
              <a:rPr b="1" spc="-10" dirty="0">
                <a:latin typeface="Calibri"/>
                <a:cs typeface="Calibri"/>
              </a:rPr>
              <a:t>devices</a:t>
            </a:r>
          </a:p>
          <a:p>
            <a:pPr marL="1411605" marR="5080">
              <a:lnSpc>
                <a:spcPct val="100000"/>
              </a:lnSpc>
              <a:spcBef>
                <a:spcPts val="770"/>
              </a:spcBef>
            </a:pPr>
            <a:r>
              <a:rPr dirty="0"/>
              <a:t>Used</a:t>
            </a:r>
            <a:r>
              <a:rPr spc="-85" dirty="0"/>
              <a:t> </a:t>
            </a:r>
            <a:r>
              <a:rPr dirty="0"/>
              <a:t>for</a:t>
            </a:r>
            <a:r>
              <a:rPr spc="-95" dirty="0"/>
              <a:t> </a:t>
            </a:r>
            <a:r>
              <a:rPr spc="-10" dirty="0"/>
              <a:t>recording</a:t>
            </a:r>
            <a:r>
              <a:rPr spc="-55" dirty="0"/>
              <a:t> </a:t>
            </a:r>
            <a:r>
              <a:rPr dirty="0"/>
              <a:t>images,</a:t>
            </a:r>
            <a:r>
              <a:rPr spc="-90" dirty="0"/>
              <a:t> </a:t>
            </a:r>
            <a:r>
              <a:rPr dirty="0"/>
              <a:t>include</a:t>
            </a:r>
            <a:r>
              <a:rPr spc="-80" dirty="0"/>
              <a:t> </a:t>
            </a:r>
            <a:r>
              <a:rPr spc="-10" dirty="0"/>
              <a:t>laser printers,</a:t>
            </a:r>
            <a:r>
              <a:rPr spc="-75" dirty="0"/>
              <a:t> </a:t>
            </a:r>
            <a:r>
              <a:rPr dirty="0"/>
              <a:t>film</a:t>
            </a:r>
            <a:r>
              <a:rPr spc="-90" dirty="0"/>
              <a:t> </a:t>
            </a:r>
            <a:r>
              <a:rPr spc="-10" dirty="0"/>
              <a:t>cameras,</a:t>
            </a:r>
            <a:r>
              <a:rPr spc="-50" dirty="0"/>
              <a:t> </a:t>
            </a:r>
            <a:r>
              <a:rPr spc="-20" dirty="0"/>
              <a:t>heat-</a:t>
            </a:r>
            <a:r>
              <a:rPr spc="-10" dirty="0"/>
              <a:t>sensitive </a:t>
            </a:r>
            <a:r>
              <a:rPr dirty="0"/>
              <a:t>devices,</a:t>
            </a:r>
            <a:r>
              <a:rPr spc="-60" dirty="0"/>
              <a:t> </a:t>
            </a:r>
            <a:r>
              <a:rPr dirty="0"/>
              <a:t>inkjet</a:t>
            </a:r>
            <a:r>
              <a:rPr spc="-65" dirty="0"/>
              <a:t> </a:t>
            </a:r>
            <a:r>
              <a:rPr dirty="0"/>
              <a:t>units</a:t>
            </a:r>
            <a:r>
              <a:rPr spc="-85" dirty="0"/>
              <a:t> </a:t>
            </a:r>
            <a:r>
              <a:rPr dirty="0"/>
              <a:t>and</a:t>
            </a:r>
            <a:r>
              <a:rPr spc="-70" dirty="0"/>
              <a:t> </a:t>
            </a:r>
            <a:r>
              <a:rPr dirty="0"/>
              <a:t>digital</a:t>
            </a:r>
            <a:r>
              <a:rPr spc="-75" dirty="0"/>
              <a:t> </a:t>
            </a:r>
            <a:r>
              <a:rPr spc="-10" dirty="0"/>
              <a:t>units, </a:t>
            </a:r>
            <a:r>
              <a:rPr dirty="0"/>
              <a:t>such</a:t>
            </a:r>
            <a:r>
              <a:rPr spc="-75" dirty="0"/>
              <a:t> </a:t>
            </a:r>
            <a:r>
              <a:rPr dirty="0"/>
              <a:t>as</a:t>
            </a:r>
            <a:r>
              <a:rPr spc="-65" dirty="0"/>
              <a:t> </a:t>
            </a:r>
            <a:r>
              <a:rPr dirty="0"/>
              <a:t>optical</a:t>
            </a:r>
            <a:r>
              <a:rPr spc="-75" dirty="0"/>
              <a:t> </a:t>
            </a:r>
            <a:r>
              <a:rPr dirty="0"/>
              <a:t>and</a:t>
            </a:r>
            <a:r>
              <a:rPr spc="-65" dirty="0"/>
              <a:t> </a:t>
            </a:r>
            <a:r>
              <a:rPr spc="-10" dirty="0"/>
              <a:t>CD-</a:t>
            </a:r>
            <a:r>
              <a:rPr dirty="0"/>
              <a:t>Rom</a:t>
            </a:r>
            <a:r>
              <a:rPr spc="-60" dirty="0"/>
              <a:t> </a:t>
            </a:r>
            <a:r>
              <a:rPr spc="-10" dirty="0"/>
              <a:t>disks.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8462" rIns="0" bIns="0" rtlCol="0">
            <a:spAutoFit/>
          </a:bodyPr>
          <a:lstStyle/>
          <a:p>
            <a:pPr marL="3176905" marR="5080" indent="-3006725">
              <a:lnSpc>
                <a:spcPct val="100000"/>
              </a:lnSpc>
              <a:spcBef>
                <a:spcPts val="110"/>
              </a:spcBef>
            </a:pPr>
            <a:r>
              <a:rPr sz="4000" dirty="0"/>
              <a:t>Components</a:t>
            </a:r>
            <a:r>
              <a:rPr sz="4000" spc="-65" dirty="0"/>
              <a:t> </a:t>
            </a:r>
            <a:r>
              <a:rPr sz="4000" dirty="0"/>
              <a:t>of</a:t>
            </a:r>
            <a:r>
              <a:rPr sz="4000" spc="-50" dirty="0"/>
              <a:t> </a:t>
            </a:r>
            <a:r>
              <a:rPr sz="4000" dirty="0"/>
              <a:t>an</a:t>
            </a:r>
            <a:r>
              <a:rPr sz="4000" spc="-50" dirty="0"/>
              <a:t> </a:t>
            </a:r>
            <a:r>
              <a:rPr sz="4000" dirty="0"/>
              <a:t>Image</a:t>
            </a:r>
            <a:r>
              <a:rPr sz="4000" spc="-50" dirty="0"/>
              <a:t> </a:t>
            </a:r>
            <a:r>
              <a:rPr sz="4000" spc="-10" dirty="0"/>
              <a:t>Processing System</a:t>
            </a:r>
            <a:endParaRPr sz="4000"/>
          </a:p>
        </p:txBody>
      </p:sp>
      <p:sp>
        <p:nvSpPr>
          <p:cNvPr id="3" name="object 3"/>
          <p:cNvSpPr txBox="1"/>
          <p:nvPr/>
        </p:nvSpPr>
        <p:spPr>
          <a:xfrm>
            <a:off x="536244" y="1475907"/>
            <a:ext cx="8078470" cy="4356735"/>
          </a:xfrm>
          <a:prstGeom prst="rect">
            <a:avLst/>
          </a:prstGeom>
        </p:spPr>
        <p:txBody>
          <a:bodyPr vert="horz" wrap="square" lIns="0" tIns="145415" rIns="0" bIns="0" rtlCol="0">
            <a:spAutoFit/>
          </a:bodyPr>
          <a:lstStyle/>
          <a:p>
            <a:pPr marL="12700" algn="just">
              <a:lnSpc>
                <a:spcPct val="100000"/>
              </a:lnSpc>
              <a:spcBef>
                <a:spcPts val="1145"/>
              </a:spcBef>
            </a:pPr>
            <a:r>
              <a:rPr sz="3200" b="1" dirty="0">
                <a:latin typeface="Calibri"/>
                <a:cs typeface="Calibri"/>
              </a:rPr>
              <a:t>8.</a:t>
            </a:r>
            <a:r>
              <a:rPr sz="3200" b="1" spc="-35" dirty="0">
                <a:latin typeface="Calibri"/>
                <a:cs typeface="Calibri"/>
              </a:rPr>
              <a:t> </a:t>
            </a:r>
            <a:r>
              <a:rPr sz="3200" b="1" spc="-10" dirty="0">
                <a:latin typeface="Calibri"/>
                <a:cs typeface="Calibri"/>
              </a:rPr>
              <a:t>Networking</a:t>
            </a:r>
            <a:endParaRPr sz="3200">
              <a:latin typeface="Calibri"/>
              <a:cs typeface="Calibri"/>
            </a:endParaRPr>
          </a:p>
          <a:p>
            <a:pPr marL="527685" marR="7620" algn="just">
              <a:lnSpc>
                <a:spcPct val="100499"/>
              </a:lnSpc>
              <a:spcBef>
                <a:spcPts val="915"/>
              </a:spcBef>
            </a:pPr>
            <a:r>
              <a:rPr sz="2800" dirty="0">
                <a:latin typeface="Calibri"/>
                <a:cs typeface="Calibri"/>
              </a:rPr>
              <a:t>Is</a:t>
            </a:r>
            <a:r>
              <a:rPr sz="2800" spc="-55" dirty="0">
                <a:latin typeface="Calibri"/>
                <a:cs typeface="Calibri"/>
              </a:rPr>
              <a:t> </a:t>
            </a:r>
            <a:r>
              <a:rPr sz="2800" dirty="0">
                <a:latin typeface="Calibri"/>
                <a:cs typeface="Calibri"/>
              </a:rPr>
              <a:t>almost</a:t>
            </a:r>
            <a:r>
              <a:rPr sz="2800" spc="-55" dirty="0">
                <a:latin typeface="Calibri"/>
                <a:cs typeface="Calibri"/>
              </a:rPr>
              <a:t> </a:t>
            </a:r>
            <a:r>
              <a:rPr sz="2800" dirty="0">
                <a:latin typeface="Calibri"/>
                <a:cs typeface="Calibri"/>
              </a:rPr>
              <a:t>a</a:t>
            </a:r>
            <a:r>
              <a:rPr sz="2800" spc="-60" dirty="0">
                <a:latin typeface="Calibri"/>
                <a:cs typeface="Calibri"/>
              </a:rPr>
              <a:t> </a:t>
            </a:r>
            <a:r>
              <a:rPr sz="2800" dirty="0">
                <a:latin typeface="Calibri"/>
                <a:cs typeface="Calibri"/>
              </a:rPr>
              <a:t>default</a:t>
            </a:r>
            <a:r>
              <a:rPr sz="2800" spc="-55" dirty="0">
                <a:latin typeface="Calibri"/>
                <a:cs typeface="Calibri"/>
              </a:rPr>
              <a:t> </a:t>
            </a:r>
            <a:r>
              <a:rPr sz="2800" dirty="0">
                <a:latin typeface="Calibri"/>
                <a:cs typeface="Calibri"/>
              </a:rPr>
              <a:t>function</a:t>
            </a:r>
            <a:r>
              <a:rPr sz="2800" spc="-65" dirty="0">
                <a:latin typeface="Calibri"/>
                <a:cs typeface="Calibri"/>
              </a:rPr>
              <a:t> </a:t>
            </a:r>
            <a:r>
              <a:rPr sz="2800" dirty="0">
                <a:latin typeface="Calibri"/>
                <a:cs typeface="Calibri"/>
              </a:rPr>
              <a:t>in</a:t>
            </a:r>
            <a:r>
              <a:rPr sz="2800" spc="-40" dirty="0">
                <a:latin typeface="Calibri"/>
                <a:cs typeface="Calibri"/>
              </a:rPr>
              <a:t> </a:t>
            </a:r>
            <a:r>
              <a:rPr sz="2800" dirty="0">
                <a:latin typeface="Calibri"/>
                <a:cs typeface="Calibri"/>
              </a:rPr>
              <a:t>any</a:t>
            </a:r>
            <a:r>
              <a:rPr sz="2800" spc="-35" dirty="0">
                <a:latin typeface="Calibri"/>
                <a:cs typeface="Calibri"/>
              </a:rPr>
              <a:t> </a:t>
            </a:r>
            <a:r>
              <a:rPr sz="2800" dirty="0">
                <a:latin typeface="Calibri"/>
                <a:cs typeface="Calibri"/>
              </a:rPr>
              <a:t>computer</a:t>
            </a:r>
            <a:r>
              <a:rPr sz="2800" spc="-45" dirty="0">
                <a:latin typeface="Calibri"/>
                <a:cs typeface="Calibri"/>
              </a:rPr>
              <a:t> </a:t>
            </a:r>
            <a:r>
              <a:rPr sz="2800" spc="-10" dirty="0">
                <a:latin typeface="Calibri"/>
                <a:cs typeface="Calibri"/>
              </a:rPr>
              <a:t>system, </a:t>
            </a:r>
            <a:r>
              <a:rPr sz="2800" dirty="0">
                <a:latin typeface="Calibri"/>
                <a:cs typeface="Calibri"/>
              </a:rPr>
              <a:t>in</a:t>
            </a:r>
            <a:r>
              <a:rPr sz="2800" spc="285" dirty="0">
                <a:latin typeface="Calibri"/>
                <a:cs typeface="Calibri"/>
              </a:rPr>
              <a:t> </a:t>
            </a:r>
            <a:r>
              <a:rPr sz="2800" dirty="0">
                <a:latin typeface="Calibri"/>
                <a:cs typeface="Calibri"/>
              </a:rPr>
              <a:t>use</a:t>
            </a:r>
            <a:r>
              <a:rPr sz="2800" spc="290" dirty="0">
                <a:latin typeface="Calibri"/>
                <a:cs typeface="Calibri"/>
              </a:rPr>
              <a:t> </a:t>
            </a:r>
            <a:r>
              <a:rPr sz="2800" dirty="0">
                <a:latin typeface="Calibri"/>
                <a:cs typeface="Calibri"/>
              </a:rPr>
              <a:t>today.</a:t>
            </a:r>
            <a:r>
              <a:rPr sz="2800" spc="305" dirty="0">
                <a:latin typeface="Calibri"/>
                <a:cs typeface="Calibri"/>
              </a:rPr>
              <a:t> </a:t>
            </a:r>
            <a:r>
              <a:rPr sz="2800" dirty="0">
                <a:latin typeface="Calibri"/>
                <a:cs typeface="Calibri"/>
              </a:rPr>
              <a:t>Because</a:t>
            </a:r>
            <a:r>
              <a:rPr sz="2800" spc="295" dirty="0">
                <a:latin typeface="Calibri"/>
                <a:cs typeface="Calibri"/>
              </a:rPr>
              <a:t> </a:t>
            </a:r>
            <a:r>
              <a:rPr sz="2800" dirty="0">
                <a:latin typeface="Calibri"/>
                <a:cs typeface="Calibri"/>
              </a:rPr>
              <a:t>of</a:t>
            </a:r>
            <a:r>
              <a:rPr sz="2800" spc="300" dirty="0">
                <a:latin typeface="Calibri"/>
                <a:cs typeface="Calibri"/>
              </a:rPr>
              <a:t> </a:t>
            </a:r>
            <a:r>
              <a:rPr sz="2800" dirty="0">
                <a:latin typeface="Calibri"/>
                <a:cs typeface="Calibri"/>
              </a:rPr>
              <a:t>the</a:t>
            </a:r>
            <a:r>
              <a:rPr sz="2800" spc="285" dirty="0">
                <a:latin typeface="Calibri"/>
                <a:cs typeface="Calibri"/>
              </a:rPr>
              <a:t> </a:t>
            </a:r>
            <a:r>
              <a:rPr sz="2800" dirty="0">
                <a:latin typeface="Calibri"/>
                <a:cs typeface="Calibri"/>
              </a:rPr>
              <a:t>large</a:t>
            </a:r>
            <a:r>
              <a:rPr sz="2800" spc="290" dirty="0">
                <a:latin typeface="Calibri"/>
                <a:cs typeface="Calibri"/>
              </a:rPr>
              <a:t> </a:t>
            </a:r>
            <a:r>
              <a:rPr sz="2800" dirty="0">
                <a:latin typeface="Calibri"/>
                <a:cs typeface="Calibri"/>
              </a:rPr>
              <a:t>amount</a:t>
            </a:r>
            <a:r>
              <a:rPr sz="2800" spc="290" dirty="0">
                <a:latin typeface="Calibri"/>
                <a:cs typeface="Calibri"/>
              </a:rPr>
              <a:t> </a:t>
            </a:r>
            <a:r>
              <a:rPr sz="2800" dirty="0">
                <a:latin typeface="Calibri"/>
                <a:cs typeface="Calibri"/>
              </a:rPr>
              <a:t>of</a:t>
            </a:r>
            <a:r>
              <a:rPr sz="2800" spc="295" dirty="0">
                <a:latin typeface="Calibri"/>
                <a:cs typeface="Calibri"/>
              </a:rPr>
              <a:t> </a:t>
            </a:r>
            <a:r>
              <a:rPr sz="2800" spc="-20" dirty="0">
                <a:latin typeface="Calibri"/>
                <a:cs typeface="Calibri"/>
              </a:rPr>
              <a:t>data </a:t>
            </a:r>
            <a:r>
              <a:rPr sz="2800" dirty="0">
                <a:latin typeface="Calibri"/>
                <a:cs typeface="Calibri"/>
              </a:rPr>
              <a:t>inherent</a:t>
            </a:r>
            <a:r>
              <a:rPr sz="2800" spc="500" dirty="0">
                <a:latin typeface="Calibri"/>
                <a:cs typeface="Calibri"/>
              </a:rPr>
              <a:t> </a:t>
            </a:r>
            <a:r>
              <a:rPr sz="2800" dirty="0">
                <a:latin typeface="Calibri"/>
                <a:cs typeface="Calibri"/>
              </a:rPr>
              <a:t>in</a:t>
            </a:r>
            <a:r>
              <a:rPr sz="2800" spc="490" dirty="0">
                <a:latin typeface="Calibri"/>
                <a:cs typeface="Calibri"/>
              </a:rPr>
              <a:t> </a:t>
            </a:r>
            <a:r>
              <a:rPr sz="2800" dirty="0">
                <a:latin typeface="Calibri"/>
                <a:cs typeface="Calibri"/>
              </a:rPr>
              <a:t>image</a:t>
            </a:r>
            <a:r>
              <a:rPr sz="2800" spc="495" dirty="0">
                <a:latin typeface="Calibri"/>
                <a:cs typeface="Calibri"/>
              </a:rPr>
              <a:t> </a:t>
            </a:r>
            <a:r>
              <a:rPr sz="2800" dirty="0">
                <a:latin typeface="Calibri"/>
                <a:cs typeface="Calibri"/>
              </a:rPr>
              <a:t>processing</a:t>
            </a:r>
            <a:r>
              <a:rPr sz="2800" spc="484" dirty="0">
                <a:latin typeface="Calibri"/>
                <a:cs typeface="Calibri"/>
              </a:rPr>
              <a:t> </a:t>
            </a:r>
            <a:r>
              <a:rPr sz="2800" dirty="0">
                <a:latin typeface="Calibri"/>
                <a:cs typeface="Calibri"/>
              </a:rPr>
              <a:t>applications</a:t>
            </a:r>
            <a:r>
              <a:rPr sz="2800" spc="495" dirty="0">
                <a:latin typeface="Calibri"/>
                <a:cs typeface="Calibri"/>
              </a:rPr>
              <a:t> </a:t>
            </a:r>
            <a:r>
              <a:rPr sz="2800" dirty="0">
                <a:latin typeface="Calibri"/>
                <a:cs typeface="Calibri"/>
              </a:rPr>
              <a:t>the</a:t>
            </a:r>
            <a:r>
              <a:rPr sz="2800" spc="490" dirty="0">
                <a:latin typeface="Calibri"/>
                <a:cs typeface="Calibri"/>
              </a:rPr>
              <a:t> </a:t>
            </a:r>
            <a:r>
              <a:rPr sz="2800" spc="-25" dirty="0">
                <a:latin typeface="Calibri"/>
                <a:cs typeface="Calibri"/>
              </a:rPr>
              <a:t>key </a:t>
            </a:r>
            <a:r>
              <a:rPr sz="2800" spc="-10" dirty="0">
                <a:latin typeface="Calibri"/>
                <a:cs typeface="Calibri"/>
              </a:rPr>
              <a:t>consideration</a:t>
            </a:r>
            <a:r>
              <a:rPr sz="2800" spc="-65" dirty="0">
                <a:latin typeface="Calibri"/>
                <a:cs typeface="Calibri"/>
              </a:rPr>
              <a:t> </a:t>
            </a:r>
            <a:r>
              <a:rPr sz="2800" dirty="0">
                <a:latin typeface="Calibri"/>
                <a:cs typeface="Calibri"/>
              </a:rPr>
              <a:t>in</a:t>
            </a:r>
            <a:r>
              <a:rPr sz="2800" spc="-25" dirty="0">
                <a:latin typeface="Calibri"/>
                <a:cs typeface="Calibri"/>
              </a:rPr>
              <a:t> </a:t>
            </a:r>
            <a:r>
              <a:rPr sz="2800" dirty="0">
                <a:latin typeface="Calibri"/>
                <a:cs typeface="Calibri"/>
              </a:rPr>
              <a:t>image</a:t>
            </a:r>
            <a:r>
              <a:rPr sz="2800" spc="-70" dirty="0">
                <a:latin typeface="Calibri"/>
                <a:cs typeface="Calibri"/>
              </a:rPr>
              <a:t> </a:t>
            </a:r>
            <a:r>
              <a:rPr sz="2800" dirty="0">
                <a:latin typeface="Calibri"/>
                <a:cs typeface="Calibri"/>
              </a:rPr>
              <a:t>transmission</a:t>
            </a:r>
            <a:r>
              <a:rPr sz="2800" spc="-65" dirty="0">
                <a:latin typeface="Calibri"/>
                <a:cs typeface="Calibri"/>
              </a:rPr>
              <a:t> </a:t>
            </a:r>
            <a:r>
              <a:rPr sz="2800" dirty="0">
                <a:latin typeface="Calibri"/>
                <a:cs typeface="Calibri"/>
              </a:rPr>
              <a:t>is</a:t>
            </a:r>
            <a:r>
              <a:rPr sz="2800" spc="-30" dirty="0">
                <a:latin typeface="Calibri"/>
                <a:cs typeface="Calibri"/>
              </a:rPr>
              <a:t> </a:t>
            </a:r>
            <a:r>
              <a:rPr sz="2800" spc="-10" dirty="0">
                <a:latin typeface="Calibri"/>
                <a:cs typeface="Calibri"/>
              </a:rPr>
              <a:t>bandwidth.</a:t>
            </a:r>
            <a:endParaRPr sz="2800">
              <a:latin typeface="Calibri"/>
              <a:cs typeface="Calibri"/>
            </a:endParaRPr>
          </a:p>
          <a:p>
            <a:pPr>
              <a:lnSpc>
                <a:spcPct val="100000"/>
              </a:lnSpc>
              <a:spcBef>
                <a:spcPts val="1285"/>
              </a:spcBef>
            </a:pPr>
            <a:endParaRPr sz="2800">
              <a:latin typeface="Calibri"/>
              <a:cs typeface="Calibri"/>
            </a:endParaRPr>
          </a:p>
          <a:p>
            <a:pPr marL="527685" marR="5080" algn="just">
              <a:lnSpc>
                <a:spcPct val="100000"/>
              </a:lnSpc>
            </a:pPr>
            <a:r>
              <a:rPr sz="2800" dirty="0">
                <a:latin typeface="Calibri"/>
                <a:cs typeface="Calibri"/>
              </a:rPr>
              <a:t>In</a:t>
            </a:r>
            <a:r>
              <a:rPr sz="2800" spc="355" dirty="0">
                <a:latin typeface="Calibri"/>
                <a:cs typeface="Calibri"/>
              </a:rPr>
              <a:t>  </a:t>
            </a:r>
            <a:r>
              <a:rPr sz="2800" dirty="0">
                <a:latin typeface="Calibri"/>
                <a:cs typeface="Calibri"/>
              </a:rPr>
              <a:t>dedicated</a:t>
            </a:r>
            <a:r>
              <a:rPr sz="2800" spc="345" dirty="0">
                <a:latin typeface="Calibri"/>
                <a:cs typeface="Calibri"/>
              </a:rPr>
              <a:t>  </a:t>
            </a:r>
            <a:r>
              <a:rPr sz="2800" dirty="0">
                <a:latin typeface="Calibri"/>
                <a:cs typeface="Calibri"/>
              </a:rPr>
              <a:t>networks,</a:t>
            </a:r>
            <a:r>
              <a:rPr sz="2800" spc="355" dirty="0">
                <a:latin typeface="Calibri"/>
                <a:cs typeface="Calibri"/>
              </a:rPr>
              <a:t>  </a:t>
            </a:r>
            <a:r>
              <a:rPr sz="2800" dirty="0">
                <a:latin typeface="Calibri"/>
                <a:cs typeface="Calibri"/>
              </a:rPr>
              <a:t>this</a:t>
            </a:r>
            <a:r>
              <a:rPr sz="2800" spc="355" dirty="0">
                <a:latin typeface="Calibri"/>
                <a:cs typeface="Calibri"/>
              </a:rPr>
              <a:t>  </a:t>
            </a:r>
            <a:r>
              <a:rPr sz="2800" dirty="0">
                <a:latin typeface="Calibri"/>
                <a:cs typeface="Calibri"/>
              </a:rPr>
              <a:t>typically</a:t>
            </a:r>
            <a:r>
              <a:rPr sz="2800" spc="345" dirty="0">
                <a:latin typeface="Calibri"/>
                <a:cs typeface="Calibri"/>
              </a:rPr>
              <a:t>  </a:t>
            </a:r>
            <a:r>
              <a:rPr sz="2800" dirty="0">
                <a:latin typeface="Calibri"/>
                <a:cs typeface="Calibri"/>
              </a:rPr>
              <a:t>is</a:t>
            </a:r>
            <a:r>
              <a:rPr sz="2800" spc="355" dirty="0">
                <a:latin typeface="Calibri"/>
                <a:cs typeface="Calibri"/>
              </a:rPr>
              <a:t>  </a:t>
            </a:r>
            <a:r>
              <a:rPr sz="2800" dirty="0">
                <a:latin typeface="Calibri"/>
                <a:cs typeface="Calibri"/>
              </a:rPr>
              <a:t>not</a:t>
            </a:r>
            <a:r>
              <a:rPr sz="2800" spc="350" dirty="0">
                <a:latin typeface="Calibri"/>
                <a:cs typeface="Calibri"/>
              </a:rPr>
              <a:t>  </a:t>
            </a:r>
            <a:r>
              <a:rPr sz="2800" spc="-50" dirty="0">
                <a:latin typeface="Calibri"/>
                <a:cs typeface="Calibri"/>
              </a:rPr>
              <a:t>a </a:t>
            </a:r>
            <a:r>
              <a:rPr sz="2800" dirty="0">
                <a:latin typeface="Calibri"/>
                <a:cs typeface="Calibri"/>
              </a:rPr>
              <a:t>problem,</a:t>
            </a:r>
            <a:r>
              <a:rPr sz="2800" spc="30" dirty="0">
                <a:latin typeface="Calibri"/>
                <a:cs typeface="Calibri"/>
              </a:rPr>
              <a:t> </a:t>
            </a:r>
            <a:r>
              <a:rPr sz="2800" dirty="0">
                <a:latin typeface="Calibri"/>
                <a:cs typeface="Calibri"/>
              </a:rPr>
              <a:t>but</a:t>
            </a:r>
            <a:r>
              <a:rPr sz="2800" spc="60" dirty="0">
                <a:latin typeface="Calibri"/>
                <a:cs typeface="Calibri"/>
              </a:rPr>
              <a:t> </a:t>
            </a:r>
            <a:r>
              <a:rPr sz="2800" dirty="0">
                <a:latin typeface="Calibri"/>
                <a:cs typeface="Calibri"/>
              </a:rPr>
              <a:t>communications</a:t>
            </a:r>
            <a:r>
              <a:rPr sz="2800" spc="35" dirty="0">
                <a:latin typeface="Calibri"/>
                <a:cs typeface="Calibri"/>
              </a:rPr>
              <a:t> </a:t>
            </a:r>
            <a:r>
              <a:rPr sz="2800" dirty="0">
                <a:latin typeface="Calibri"/>
                <a:cs typeface="Calibri"/>
              </a:rPr>
              <a:t>with</a:t>
            </a:r>
            <a:r>
              <a:rPr sz="2800" spc="35" dirty="0">
                <a:latin typeface="Calibri"/>
                <a:cs typeface="Calibri"/>
              </a:rPr>
              <a:t> </a:t>
            </a:r>
            <a:r>
              <a:rPr sz="2800" dirty="0">
                <a:latin typeface="Calibri"/>
                <a:cs typeface="Calibri"/>
              </a:rPr>
              <a:t>remote</a:t>
            </a:r>
            <a:r>
              <a:rPr sz="2800" spc="35" dirty="0">
                <a:latin typeface="Calibri"/>
                <a:cs typeface="Calibri"/>
              </a:rPr>
              <a:t> </a:t>
            </a:r>
            <a:r>
              <a:rPr sz="2800" dirty="0">
                <a:latin typeface="Calibri"/>
                <a:cs typeface="Calibri"/>
              </a:rPr>
              <a:t>sites</a:t>
            </a:r>
            <a:r>
              <a:rPr sz="2800" spc="40" dirty="0">
                <a:latin typeface="Calibri"/>
                <a:cs typeface="Calibri"/>
              </a:rPr>
              <a:t> </a:t>
            </a:r>
            <a:r>
              <a:rPr sz="2800" spc="-25" dirty="0">
                <a:latin typeface="Calibri"/>
                <a:cs typeface="Calibri"/>
              </a:rPr>
              <a:t>via </a:t>
            </a:r>
            <a:r>
              <a:rPr sz="2800" dirty="0">
                <a:latin typeface="Calibri"/>
                <a:cs typeface="Calibri"/>
              </a:rPr>
              <a:t>the</a:t>
            </a:r>
            <a:r>
              <a:rPr sz="2800" spc="-45" dirty="0">
                <a:latin typeface="Calibri"/>
                <a:cs typeface="Calibri"/>
              </a:rPr>
              <a:t> </a:t>
            </a:r>
            <a:r>
              <a:rPr sz="2800" dirty="0">
                <a:latin typeface="Calibri"/>
                <a:cs typeface="Calibri"/>
              </a:rPr>
              <a:t>internet</a:t>
            </a:r>
            <a:r>
              <a:rPr sz="2800" spc="-65" dirty="0">
                <a:latin typeface="Calibri"/>
                <a:cs typeface="Calibri"/>
              </a:rPr>
              <a:t> </a:t>
            </a:r>
            <a:r>
              <a:rPr sz="2800" dirty="0">
                <a:latin typeface="Calibri"/>
                <a:cs typeface="Calibri"/>
              </a:rPr>
              <a:t>are</a:t>
            </a:r>
            <a:r>
              <a:rPr sz="2800" spc="-45" dirty="0">
                <a:latin typeface="Calibri"/>
                <a:cs typeface="Calibri"/>
              </a:rPr>
              <a:t> </a:t>
            </a:r>
            <a:r>
              <a:rPr sz="2800" dirty="0">
                <a:latin typeface="Calibri"/>
                <a:cs typeface="Calibri"/>
              </a:rPr>
              <a:t>not</a:t>
            </a:r>
            <a:r>
              <a:rPr sz="2800" spc="-55" dirty="0">
                <a:latin typeface="Calibri"/>
                <a:cs typeface="Calibri"/>
              </a:rPr>
              <a:t> </a:t>
            </a:r>
            <a:r>
              <a:rPr sz="2800" dirty="0">
                <a:latin typeface="Calibri"/>
                <a:cs typeface="Calibri"/>
              </a:rPr>
              <a:t>always</a:t>
            </a:r>
            <a:r>
              <a:rPr sz="2800" spc="-100" dirty="0">
                <a:latin typeface="Calibri"/>
                <a:cs typeface="Calibri"/>
              </a:rPr>
              <a:t> </a:t>
            </a:r>
            <a:r>
              <a:rPr sz="2800" dirty="0">
                <a:latin typeface="Calibri"/>
                <a:cs typeface="Calibri"/>
              </a:rPr>
              <a:t>as</a:t>
            </a:r>
            <a:r>
              <a:rPr sz="2800" spc="-60" dirty="0">
                <a:latin typeface="Calibri"/>
                <a:cs typeface="Calibri"/>
              </a:rPr>
              <a:t> </a:t>
            </a:r>
            <a:r>
              <a:rPr sz="2800" spc="-10" dirty="0">
                <a:latin typeface="Calibri"/>
                <a:cs typeface="Calibri"/>
              </a:rPr>
              <a:t>efficient.</a:t>
            </a:r>
            <a:endParaRPr sz="280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1822" y="55829"/>
            <a:ext cx="8026552" cy="1044824"/>
          </a:xfrm>
          <a:prstGeom prst="rect">
            <a:avLst/>
          </a:prstGeom>
        </p:spPr>
        <p:txBody>
          <a:bodyPr vert="horz" wrap="square" lIns="0" tIns="486079" rIns="0" bIns="0" rtlCol="0">
            <a:spAutoFit/>
          </a:bodyPr>
          <a:lstStyle/>
          <a:p>
            <a:pPr marL="292735">
              <a:lnSpc>
                <a:spcPct val="100000"/>
              </a:lnSpc>
              <a:spcBef>
                <a:spcPts val="100"/>
              </a:spcBef>
            </a:pPr>
            <a:r>
              <a:rPr sz="3600" b="1" dirty="0"/>
              <a:t>Sampling,</a:t>
            </a:r>
            <a:r>
              <a:rPr sz="3600" b="1" spc="-85" dirty="0"/>
              <a:t> </a:t>
            </a:r>
            <a:r>
              <a:rPr sz="3600" b="1" dirty="0"/>
              <a:t>Quantisation</a:t>
            </a:r>
            <a:r>
              <a:rPr sz="3600" b="1" spc="-65" dirty="0"/>
              <a:t> </a:t>
            </a:r>
            <a:r>
              <a:rPr sz="3600" b="1" dirty="0"/>
              <a:t>And</a:t>
            </a:r>
            <a:r>
              <a:rPr sz="3600" b="1" spc="-70" dirty="0"/>
              <a:t> </a:t>
            </a:r>
            <a:r>
              <a:rPr sz="3600" b="1" spc="-10" dirty="0"/>
              <a:t>Resolution</a:t>
            </a:r>
            <a:endParaRPr sz="3600" b="1"/>
          </a:p>
        </p:txBody>
      </p:sp>
      <p:sp>
        <p:nvSpPr>
          <p:cNvPr id="3" name="object 3"/>
          <p:cNvSpPr txBox="1"/>
          <p:nvPr/>
        </p:nvSpPr>
        <p:spPr>
          <a:xfrm>
            <a:off x="536244" y="1609420"/>
            <a:ext cx="7618095" cy="3027680"/>
          </a:xfrm>
          <a:prstGeom prst="rect">
            <a:avLst/>
          </a:prstGeom>
        </p:spPr>
        <p:txBody>
          <a:bodyPr vert="horz" wrap="square" lIns="0" tIns="12065" rIns="0" bIns="0" rtlCol="0">
            <a:spAutoFit/>
          </a:bodyPr>
          <a:lstStyle/>
          <a:p>
            <a:pPr marL="12700" marR="5080" algn="just">
              <a:lnSpc>
                <a:spcPct val="100000"/>
              </a:lnSpc>
              <a:spcBef>
                <a:spcPts val="95"/>
              </a:spcBef>
            </a:pPr>
            <a:r>
              <a:rPr sz="3200" dirty="0">
                <a:latin typeface="Calibri"/>
                <a:cs typeface="Calibri"/>
              </a:rPr>
              <a:t>In</a:t>
            </a:r>
            <a:r>
              <a:rPr sz="3200" spc="-85" dirty="0">
                <a:latin typeface="Calibri"/>
                <a:cs typeface="Calibri"/>
              </a:rPr>
              <a:t> </a:t>
            </a:r>
            <a:r>
              <a:rPr sz="3200" dirty="0">
                <a:latin typeface="Calibri"/>
                <a:cs typeface="Calibri"/>
              </a:rPr>
              <a:t>the</a:t>
            </a:r>
            <a:r>
              <a:rPr sz="3200" spc="-65" dirty="0">
                <a:latin typeface="Calibri"/>
                <a:cs typeface="Calibri"/>
              </a:rPr>
              <a:t> </a:t>
            </a:r>
            <a:r>
              <a:rPr sz="3200" dirty="0">
                <a:latin typeface="Calibri"/>
                <a:cs typeface="Calibri"/>
              </a:rPr>
              <a:t>following</a:t>
            </a:r>
            <a:r>
              <a:rPr sz="3200" spc="-55" dirty="0">
                <a:latin typeface="Calibri"/>
                <a:cs typeface="Calibri"/>
              </a:rPr>
              <a:t> </a:t>
            </a:r>
            <a:r>
              <a:rPr sz="3200" dirty="0">
                <a:latin typeface="Calibri"/>
                <a:cs typeface="Calibri"/>
              </a:rPr>
              <a:t>slides</a:t>
            </a:r>
            <a:r>
              <a:rPr sz="3200" spc="-80" dirty="0">
                <a:latin typeface="Calibri"/>
                <a:cs typeface="Calibri"/>
              </a:rPr>
              <a:t> </a:t>
            </a:r>
            <a:r>
              <a:rPr sz="3200" dirty="0">
                <a:latin typeface="Calibri"/>
                <a:cs typeface="Calibri"/>
              </a:rPr>
              <a:t>we</a:t>
            </a:r>
            <a:r>
              <a:rPr sz="3200" spc="-70" dirty="0">
                <a:latin typeface="Calibri"/>
                <a:cs typeface="Calibri"/>
              </a:rPr>
              <a:t> </a:t>
            </a:r>
            <a:r>
              <a:rPr sz="3200" dirty="0">
                <a:latin typeface="Calibri"/>
                <a:cs typeface="Calibri"/>
              </a:rPr>
              <a:t>will</a:t>
            </a:r>
            <a:r>
              <a:rPr sz="3200" spc="-100" dirty="0">
                <a:latin typeface="Calibri"/>
                <a:cs typeface="Calibri"/>
              </a:rPr>
              <a:t> </a:t>
            </a:r>
            <a:r>
              <a:rPr sz="3200" dirty="0">
                <a:latin typeface="Calibri"/>
                <a:cs typeface="Calibri"/>
              </a:rPr>
              <a:t>consider</a:t>
            </a:r>
            <a:r>
              <a:rPr sz="3200" spc="-60" dirty="0">
                <a:latin typeface="Calibri"/>
                <a:cs typeface="Calibri"/>
              </a:rPr>
              <a:t> </a:t>
            </a:r>
            <a:r>
              <a:rPr sz="3200" dirty="0">
                <a:latin typeface="Calibri"/>
                <a:cs typeface="Calibri"/>
              </a:rPr>
              <a:t>what</a:t>
            </a:r>
            <a:r>
              <a:rPr sz="3200" spc="-75" dirty="0">
                <a:latin typeface="Calibri"/>
                <a:cs typeface="Calibri"/>
              </a:rPr>
              <a:t> </a:t>
            </a:r>
            <a:r>
              <a:rPr sz="3200" spc="-25" dirty="0">
                <a:latin typeface="Calibri"/>
                <a:cs typeface="Calibri"/>
              </a:rPr>
              <a:t>is </a:t>
            </a:r>
            <a:r>
              <a:rPr sz="3200" spc="-10" dirty="0">
                <a:latin typeface="Calibri"/>
                <a:cs typeface="Calibri"/>
              </a:rPr>
              <a:t>involved</a:t>
            </a:r>
            <a:r>
              <a:rPr sz="3200" spc="-55" dirty="0">
                <a:latin typeface="Calibri"/>
                <a:cs typeface="Calibri"/>
              </a:rPr>
              <a:t> </a:t>
            </a:r>
            <a:r>
              <a:rPr sz="3200" dirty="0">
                <a:latin typeface="Calibri"/>
                <a:cs typeface="Calibri"/>
              </a:rPr>
              <a:t>in</a:t>
            </a:r>
            <a:r>
              <a:rPr sz="3200" spc="-75" dirty="0">
                <a:latin typeface="Calibri"/>
                <a:cs typeface="Calibri"/>
              </a:rPr>
              <a:t> </a:t>
            </a:r>
            <a:r>
              <a:rPr sz="3200" dirty="0">
                <a:latin typeface="Calibri"/>
                <a:cs typeface="Calibri"/>
              </a:rPr>
              <a:t>capturing</a:t>
            </a:r>
            <a:r>
              <a:rPr sz="3200" spc="-15" dirty="0">
                <a:latin typeface="Calibri"/>
                <a:cs typeface="Calibri"/>
              </a:rPr>
              <a:t> </a:t>
            </a:r>
            <a:r>
              <a:rPr sz="3200" dirty="0">
                <a:latin typeface="Calibri"/>
                <a:cs typeface="Calibri"/>
              </a:rPr>
              <a:t>a</a:t>
            </a:r>
            <a:r>
              <a:rPr sz="3200" spc="-75" dirty="0">
                <a:latin typeface="Calibri"/>
                <a:cs typeface="Calibri"/>
              </a:rPr>
              <a:t> </a:t>
            </a:r>
            <a:r>
              <a:rPr sz="3200" dirty="0">
                <a:latin typeface="Calibri"/>
                <a:cs typeface="Calibri"/>
              </a:rPr>
              <a:t>digital</a:t>
            </a:r>
            <a:r>
              <a:rPr sz="3200" spc="-60" dirty="0">
                <a:latin typeface="Calibri"/>
                <a:cs typeface="Calibri"/>
              </a:rPr>
              <a:t> </a:t>
            </a:r>
            <a:r>
              <a:rPr sz="3200" dirty="0">
                <a:latin typeface="Calibri"/>
                <a:cs typeface="Calibri"/>
              </a:rPr>
              <a:t>image</a:t>
            </a:r>
            <a:r>
              <a:rPr sz="3200" spc="-60" dirty="0">
                <a:latin typeface="Calibri"/>
                <a:cs typeface="Calibri"/>
              </a:rPr>
              <a:t> </a:t>
            </a:r>
            <a:r>
              <a:rPr sz="3200" dirty="0">
                <a:latin typeface="Calibri"/>
                <a:cs typeface="Calibri"/>
              </a:rPr>
              <a:t>of</a:t>
            </a:r>
            <a:r>
              <a:rPr sz="3200" spc="-75" dirty="0">
                <a:latin typeface="Calibri"/>
                <a:cs typeface="Calibri"/>
              </a:rPr>
              <a:t> </a:t>
            </a:r>
            <a:r>
              <a:rPr sz="3200" dirty="0">
                <a:latin typeface="Calibri"/>
                <a:cs typeface="Calibri"/>
              </a:rPr>
              <a:t>a</a:t>
            </a:r>
            <a:r>
              <a:rPr sz="3200" spc="-65" dirty="0">
                <a:latin typeface="Calibri"/>
                <a:cs typeface="Calibri"/>
              </a:rPr>
              <a:t> </a:t>
            </a:r>
            <a:r>
              <a:rPr sz="3200" spc="-10" dirty="0">
                <a:latin typeface="Calibri"/>
                <a:cs typeface="Calibri"/>
              </a:rPr>
              <a:t>real- </a:t>
            </a:r>
            <a:r>
              <a:rPr sz="3200" dirty="0">
                <a:latin typeface="Calibri"/>
                <a:cs typeface="Calibri"/>
              </a:rPr>
              <a:t>world</a:t>
            </a:r>
            <a:r>
              <a:rPr sz="3200" spc="-100" dirty="0">
                <a:latin typeface="Calibri"/>
                <a:cs typeface="Calibri"/>
              </a:rPr>
              <a:t> </a:t>
            </a:r>
            <a:r>
              <a:rPr sz="3200" spc="-10" dirty="0">
                <a:latin typeface="Calibri"/>
                <a:cs typeface="Calibri"/>
              </a:rPr>
              <a:t>scene</a:t>
            </a:r>
            <a:endParaRPr sz="3200">
              <a:latin typeface="Calibri"/>
              <a:cs typeface="Calibri"/>
            </a:endParaRPr>
          </a:p>
          <a:p>
            <a:pPr marL="755015" indent="-285115">
              <a:lnSpc>
                <a:spcPct val="100000"/>
              </a:lnSpc>
              <a:spcBef>
                <a:spcPts val="690"/>
              </a:spcBef>
              <a:buFont typeface="Arial MT"/>
              <a:buChar char="–"/>
              <a:tabLst>
                <a:tab pos="755015" algn="l"/>
              </a:tabLst>
            </a:pPr>
            <a:r>
              <a:rPr sz="2800" dirty="0">
                <a:latin typeface="Calibri"/>
                <a:cs typeface="Calibri"/>
              </a:rPr>
              <a:t>Image</a:t>
            </a:r>
            <a:r>
              <a:rPr sz="2800" spc="-35" dirty="0">
                <a:latin typeface="Calibri"/>
                <a:cs typeface="Calibri"/>
              </a:rPr>
              <a:t> </a:t>
            </a:r>
            <a:r>
              <a:rPr sz="2800" dirty="0">
                <a:latin typeface="Calibri"/>
                <a:cs typeface="Calibri"/>
              </a:rPr>
              <a:t>sensing</a:t>
            </a:r>
            <a:r>
              <a:rPr sz="2800" spc="-35" dirty="0">
                <a:latin typeface="Calibri"/>
                <a:cs typeface="Calibri"/>
              </a:rPr>
              <a:t> </a:t>
            </a:r>
            <a:r>
              <a:rPr sz="2800" dirty="0">
                <a:latin typeface="Calibri"/>
                <a:cs typeface="Calibri"/>
              </a:rPr>
              <a:t>and</a:t>
            </a:r>
            <a:r>
              <a:rPr sz="2800" spc="5" dirty="0">
                <a:latin typeface="Calibri"/>
                <a:cs typeface="Calibri"/>
              </a:rPr>
              <a:t> </a:t>
            </a:r>
            <a:r>
              <a:rPr sz="2800" spc="-10" dirty="0">
                <a:latin typeface="Calibri"/>
                <a:cs typeface="Calibri"/>
              </a:rPr>
              <a:t>representation</a:t>
            </a:r>
            <a:endParaRPr sz="2800">
              <a:latin typeface="Calibri"/>
              <a:cs typeface="Calibri"/>
            </a:endParaRPr>
          </a:p>
          <a:p>
            <a:pPr marL="755015" indent="-285115">
              <a:lnSpc>
                <a:spcPct val="100000"/>
              </a:lnSpc>
              <a:spcBef>
                <a:spcPts val="675"/>
              </a:spcBef>
              <a:buFont typeface="Arial MT"/>
              <a:buChar char="–"/>
              <a:tabLst>
                <a:tab pos="755015" algn="l"/>
              </a:tabLst>
            </a:pPr>
            <a:r>
              <a:rPr sz="2800" dirty="0">
                <a:latin typeface="Calibri"/>
                <a:cs typeface="Calibri"/>
              </a:rPr>
              <a:t>Sampling</a:t>
            </a:r>
            <a:r>
              <a:rPr sz="2800" spc="-30" dirty="0">
                <a:latin typeface="Calibri"/>
                <a:cs typeface="Calibri"/>
              </a:rPr>
              <a:t> </a:t>
            </a:r>
            <a:r>
              <a:rPr sz="2800" dirty="0">
                <a:latin typeface="Calibri"/>
                <a:cs typeface="Calibri"/>
              </a:rPr>
              <a:t>and</a:t>
            </a:r>
            <a:r>
              <a:rPr sz="2800" spc="-15" dirty="0">
                <a:latin typeface="Calibri"/>
                <a:cs typeface="Calibri"/>
              </a:rPr>
              <a:t> </a:t>
            </a:r>
            <a:r>
              <a:rPr sz="2800" spc="-10" dirty="0">
                <a:latin typeface="Calibri"/>
                <a:cs typeface="Calibri"/>
              </a:rPr>
              <a:t>quantisation</a:t>
            </a:r>
            <a:endParaRPr sz="2800">
              <a:latin typeface="Calibri"/>
              <a:cs typeface="Calibri"/>
            </a:endParaRPr>
          </a:p>
          <a:p>
            <a:pPr marL="755650" indent="-285750">
              <a:lnSpc>
                <a:spcPct val="100000"/>
              </a:lnSpc>
              <a:spcBef>
                <a:spcPts val="675"/>
              </a:spcBef>
              <a:buFont typeface="Arial MT"/>
              <a:buChar char="–"/>
              <a:tabLst>
                <a:tab pos="755650" algn="l"/>
              </a:tabLst>
            </a:pPr>
            <a:r>
              <a:rPr sz="2800" spc="-10" dirty="0">
                <a:latin typeface="Calibri"/>
                <a:cs typeface="Calibri"/>
              </a:rPr>
              <a:t>Resolution</a:t>
            </a:r>
            <a:endParaRPr sz="2800">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136392" y="4739640"/>
            <a:ext cx="5029200" cy="1801495"/>
            <a:chOff x="3136392" y="4739640"/>
            <a:chExt cx="5029200" cy="1801495"/>
          </a:xfrm>
        </p:grpSpPr>
        <p:pic>
          <p:nvPicPr>
            <p:cNvPr id="3" name="object 3"/>
            <p:cNvPicPr/>
            <p:nvPr/>
          </p:nvPicPr>
          <p:blipFill>
            <a:blip r:embed="rId2" cstate="print"/>
            <a:stretch>
              <a:fillRect/>
            </a:stretch>
          </p:blipFill>
          <p:spPr>
            <a:xfrm>
              <a:off x="3145536" y="4818942"/>
              <a:ext cx="2141495" cy="1409952"/>
            </a:xfrm>
            <a:prstGeom prst="rect">
              <a:avLst/>
            </a:prstGeom>
          </p:spPr>
        </p:pic>
        <p:pic>
          <p:nvPicPr>
            <p:cNvPr id="4" name="object 4"/>
            <p:cNvPicPr/>
            <p:nvPr/>
          </p:nvPicPr>
          <p:blipFill>
            <a:blip r:embed="rId3" cstate="print"/>
            <a:stretch>
              <a:fillRect/>
            </a:stretch>
          </p:blipFill>
          <p:spPr>
            <a:xfrm>
              <a:off x="3136392" y="4739640"/>
              <a:ext cx="2535935" cy="1798320"/>
            </a:xfrm>
            <a:prstGeom prst="rect">
              <a:avLst/>
            </a:prstGeom>
          </p:spPr>
        </p:pic>
        <p:pic>
          <p:nvPicPr>
            <p:cNvPr id="5" name="object 5"/>
            <p:cNvPicPr/>
            <p:nvPr/>
          </p:nvPicPr>
          <p:blipFill>
            <a:blip r:embed="rId4" cstate="print"/>
            <a:stretch>
              <a:fillRect/>
            </a:stretch>
          </p:blipFill>
          <p:spPr>
            <a:xfrm>
              <a:off x="5449824" y="4742688"/>
              <a:ext cx="2715768" cy="1798320"/>
            </a:xfrm>
            <a:prstGeom prst="rect">
              <a:avLst/>
            </a:prstGeom>
          </p:spPr>
        </p:pic>
      </p:grpSp>
      <p:sp>
        <p:nvSpPr>
          <p:cNvPr id="6" name="object 6"/>
          <p:cNvSpPr txBox="1">
            <a:spLocks noGrp="1"/>
          </p:cNvSpPr>
          <p:nvPr>
            <p:ph type="title"/>
          </p:nvPr>
        </p:nvSpPr>
        <p:spPr>
          <a:xfrm>
            <a:off x="716686" y="465200"/>
            <a:ext cx="7707630" cy="695325"/>
          </a:xfrm>
          <a:prstGeom prst="rect">
            <a:avLst/>
          </a:prstGeom>
        </p:spPr>
        <p:txBody>
          <a:bodyPr vert="horz" wrap="square" lIns="0" tIns="11430" rIns="0" bIns="0" rtlCol="0">
            <a:spAutoFit/>
          </a:bodyPr>
          <a:lstStyle/>
          <a:p>
            <a:pPr marL="12700">
              <a:lnSpc>
                <a:spcPct val="100000"/>
              </a:lnSpc>
              <a:spcBef>
                <a:spcPts val="90"/>
              </a:spcBef>
            </a:pPr>
            <a:r>
              <a:rPr dirty="0"/>
              <a:t>Image</a:t>
            </a:r>
            <a:r>
              <a:rPr spc="-105" dirty="0"/>
              <a:t> </a:t>
            </a:r>
            <a:r>
              <a:rPr dirty="0"/>
              <a:t>Sampling</a:t>
            </a:r>
            <a:r>
              <a:rPr spc="-90" dirty="0"/>
              <a:t> </a:t>
            </a:r>
            <a:r>
              <a:rPr dirty="0"/>
              <a:t>And</a:t>
            </a:r>
            <a:r>
              <a:rPr spc="-110" dirty="0"/>
              <a:t> </a:t>
            </a:r>
            <a:r>
              <a:rPr spc="-10" dirty="0"/>
              <a:t>Quantisation</a:t>
            </a:r>
          </a:p>
        </p:txBody>
      </p:sp>
      <p:sp>
        <p:nvSpPr>
          <p:cNvPr id="7" name="object 7"/>
          <p:cNvSpPr txBox="1"/>
          <p:nvPr/>
        </p:nvSpPr>
        <p:spPr>
          <a:xfrm>
            <a:off x="536244" y="1343025"/>
            <a:ext cx="7602220" cy="3049270"/>
          </a:xfrm>
          <a:prstGeom prst="rect">
            <a:avLst/>
          </a:prstGeom>
        </p:spPr>
        <p:txBody>
          <a:bodyPr vert="horz" wrap="square" lIns="0" tIns="11430" rIns="0" bIns="0" rtlCol="0">
            <a:spAutoFit/>
          </a:bodyPr>
          <a:lstStyle/>
          <a:p>
            <a:pPr marL="12700" marR="5080">
              <a:lnSpc>
                <a:spcPct val="100000"/>
              </a:lnSpc>
              <a:spcBef>
                <a:spcPts val="90"/>
              </a:spcBef>
            </a:pPr>
            <a:r>
              <a:rPr sz="3200" dirty="0">
                <a:latin typeface="Calibri"/>
                <a:cs typeface="Calibri"/>
              </a:rPr>
              <a:t>A</a:t>
            </a:r>
            <a:r>
              <a:rPr sz="3200" spc="-80" dirty="0">
                <a:latin typeface="Calibri"/>
                <a:cs typeface="Calibri"/>
              </a:rPr>
              <a:t> </a:t>
            </a:r>
            <a:r>
              <a:rPr sz="3200" dirty="0">
                <a:latin typeface="Calibri"/>
                <a:cs typeface="Calibri"/>
              </a:rPr>
              <a:t>digital</a:t>
            </a:r>
            <a:r>
              <a:rPr sz="3200" spc="-60" dirty="0">
                <a:latin typeface="Calibri"/>
                <a:cs typeface="Calibri"/>
              </a:rPr>
              <a:t> </a:t>
            </a:r>
            <a:r>
              <a:rPr sz="3200" dirty="0">
                <a:latin typeface="Calibri"/>
                <a:cs typeface="Calibri"/>
              </a:rPr>
              <a:t>sensor</a:t>
            </a:r>
            <a:r>
              <a:rPr sz="3200" spc="-50" dirty="0">
                <a:latin typeface="Calibri"/>
                <a:cs typeface="Calibri"/>
              </a:rPr>
              <a:t> </a:t>
            </a:r>
            <a:r>
              <a:rPr sz="3200" dirty="0">
                <a:latin typeface="Calibri"/>
                <a:cs typeface="Calibri"/>
              </a:rPr>
              <a:t>can</a:t>
            </a:r>
            <a:r>
              <a:rPr sz="3200" spc="-70" dirty="0">
                <a:latin typeface="Calibri"/>
                <a:cs typeface="Calibri"/>
              </a:rPr>
              <a:t> </a:t>
            </a:r>
            <a:r>
              <a:rPr sz="3200" dirty="0">
                <a:latin typeface="Calibri"/>
                <a:cs typeface="Calibri"/>
              </a:rPr>
              <a:t>only</a:t>
            </a:r>
            <a:r>
              <a:rPr sz="3200" spc="-60" dirty="0">
                <a:latin typeface="Calibri"/>
                <a:cs typeface="Calibri"/>
              </a:rPr>
              <a:t> </a:t>
            </a:r>
            <a:r>
              <a:rPr sz="3200" dirty="0">
                <a:latin typeface="Calibri"/>
                <a:cs typeface="Calibri"/>
              </a:rPr>
              <a:t>measure</a:t>
            </a:r>
            <a:r>
              <a:rPr sz="3200" spc="-20" dirty="0">
                <a:latin typeface="Calibri"/>
                <a:cs typeface="Calibri"/>
              </a:rPr>
              <a:t> </a:t>
            </a:r>
            <a:r>
              <a:rPr sz="3200" dirty="0">
                <a:latin typeface="Calibri"/>
                <a:cs typeface="Calibri"/>
              </a:rPr>
              <a:t>a</a:t>
            </a:r>
            <a:r>
              <a:rPr sz="3200" spc="-75" dirty="0">
                <a:latin typeface="Calibri"/>
                <a:cs typeface="Calibri"/>
              </a:rPr>
              <a:t> </a:t>
            </a:r>
            <a:r>
              <a:rPr sz="3200" spc="-10" dirty="0">
                <a:latin typeface="Calibri"/>
                <a:cs typeface="Calibri"/>
              </a:rPr>
              <a:t>limited </a:t>
            </a:r>
            <a:r>
              <a:rPr sz="3200" dirty="0">
                <a:latin typeface="Calibri"/>
                <a:cs typeface="Calibri"/>
              </a:rPr>
              <a:t>number</a:t>
            </a:r>
            <a:r>
              <a:rPr sz="3200" spc="-50" dirty="0">
                <a:latin typeface="Calibri"/>
                <a:cs typeface="Calibri"/>
              </a:rPr>
              <a:t> </a:t>
            </a:r>
            <a:r>
              <a:rPr sz="3200" dirty="0">
                <a:latin typeface="Calibri"/>
                <a:cs typeface="Calibri"/>
              </a:rPr>
              <a:t>of</a:t>
            </a:r>
            <a:r>
              <a:rPr sz="3200" spc="-50" dirty="0">
                <a:latin typeface="Calibri"/>
                <a:cs typeface="Calibri"/>
              </a:rPr>
              <a:t> </a:t>
            </a:r>
            <a:r>
              <a:rPr sz="3200" b="1" dirty="0">
                <a:latin typeface="Calibri"/>
                <a:cs typeface="Calibri"/>
              </a:rPr>
              <a:t>samples</a:t>
            </a:r>
            <a:r>
              <a:rPr sz="3200" b="1" spc="-70" dirty="0">
                <a:latin typeface="Calibri"/>
                <a:cs typeface="Calibri"/>
              </a:rPr>
              <a:t> </a:t>
            </a:r>
            <a:r>
              <a:rPr sz="3200" dirty="0">
                <a:latin typeface="Calibri"/>
                <a:cs typeface="Calibri"/>
              </a:rPr>
              <a:t>at</a:t>
            </a:r>
            <a:r>
              <a:rPr sz="3200" spc="-65" dirty="0">
                <a:latin typeface="Calibri"/>
                <a:cs typeface="Calibri"/>
              </a:rPr>
              <a:t> </a:t>
            </a:r>
            <a:r>
              <a:rPr sz="3200" dirty="0">
                <a:latin typeface="Calibri"/>
                <a:cs typeface="Calibri"/>
              </a:rPr>
              <a:t>a</a:t>
            </a:r>
            <a:r>
              <a:rPr sz="3200" spc="-70" dirty="0">
                <a:latin typeface="Calibri"/>
                <a:cs typeface="Calibri"/>
              </a:rPr>
              <a:t> </a:t>
            </a:r>
            <a:r>
              <a:rPr sz="3200" b="1" dirty="0">
                <a:latin typeface="Calibri"/>
                <a:cs typeface="Calibri"/>
              </a:rPr>
              <a:t>discrete</a:t>
            </a:r>
            <a:r>
              <a:rPr sz="3200" b="1" spc="5" dirty="0">
                <a:latin typeface="Calibri"/>
                <a:cs typeface="Calibri"/>
              </a:rPr>
              <a:t> </a:t>
            </a:r>
            <a:r>
              <a:rPr sz="3200" dirty="0">
                <a:latin typeface="Calibri"/>
                <a:cs typeface="Calibri"/>
              </a:rPr>
              <a:t>set</a:t>
            </a:r>
            <a:r>
              <a:rPr sz="3200" spc="-65" dirty="0">
                <a:latin typeface="Calibri"/>
                <a:cs typeface="Calibri"/>
              </a:rPr>
              <a:t> </a:t>
            </a:r>
            <a:r>
              <a:rPr sz="3200" dirty="0">
                <a:latin typeface="Calibri"/>
                <a:cs typeface="Calibri"/>
              </a:rPr>
              <a:t>of</a:t>
            </a:r>
            <a:r>
              <a:rPr sz="3200" spc="-75" dirty="0">
                <a:latin typeface="Calibri"/>
                <a:cs typeface="Calibri"/>
              </a:rPr>
              <a:t> </a:t>
            </a:r>
            <a:r>
              <a:rPr sz="3200" spc="-10" dirty="0">
                <a:latin typeface="Calibri"/>
                <a:cs typeface="Calibri"/>
              </a:rPr>
              <a:t>energy levels</a:t>
            </a:r>
            <a:endParaRPr sz="3200">
              <a:latin typeface="Calibri"/>
              <a:cs typeface="Calibri"/>
            </a:endParaRPr>
          </a:p>
          <a:p>
            <a:pPr marL="12700" marR="548005">
              <a:lnSpc>
                <a:spcPct val="100000"/>
              </a:lnSpc>
              <a:spcBef>
                <a:spcPts val="775"/>
              </a:spcBef>
            </a:pPr>
            <a:r>
              <a:rPr sz="3200" i="1" dirty="0">
                <a:latin typeface="Calibri"/>
                <a:cs typeface="Calibri"/>
              </a:rPr>
              <a:t>Quantisation</a:t>
            </a:r>
            <a:r>
              <a:rPr sz="3200" i="1" spc="-15" dirty="0">
                <a:latin typeface="Calibri"/>
                <a:cs typeface="Calibri"/>
              </a:rPr>
              <a:t> </a:t>
            </a:r>
            <a:r>
              <a:rPr sz="3200" dirty="0">
                <a:latin typeface="Calibri"/>
                <a:cs typeface="Calibri"/>
              </a:rPr>
              <a:t>is</a:t>
            </a:r>
            <a:r>
              <a:rPr sz="3200" spc="-105" dirty="0">
                <a:latin typeface="Calibri"/>
                <a:cs typeface="Calibri"/>
              </a:rPr>
              <a:t> </a:t>
            </a:r>
            <a:r>
              <a:rPr sz="3200" dirty="0">
                <a:latin typeface="Calibri"/>
                <a:cs typeface="Calibri"/>
              </a:rPr>
              <a:t>the</a:t>
            </a:r>
            <a:r>
              <a:rPr sz="3200" spc="-105" dirty="0">
                <a:latin typeface="Calibri"/>
                <a:cs typeface="Calibri"/>
              </a:rPr>
              <a:t> </a:t>
            </a:r>
            <a:r>
              <a:rPr sz="3200" dirty="0">
                <a:latin typeface="Calibri"/>
                <a:cs typeface="Calibri"/>
              </a:rPr>
              <a:t>process</a:t>
            </a:r>
            <a:r>
              <a:rPr sz="3200" spc="-70" dirty="0">
                <a:latin typeface="Calibri"/>
                <a:cs typeface="Calibri"/>
              </a:rPr>
              <a:t> </a:t>
            </a:r>
            <a:r>
              <a:rPr sz="3200" dirty="0">
                <a:latin typeface="Calibri"/>
                <a:cs typeface="Calibri"/>
              </a:rPr>
              <a:t>of</a:t>
            </a:r>
            <a:r>
              <a:rPr sz="3200" spc="-105" dirty="0">
                <a:latin typeface="Calibri"/>
                <a:cs typeface="Calibri"/>
              </a:rPr>
              <a:t> </a:t>
            </a:r>
            <a:r>
              <a:rPr sz="3200" spc="-10" dirty="0">
                <a:latin typeface="Calibri"/>
                <a:cs typeface="Calibri"/>
              </a:rPr>
              <a:t>converting</a:t>
            </a:r>
            <a:r>
              <a:rPr sz="3200" spc="-80" dirty="0">
                <a:latin typeface="Calibri"/>
                <a:cs typeface="Calibri"/>
              </a:rPr>
              <a:t> </a:t>
            </a:r>
            <a:r>
              <a:rPr sz="3200" spc="-50" dirty="0">
                <a:latin typeface="Calibri"/>
                <a:cs typeface="Calibri"/>
              </a:rPr>
              <a:t>a </a:t>
            </a:r>
            <a:r>
              <a:rPr sz="3200" dirty="0">
                <a:latin typeface="Calibri"/>
                <a:cs typeface="Calibri"/>
              </a:rPr>
              <a:t>continuous</a:t>
            </a:r>
            <a:r>
              <a:rPr sz="3200" spc="-45" dirty="0">
                <a:latin typeface="Calibri"/>
                <a:cs typeface="Calibri"/>
              </a:rPr>
              <a:t> </a:t>
            </a:r>
            <a:r>
              <a:rPr sz="3200" b="1" dirty="0">
                <a:latin typeface="Calibri"/>
                <a:cs typeface="Calibri"/>
              </a:rPr>
              <a:t>analogue</a:t>
            </a:r>
            <a:r>
              <a:rPr sz="3200" b="1" spc="-90" dirty="0">
                <a:latin typeface="Calibri"/>
                <a:cs typeface="Calibri"/>
              </a:rPr>
              <a:t> </a:t>
            </a:r>
            <a:r>
              <a:rPr sz="3200" dirty="0">
                <a:latin typeface="Calibri"/>
                <a:cs typeface="Calibri"/>
              </a:rPr>
              <a:t>signal</a:t>
            </a:r>
            <a:r>
              <a:rPr sz="3200" spc="-80" dirty="0">
                <a:latin typeface="Calibri"/>
                <a:cs typeface="Calibri"/>
              </a:rPr>
              <a:t> </a:t>
            </a:r>
            <a:r>
              <a:rPr sz="3200" dirty="0">
                <a:latin typeface="Calibri"/>
                <a:cs typeface="Calibri"/>
              </a:rPr>
              <a:t>into</a:t>
            </a:r>
            <a:r>
              <a:rPr sz="3200" spc="-100" dirty="0">
                <a:latin typeface="Calibri"/>
                <a:cs typeface="Calibri"/>
              </a:rPr>
              <a:t> </a:t>
            </a:r>
            <a:r>
              <a:rPr sz="3200" dirty="0">
                <a:latin typeface="Calibri"/>
                <a:cs typeface="Calibri"/>
              </a:rPr>
              <a:t>a</a:t>
            </a:r>
            <a:r>
              <a:rPr sz="3200" spc="-95" dirty="0">
                <a:latin typeface="Calibri"/>
                <a:cs typeface="Calibri"/>
              </a:rPr>
              <a:t> </a:t>
            </a:r>
            <a:r>
              <a:rPr sz="3200" spc="-10" dirty="0">
                <a:latin typeface="Calibri"/>
                <a:cs typeface="Calibri"/>
              </a:rPr>
              <a:t>digital </a:t>
            </a:r>
            <a:r>
              <a:rPr sz="3200" spc="-20" dirty="0">
                <a:latin typeface="Calibri"/>
                <a:cs typeface="Calibri"/>
              </a:rPr>
              <a:t>representation</a:t>
            </a:r>
            <a:r>
              <a:rPr sz="3200" spc="-25" dirty="0">
                <a:latin typeface="Calibri"/>
                <a:cs typeface="Calibri"/>
              </a:rPr>
              <a:t> </a:t>
            </a:r>
            <a:r>
              <a:rPr sz="3200" dirty="0">
                <a:latin typeface="Calibri"/>
                <a:cs typeface="Calibri"/>
              </a:rPr>
              <a:t>of</a:t>
            </a:r>
            <a:r>
              <a:rPr sz="3200" spc="-35" dirty="0">
                <a:latin typeface="Calibri"/>
                <a:cs typeface="Calibri"/>
              </a:rPr>
              <a:t> </a:t>
            </a:r>
            <a:r>
              <a:rPr sz="3200" dirty="0">
                <a:latin typeface="Calibri"/>
                <a:cs typeface="Calibri"/>
              </a:rPr>
              <a:t>this</a:t>
            </a:r>
            <a:r>
              <a:rPr sz="3200" spc="-65" dirty="0">
                <a:latin typeface="Calibri"/>
                <a:cs typeface="Calibri"/>
              </a:rPr>
              <a:t> </a:t>
            </a:r>
            <a:r>
              <a:rPr sz="3200" spc="-10" dirty="0">
                <a:latin typeface="Calibri"/>
                <a:cs typeface="Calibri"/>
              </a:rPr>
              <a:t>signal</a:t>
            </a:r>
            <a:endParaRPr sz="3200">
              <a:latin typeface="Calibri"/>
              <a:cs typeface="Calibri"/>
            </a:endParaRPr>
          </a:p>
        </p:txBody>
      </p:sp>
      <p:grpSp>
        <p:nvGrpSpPr>
          <p:cNvPr id="8" name="object 8"/>
          <p:cNvGrpSpPr/>
          <p:nvPr/>
        </p:nvGrpSpPr>
        <p:grpSpPr>
          <a:xfrm>
            <a:off x="950975" y="4584191"/>
            <a:ext cx="2136775" cy="2048510"/>
            <a:chOff x="950975" y="4584191"/>
            <a:chExt cx="2136775" cy="2048510"/>
          </a:xfrm>
        </p:grpSpPr>
        <p:pic>
          <p:nvPicPr>
            <p:cNvPr id="9" name="object 9"/>
            <p:cNvPicPr/>
            <p:nvPr/>
          </p:nvPicPr>
          <p:blipFill>
            <a:blip r:embed="rId5" cstate="print"/>
            <a:stretch>
              <a:fillRect/>
            </a:stretch>
          </p:blipFill>
          <p:spPr>
            <a:xfrm>
              <a:off x="960119" y="4687479"/>
              <a:ext cx="2118360" cy="1835797"/>
            </a:xfrm>
            <a:prstGeom prst="rect">
              <a:avLst/>
            </a:prstGeom>
          </p:spPr>
        </p:pic>
        <p:sp>
          <p:nvSpPr>
            <p:cNvPr id="10" name="object 10"/>
            <p:cNvSpPr/>
            <p:nvPr/>
          </p:nvSpPr>
          <p:spPr>
            <a:xfrm>
              <a:off x="955547" y="4588763"/>
              <a:ext cx="2127885" cy="2039620"/>
            </a:xfrm>
            <a:custGeom>
              <a:avLst/>
              <a:gdLst/>
              <a:ahLst/>
              <a:cxnLst/>
              <a:rect l="l" t="t" r="r" b="b"/>
              <a:pathLst>
                <a:path w="2127885" h="2039620">
                  <a:moveTo>
                    <a:pt x="0" y="2039112"/>
                  </a:moveTo>
                  <a:lnTo>
                    <a:pt x="2127504" y="2039112"/>
                  </a:lnTo>
                  <a:lnTo>
                    <a:pt x="2127504" y="0"/>
                  </a:lnTo>
                  <a:lnTo>
                    <a:pt x="0" y="0"/>
                  </a:lnTo>
                  <a:lnTo>
                    <a:pt x="0" y="2039112"/>
                  </a:lnTo>
                  <a:close/>
                </a:path>
              </a:pathLst>
            </a:custGeom>
            <a:ln w="9144">
              <a:solidFill>
                <a:srgbClr val="000000"/>
              </a:solidFill>
            </a:ln>
          </p:spPr>
          <p:txBody>
            <a:bodyPr wrap="square" lIns="0" tIns="0" rIns="0" bIns="0" rtlCol="0"/>
            <a:lstStyle/>
            <a:p>
              <a:endParaRPr/>
            </a:p>
          </p:txBody>
        </p:sp>
      </p:grpSp>
      <p:grpSp>
        <p:nvGrpSpPr>
          <p:cNvPr id="11" name="object 11"/>
          <p:cNvGrpSpPr/>
          <p:nvPr/>
        </p:nvGrpSpPr>
        <p:grpSpPr>
          <a:xfrm>
            <a:off x="-6096" y="1624583"/>
            <a:ext cx="262255" cy="5233670"/>
            <a:chOff x="-6096" y="1624583"/>
            <a:chExt cx="262255" cy="5233670"/>
          </a:xfrm>
        </p:grpSpPr>
        <p:pic>
          <p:nvPicPr>
            <p:cNvPr id="12" name="object 12"/>
            <p:cNvPicPr/>
            <p:nvPr/>
          </p:nvPicPr>
          <p:blipFill>
            <a:blip r:embed="rId6" cstate="print"/>
            <a:stretch>
              <a:fillRect/>
            </a:stretch>
          </p:blipFill>
          <p:spPr>
            <a:xfrm>
              <a:off x="0" y="6662926"/>
              <a:ext cx="256032" cy="195073"/>
            </a:xfrm>
            <a:prstGeom prst="rect">
              <a:avLst/>
            </a:prstGeom>
          </p:spPr>
        </p:pic>
        <p:sp>
          <p:nvSpPr>
            <p:cNvPr id="13" name="object 13"/>
            <p:cNvSpPr/>
            <p:nvPr/>
          </p:nvSpPr>
          <p:spPr>
            <a:xfrm>
              <a:off x="0" y="1630679"/>
              <a:ext cx="250190" cy="5035550"/>
            </a:xfrm>
            <a:custGeom>
              <a:avLst/>
              <a:gdLst/>
              <a:ahLst/>
              <a:cxnLst/>
              <a:rect l="l" t="t" r="r" b="b"/>
              <a:pathLst>
                <a:path w="250190" h="5035550">
                  <a:moveTo>
                    <a:pt x="249936" y="0"/>
                  </a:moveTo>
                  <a:lnTo>
                    <a:pt x="0" y="0"/>
                  </a:lnTo>
                  <a:lnTo>
                    <a:pt x="0" y="5035296"/>
                  </a:lnTo>
                  <a:lnTo>
                    <a:pt x="249936" y="5035296"/>
                  </a:lnTo>
                  <a:lnTo>
                    <a:pt x="249936" y="0"/>
                  </a:lnTo>
                  <a:close/>
                </a:path>
              </a:pathLst>
            </a:custGeom>
            <a:solidFill>
              <a:srgbClr val="C0504D"/>
            </a:solidFill>
          </p:spPr>
          <p:txBody>
            <a:bodyPr wrap="square" lIns="0" tIns="0" rIns="0" bIns="0" rtlCol="0"/>
            <a:lstStyle/>
            <a:p>
              <a:endParaRPr/>
            </a:p>
          </p:txBody>
        </p:sp>
        <p:sp>
          <p:nvSpPr>
            <p:cNvPr id="14" name="object 14"/>
            <p:cNvSpPr/>
            <p:nvPr/>
          </p:nvSpPr>
          <p:spPr>
            <a:xfrm>
              <a:off x="0" y="1630679"/>
              <a:ext cx="250190" cy="5035550"/>
            </a:xfrm>
            <a:custGeom>
              <a:avLst/>
              <a:gdLst/>
              <a:ahLst/>
              <a:cxnLst/>
              <a:rect l="l" t="t" r="r" b="b"/>
              <a:pathLst>
                <a:path w="250190" h="5035550">
                  <a:moveTo>
                    <a:pt x="0" y="5035296"/>
                  </a:moveTo>
                  <a:lnTo>
                    <a:pt x="249936" y="5035296"/>
                  </a:lnTo>
                  <a:lnTo>
                    <a:pt x="249936" y="0"/>
                  </a:lnTo>
                  <a:lnTo>
                    <a:pt x="0" y="0"/>
                  </a:lnTo>
                </a:path>
              </a:pathLst>
            </a:custGeom>
            <a:ln w="12192">
              <a:solidFill>
                <a:srgbClr val="000000"/>
              </a:solidFill>
            </a:ln>
          </p:spPr>
          <p:txBody>
            <a:bodyPr wrap="square" lIns="0" tIns="0" rIns="0" bIns="0" rtlCol="0"/>
            <a:lstStyle/>
            <a:p>
              <a:endParaRPr/>
            </a:p>
          </p:txBody>
        </p:sp>
      </p:grpSp>
      <p:sp>
        <p:nvSpPr>
          <p:cNvPr id="15" name="object 15"/>
          <p:cNvSpPr txBox="1"/>
          <p:nvPr/>
        </p:nvSpPr>
        <p:spPr>
          <a:xfrm>
            <a:off x="10159" y="1636776"/>
            <a:ext cx="208915" cy="5029200"/>
          </a:xfrm>
          <a:prstGeom prst="rect">
            <a:avLst/>
          </a:prstGeom>
        </p:spPr>
        <p:txBody>
          <a:bodyPr vert="vert270" wrap="square" lIns="0" tIns="12700" rIns="0" bIns="0" rtlCol="0">
            <a:spAutoFit/>
          </a:bodyPr>
          <a:lstStyle/>
          <a:p>
            <a:pPr marL="587375">
              <a:lnSpc>
                <a:spcPct val="100000"/>
              </a:lnSpc>
              <a:spcBef>
                <a:spcPts val="100"/>
              </a:spcBef>
            </a:pPr>
            <a:r>
              <a:rPr sz="1200" dirty="0">
                <a:solidFill>
                  <a:srgbClr val="FFFFFF"/>
                </a:solidFill>
                <a:latin typeface="Calibri"/>
                <a:cs typeface="Calibri"/>
              </a:rPr>
              <a:t>Images</a:t>
            </a:r>
            <a:r>
              <a:rPr sz="1200" spc="-65" dirty="0">
                <a:solidFill>
                  <a:srgbClr val="FFFFFF"/>
                </a:solidFill>
                <a:latin typeface="Calibri"/>
                <a:cs typeface="Calibri"/>
              </a:rPr>
              <a:t> </a:t>
            </a:r>
            <a:r>
              <a:rPr sz="1200" dirty="0">
                <a:solidFill>
                  <a:srgbClr val="FFFFFF"/>
                </a:solidFill>
                <a:latin typeface="Calibri"/>
                <a:cs typeface="Calibri"/>
              </a:rPr>
              <a:t>taken</a:t>
            </a:r>
            <a:r>
              <a:rPr sz="1200" spc="-30" dirty="0">
                <a:solidFill>
                  <a:srgbClr val="FFFFFF"/>
                </a:solidFill>
                <a:latin typeface="Calibri"/>
                <a:cs typeface="Calibri"/>
              </a:rPr>
              <a:t> </a:t>
            </a:r>
            <a:r>
              <a:rPr sz="1200" dirty="0">
                <a:solidFill>
                  <a:srgbClr val="FFFFFF"/>
                </a:solidFill>
                <a:latin typeface="Calibri"/>
                <a:cs typeface="Calibri"/>
              </a:rPr>
              <a:t>from</a:t>
            </a:r>
            <a:r>
              <a:rPr sz="1200" spc="-35" dirty="0">
                <a:solidFill>
                  <a:srgbClr val="FFFFFF"/>
                </a:solidFill>
                <a:latin typeface="Calibri"/>
                <a:cs typeface="Calibri"/>
              </a:rPr>
              <a:t> </a:t>
            </a:r>
            <a:r>
              <a:rPr sz="1200" dirty="0">
                <a:solidFill>
                  <a:srgbClr val="FFFFFF"/>
                </a:solidFill>
                <a:latin typeface="Calibri"/>
                <a:cs typeface="Calibri"/>
              </a:rPr>
              <a:t>Gonzalez</a:t>
            </a:r>
            <a:r>
              <a:rPr sz="1200" spc="-25" dirty="0">
                <a:solidFill>
                  <a:srgbClr val="FFFFFF"/>
                </a:solidFill>
                <a:latin typeface="Calibri"/>
                <a:cs typeface="Calibri"/>
              </a:rPr>
              <a:t> </a:t>
            </a:r>
            <a:r>
              <a:rPr sz="1200" dirty="0">
                <a:solidFill>
                  <a:srgbClr val="FFFFFF"/>
                </a:solidFill>
                <a:latin typeface="Calibri"/>
                <a:cs typeface="Calibri"/>
              </a:rPr>
              <a:t>&amp;</a:t>
            </a:r>
            <a:r>
              <a:rPr sz="1200" spc="-50" dirty="0">
                <a:solidFill>
                  <a:srgbClr val="FFFFFF"/>
                </a:solidFill>
                <a:latin typeface="Calibri"/>
                <a:cs typeface="Calibri"/>
              </a:rPr>
              <a:t> </a:t>
            </a:r>
            <a:r>
              <a:rPr sz="1200" spc="-10" dirty="0">
                <a:solidFill>
                  <a:srgbClr val="FFFFFF"/>
                </a:solidFill>
                <a:latin typeface="Calibri"/>
                <a:cs typeface="Calibri"/>
              </a:rPr>
              <a:t>Woods,</a:t>
            </a:r>
            <a:r>
              <a:rPr sz="1200" spc="-25" dirty="0">
                <a:solidFill>
                  <a:srgbClr val="FFFFFF"/>
                </a:solidFill>
                <a:latin typeface="Calibri"/>
                <a:cs typeface="Calibri"/>
              </a:rPr>
              <a:t> </a:t>
            </a:r>
            <a:r>
              <a:rPr sz="1200" dirty="0">
                <a:solidFill>
                  <a:srgbClr val="FFFFFF"/>
                </a:solidFill>
                <a:latin typeface="Calibri"/>
                <a:cs typeface="Calibri"/>
              </a:rPr>
              <a:t>Digital</a:t>
            </a:r>
            <a:r>
              <a:rPr sz="1200" spc="-35" dirty="0">
                <a:solidFill>
                  <a:srgbClr val="FFFFFF"/>
                </a:solidFill>
                <a:latin typeface="Calibri"/>
                <a:cs typeface="Calibri"/>
              </a:rPr>
              <a:t> </a:t>
            </a:r>
            <a:r>
              <a:rPr sz="1200" dirty="0">
                <a:solidFill>
                  <a:srgbClr val="FFFFFF"/>
                </a:solidFill>
                <a:latin typeface="Calibri"/>
                <a:cs typeface="Calibri"/>
              </a:rPr>
              <a:t>Image</a:t>
            </a:r>
            <a:r>
              <a:rPr sz="1200" spc="-70" dirty="0">
                <a:solidFill>
                  <a:srgbClr val="FFFFFF"/>
                </a:solidFill>
                <a:latin typeface="Calibri"/>
                <a:cs typeface="Calibri"/>
              </a:rPr>
              <a:t> </a:t>
            </a:r>
            <a:r>
              <a:rPr sz="1200" dirty="0">
                <a:solidFill>
                  <a:srgbClr val="FFFFFF"/>
                </a:solidFill>
                <a:latin typeface="Calibri"/>
                <a:cs typeface="Calibri"/>
              </a:rPr>
              <a:t>Processing </a:t>
            </a:r>
            <a:r>
              <a:rPr sz="1200" spc="-10" dirty="0">
                <a:solidFill>
                  <a:srgbClr val="FFFFFF"/>
                </a:solidFill>
                <a:latin typeface="Calibri"/>
                <a:cs typeface="Calibri"/>
              </a:rPr>
              <a:t>(2002)</a:t>
            </a:r>
            <a:endParaRPr sz="120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67310">
              <a:lnSpc>
                <a:spcPct val="100000"/>
              </a:lnSpc>
              <a:spcBef>
                <a:spcPts val="90"/>
              </a:spcBef>
            </a:pPr>
            <a:r>
              <a:rPr dirty="0"/>
              <a:t>Image</a:t>
            </a:r>
            <a:r>
              <a:rPr spc="-105" dirty="0"/>
              <a:t> </a:t>
            </a:r>
            <a:r>
              <a:rPr dirty="0"/>
              <a:t>Sampling</a:t>
            </a:r>
            <a:r>
              <a:rPr spc="-90" dirty="0"/>
              <a:t> </a:t>
            </a:r>
            <a:r>
              <a:rPr dirty="0"/>
              <a:t>And</a:t>
            </a:r>
            <a:r>
              <a:rPr spc="-110" dirty="0"/>
              <a:t> </a:t>
            </a:r>
            <a:r>
              <a:rPr spc="-10" dirty="0"/>
              <a:t>Quantisation</a:t>
            </a:r>
          </a:p>
        </p:txBody>
      </p:sp>
      <p:grpSp>
        <p:nvGrpSpPr>
          <p:cNvPr id="3" name="object 3"/>
          <p:cNvGrpSpPr/>
          <p:nvPr/>
        </p:nvGrpSpPr>
        <p:grpSpPr>
          <a:xfrm>
            <a:off x="2185416" y="1444752"/>
            <a:ext cx="5374005" cy="5148580"/>
            <a:chOff x="2185416" y="1444752"/>
            <a:chExt cx="5374005" cy="5148580"/>
          </a:xfrm>
        </p:grpSpPr>
        <p:pic>
          <p:nvPicPr>
            <p:cNvPr id="4" name="object 4"/>
            <p:cNvPicPr/>
            <p:nvPr/>
          </p:nvPicPr>
          <p:blipFill>
            <a:blip r:embed="rId2" cstate="print"/>
            <a:stretch>
              <a:fillRect/>
            </a:stretch>
          </p:blipFill>
          <p:spPr>
            <a:xfrm>
              <a:off x="2194560" y="1691799"/>
              <a:ext cx="5355336" cy="4639109"/>
            </a:xfrm>
            <a:prstGeom prst="rect">
              <a:avLst/>
            </a:prstGeom>
          </p:spPr>
        </p:pic>
        <p:sp>
          <p:nvSpPr>
            <p:cNvPr id="5" name="object 5"/>
            <p:cNvSpPr/>
            <p:nvPr/>
          </p:nvSpPr>
          <p:spPr>
            <a:xfrm>
              <a:off x="2189988" y="1449324"/>
              <a:ext cx="5364480" cy="5139055"/>
            </a:xfrm>
            <a:custGeom>
              <a:avLst/>
              <a:gdLst/>
              <a:ahLst/>
              <a:cxnLst/>
              <a:rect l="l" t="t" r="r" b="b"/>
              <a:pathLst>
                <a:path w="5364480" h="5139055">
                  <a:moveTo>
                    <a:pt x="0" y="5138928"/>
                  </a:moveTo>
                  <a:lnTo>
                    <a:pt x="5364479" y="5138928"/>
                  </a:lnTo>
                  <a:lnTo>
                    <a:pt x="5364479" y="0"/>
                  </a:lnTo>
                  <a:lnTo>
                    <a:pt x="0" y="0"/>
                  </a:lnTo>
                  <a:lnTo>
                    <a:pt x="0" y="5138928"/>
                  </a:lnTo>
                  <a:close/>
                </a:path>
              </a:pathLst>
            </a:custGeom>
            <a:ln w="9144">
              <a:solidFill>
                <a:srgbClr val="000000"/>
              </a:solidFill>
            </a:ln>
          </p:spPr>
          <p:txBody>
            <a:bodyPr wrap="square" lIns="0" tIns="0" rIns="0" bIns="0" rtlCol="0"/>
            <a:lstStyle/>
            <a:p>
              <a:endParaRPr/>
            </a:p>
          </p:txBody>
        </p:sp>
      </p:grpSp>
      <p:grpSp>
        <p:nvGrpSpPr>
          <p:cNvPr id="6" name="object 6"/>
          <p:cNvGrpSpPr/>
          <p:nvPr/>
        </p:nvGrpSpPr>
        <p:grpSpPr>
          <a:xfrm>
            <a:off x="-6096" y="1624583"/>
            <a:ext cx="262255" cy="5233670"/>
            <a:chOff x="-6096" y="1624583"/>
            <a:chExt cx="262255" cy="5233670"/>
          </a:xfrm>
        </p:grpSpPr>
        <p:pic>
          <p:nvPicPr>
            <p:cNvPr id="7" name="object 7"/>
            <p:cNvPicPr/>
            <p:nvPr/>
          </p:nvPicPr>
          <p:blipFill>
            <a:blip r:embed="rId3" cstate="print"/>
            <a:stretch>
              <a:fillRect/>
            </a:stretch>
          </p:blipFill>
          <p:spPr>
            <a:xfrm>
              <a:off x="0" y="6662926"/>
              <a:ext cx="256032" cy="195073"/>
            </a:xfrm>
            <a:prstGeom prst="rect">
              <a:avLst/>
            </a:prstGeom>
          </p:spPr>
        </p:pic>
        <p:sp>
          <p:nvSpPr>
            <p:cNvPr id="8" name="object 8"/>
            <p:cNvSpPr/>
            <p:nvPr/>
          </p:nvSpPr>
          <p:spPr>
            <a:xfrm>
              <a:off x="0" y="1630679"/>
              <a:ext cx="250190" cy="5035550"/>
            </a:xfrm>
            <a:custGeom>
              <a:avLst/>
              <a:gdLst/>
              <a:ahLst/>
              <a:cxnLst/>
              <a:rect l="l" t="t" r="r" b="b"/>
              <a:pathLst>
                <a:path w="250190" h="5035550">
                  <a:moveTo>
                    <a:pt x="249936" y="0"/>
                  </a:moveTo>
                  <a:lnTo>
                    <a:pt x="0" y="0"/>
                  </a:lnTo>
                  <a:lnTo>
                    <a:pt x="0" y="5035296"/>
                  </a:lnTo>
                  <a:lnTo>
                    <a:pt x="249936" y="5035296"/>
                  </a:lnTo>
                  <a:lnTo>
                    <a:pt x="249936" y="0"/>
                  </a:lnTo>
                  <a:close/>
                </a:path>
              </a:pathLst>
            </a:custGeom>
            <a:solidFill>
              <a:srgbClr val="C0504D"/>
            </a:solidFill>
          </p:spPr>
          <p:txBody>
            <a:bodyPr wrap="square" lIns="0" tIns="0" rIns="0" bIns="0" rtlCol="0"/>
            <a:lstStyle/>
            <a:p>
              <a:endParaRPr/>
            </a:p>
          </p:txBody>
        </p:sp>
        <p:sp>
          <p:nvSpPr>
            <p:cNvPr id="9" name="object 9"/>
            <p:cNvSpPr/>
            <p:nvPr/>
          </p:nvSpPr>
          <p:spPr>
            <a:xfrm>
              <a:off x="0" y="1630679"/>
              <a:ext cx="250190" cy="5035550"/>
            </a:xfrm>
            <a:custGeom>
              <a:avLst/>
              <a:gdLst/>
              <a:ahLst/>
              <a:cxnLst/>
              <a:rect l="l" t="t" r="r" b="b"/>
              <a:pathLst>
                <a:path w="250190" h="5035550">
                  <a:moveTo>
                    <a:pt x="0" y="5035296"/>
                  </a:moveTo>
                  <a:lnTo>
                    <a:pt x="249936" y="5035296"/>
                  </a:lnTo>
                  <a:lnTo>
                    <a:pt x="249936" y="0"/>
                  </a:lnTo>
                  <a:lnTo>
                    <a:pt x="0" y="0"/>
                  </a:lnTo>
                </a:path>
              </a:pathLst>
            </a:custGeom>
            <a:ln w="12192">
              <a:solidFill>
                <a:srgbClr val="000000"/>
              </a:solidFill>
            </a:ln>
          </p:spPr>
          <p:txBody>
            <a:bodyPr wrap="square" lIns="0" tIns="0" rIns="0" bIns="0" rtlCol="0"/>
            <a:lstStyle/>
            <a:p>
              <a:endParaRPr/>
            </a:p>
          </p:txBody>
        </p:sp>
      </p:grpSp>
      <p:sp>
        <p:nvSpPr>
          <p:cNvPr id="10" name="object 10"/>
          <p:cNvSpPr txBox="1"/>
          <p:nvPr/>
        </p:nvSpPr>
        <p:spPr>
          <a:xfrm>
            <a:off x="10159" y="1636776"/>
            <a:ext cx="208915" cy="5029200"/>
          </a:xfrm>
          <a:prstGeom prst="rect">
            <a:avLst/>
          </a:prstGeom>
        </p:spPr>
        <p:txBody>
          <a:bodyPr vert="vert270" wrap="square" lIns="0" tIns="12700" rIns="0" bIns="0" rtlCol="0">
            <a:spAutoFit/>
          </a:bodyPr>
          <a:lstStyle/>
          <a:p>
            <a:pPr marL="587375">
              <a:lnSpc>
                <a:spcPct val="100000"/>
              </a:lnSpc>
              <a:spcBef>
                <a:spcPts val="100"/>
              </a:spcBef>
            </a:pPr>
            <a:r>
              <a:rPr sz="1200" dirty="0">
                <a:solidFill>
                  <a:srgbClr val="FFFFFF"/>
                </a:solidFill>
                <a:latin typeface="Calibri"/>
                <a:cs typeface="Calibri"/>
              </a:rPr>
              <a:t>Images</a:t>
            </a:r>
            <a:r>
              <a:rPr sz="1200" spc="-65" dirty="0">
                <a:solidFill>
                  <a:srgbClr val="FFFFFF"/>
                </a:solidFill>
                <a:latin typeface="Calibri"/>
                <a:cs typeface="Calibri"/>
              </a:rPr>
              <a:t> </a:t>
            </a:r>
            <a:r>
              <a:rPr sz="1200" dirty="0">
                <a:solidFill>
                  <a:srgbClr val="FFFFFF"/>
                </a:solidFill>
                <a:latin typeface="Calibri"/>
                <a:cs typeface="Calibri"/>
              </a:rPr>
              <a:t>taken</a:t>
            </a:r>
            <a:r>
              <a:rPr sz="1200" spc="-30" dirty="0">
                <a:solidFill>
                  <a:srgbClr val="FFFFFF"/>
                </a:solidFill>
                <a:latin typeface="Calibri"/>
                <a:cs typeface="Calibri"/>
              </a:rPr>
              <a:t> </a:t>
            </a:r>
            <a:r>
              <a:rPr sz="1200" dirty="0">
                <a:solidFill>
                  <a:srgbClr val="FFFFFF"/>
                </a:solidFill>
                <a:latin typeface="Calibri"/>
                <a:cs typeface="Calibri"/>
              </a:rPr>
              <a:t>from</a:t>
            </a:r>
            <a:r>
              <a:rPr sz="1200" spc="-35" dirty="0">
                <a:solidFill>
                  <a:srgbClr val="FFFFFF"/>
                </a:solidFill>
                <a:latin typeface="Calibri"/>
                <a:cs typeface="Calibri"/>
              </a:rPr>
              <a:t> </a:t>
            </a:r>
            <a:r>
              <a:rPr sz="1200" dirty="0">
                <a:solidFill>
                  <a:srgbClr val="FFFFFF"/>
                </a:solidFill>
                <a:latin typeface="Calibri"/>
                <a:cs typeface="Calibri"/>
              </a:rPr>
              <a:t>Gonzalez</a:t>
            </a:r>
            <a:r>
              <a:rPr sz="1200" spc="-25" dirty="0">
                <a:solidFill>
                  <a:srgbClr val="FFFFFF"/>
                </a:solidFill>
                <a:latin typeface="Calibri"/>
                <a:cs typeface="Calibri"/>
              </a:rPr>
              <a:t> </a:t>
            </a:r>
            <a:r>
              <a:rPr sz="1200" dirty="0">
                <a:solidFill>
                  <a:srgbClr val="FFFFFF"/>
                </a:solidFill>
                <a:latin typeface="Calibri"/>
                <a:cs typeface="Calibri"/>
              </a:rPr>
              <a:t>&amp;</a:t>
            </a:r>
            <a:r>
              <a:rPr sz="1200" spc="-50" dirty="0">
                <a:solidFill>
                  <a:srgbClr val="FFFFFF"/>
                </a:solidFill>
                <a:latin typeface="Calibri"/>
                <a:cs typeface="Calibri"/>
              </a:rPr>
              <a:t> </a:t>
            </a:r>
            <a:r>
              <a:rPr sz="1200" spc="-10" dirty="0">
                <a:solidFill>
                  <a:srgbClr val="FFFFFF"/>
                </a:solidFill>
                <a:latin typeface="Calibri"/>
                <a:cs typeface="Calibri"/>
              </a:rPr>
              <a:t>Woods,</a:t>
            </a:r>
            <a:r>
              <a:rPr sz="1200" spc="-25" dirty="0">
                <a:solidFill>
                  <a:srgbClr val="FFFFFF"/>
                </a:solidFill>
                <a:latin typeface="Calibri"/>
                <a:cs typeface="Calibri"/>
              </a:rPr>
              <a:t> </a:t>
            </a:r>
            <a:r>
              <a:rPr sz="1200" dirty="0">
                <a:solidFill>
                  <a:srgbClr val="FFFFFF"/>
                </a:solidFill>
                <a:latin typeface="Calibri"/>
                <a:cs typeface="Calibri"/>
              </a:rPr>
              <a:t>Digital</a:t>
            </a:r>
            <a:r>
              <a:rPr sz="1200" spc="-35" dirty="0">
                <a:solidFill>
                  <a:srgbClr val="FFFFFF"/>
                </a:solidFill>
                <a:latin typeface="Calibri"/>
                <a:cs typeface="Calibri"/>
              </a:rPr>
              <a:t> </a:t>
            </a:r>
            <a:r>
              <a:rPr sz="1200" dirty="0">
                <a:solidFill>
                  <a:srgbClr val="FFFFFF"/>
                </a:solidFill>
                <a:latin typeface="Calibri"/>
                <a:cs typeface="Calibri"/>
              </a:rPr>
              <a:t>Image</a:t>
            </a:r>
            <a:r>
              <a:rPr sz="1200" spc="-70" dirty="0">
                <a:solidFill>
                  <a:srgbClr val="FFFFFF"/>
                </a:solidFill>
                <a:latin typeface="Calibri"/>
                <a:cs typeface="Calibri"/>
              </a:rPr>
              <a:t> </a:t>
            </a:r>
            <a:r>
              <a:rPr sz="1200" dirty="0">
                <a:solidFill>
                  <a:srgbClr val="FFFFFF"/>
                </a:solidFill>
                <a:latin typeface="Calibri"/>
                <a:cs typeface="Calibri"/>
              </a:rPr>
              <a:t>Processing </a:t>
            </a:r>
            <a:r>
              <a:rPr sz="1200" spc="-10" dirty="0">
                <a:solidFill>
                  <a:srgbClr val="FFFFFF"/>
                </a:solidFill>
                <a:latin typeface="Calibri"/>
                <a:cs typeface="Calibri"/>
              </a:rPr>
              <a:t>(2002)</a:t>
            </a:r>
            <a:endParaRPr sz="120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188464" y="1691639"/>
            <a:ext cx="6623684" cy="4651375"/>
            <a:chOff x="2188464" y="1691639"/>
            <a:chExt cx="6623684" cy="4651375"/>
          </a:xfrm>
        </p:grpSpPr>
        <p:pic>
          <p:nvPicPr>
            <p:cNvPr id="3" name="object 3"/>
            <p:cNvPicPr/>
            <p:nvPr/>
          </p:nvPicPr>
          <p:blipFill>
            <a:blip r:embed="rId2" cstate="print"/>
            <a:stretch>
              <a:fillRect/>
            </a:stretch>
          </p:blipFill>
          <p:spPr>
            <a:xfrm>
              <a:off x="2331720" y="1819655"/>
              <a:ext cx="5514261" cy="3612258"/>
            </a:xfrm>
            <a:prstGeom prst="rect">
              <a:avLst/>
            </a:prstGeom>
          </p:spPr>
        </p:pic>
        <p:pic>
          <p:nvPicPr>
            <p:cNvPr id="4" name="object 4"/>
            <p:cNvPicPr/>
            <p:nvPr/>
          </p:nvPicPr>
          <p:blipFill>
            <a:blip r:embed="rId3" cstate="print"/>
            <a:stretch>
              <a:fillRect/>
            </a:stretch>
          </p:blipFill>
          <p:spPr>
            <a:xfrm>
              <a:off x="2334768" y="1749551"/>
              <a:ext cx="6477000" cy="4593336"/>
            </a:xfrm>
            <a:prstGeom prst="rect">
              <a:avLst/>
            </a:prstGeom>
          </p:spPr>
        </p:pic>
        <p:sp>
          <p:nvSpPr>
            <p:cNvPr id="5" name="object 5"/>
            <p:cNvSpPr/>
            <p:nvPr/>
          </p:nvSpPr>
          <p:spPr>
            <a:xfrm>
              <a:off x="2188464" y="1691639"/>
              <a:ext cx="5678805" cy="3749040"/>
            </a:xfrm>
            <a:custGeom>
              <a:avLst/>
              <a:gdLst/>
              <a:ahLst/>
              <a:cxnLst/>
              <a:rect l="l" t="t" r="r" b="b"/>
              <a:pathLst>
                <a:path w="5678805" h="3749040">
                  <a:moveTo>
                    <a:pt x="5678424" y="0"/>
                  </a:moveTo>
                  <a:lnTo>
                    <a:pt x="0" y="0"/>
                  </a:lnTo>
                  <a:lnTo>
                    <a:pt x="0" y="3749039"/>
                  </a:lnTo>
                  <a:lnTo>
                    <a:pt x="5678424" y="3749039"/>
                  </a:lnTo>
                  <a:lnTo>
                    <a:pt x="5678424" y="0"/>
                  </a:lnTo>
                  <a:close/>
                </a:path>
              </a:pathLst>
            </a:custGeom>
            <a:solidFill>
              <a:srgbClr val="FFFFFF"/>
            </a:solidFill>
          </p:spPr>
          <p:txBody>
            <a:bodyPr wrap="square" lIns="0" tIns="0" rIns="0" bIns="0" rtlCol="0"/>
            <a:lstStyle/>
            <a:p>
              <a:endParaRPr/>
            </a:p>
          </p:txBody>
        </p:sp>
        <p:pic>
          <p:nvPicPr>
            <p:cNvPr id="6" name="object 6"/>
            <p:cNvPicPr/>
            <p:nvPr/>
          </p:nvPicPr>
          <p:blipFill>
            <a:blip r:embed="rId4" cstate="print"/>
            <a:stretch>
              <a:fillRect/>
            </a:stretch>
          </p:blipFill>
          <p:spPr>
            <a:xfrm>
              <a:off x="2331720" y="1819655"/>
              <a:ext cx="5544311" cy="3642360"/>
            </a:xfrm>
            <a:prstGeom prst="rect">
              <a:avLst/>
            </a:prstGeom>
          </p:spPr>
        </p:pic>
        <p:sp>
          <p:nvSpPr>
            <p:cNvPr id="7" name="object 7"/>
            <p:cNvSpPr/>
            <p:nvPr/>
          </p:nvSpPr>
          <p:spPr>
            <a:xfrm>
              <a:off x="2188464" y="1776983"/>
              <a:ext cx="5678805" cy="3752215"/>
            </a:xfrm>
            <a:custGeom>
              <a:avLst/>
              <a:gdLst/>
              <a:ahLst/>
              <a:cxnLst/>
              <a:rect l="l" t="t" r="r" b="b"/>
              <a:pathLst>
                <a:path w="5678805" h="3752215">
                  <a:moveTo>
                    <a:pt x="5678424" y="0"/>
                  </a:moveTo>
                  <a:lnTo>
                    <a:pt x="0" y="0"/>
                  </a:lnTo>
                  <a:lnTo>
                    <a:pt x="0" y="3752088"/>
                  </a:lnTo>
                  <a:lnTo>
                    <a:pt x="5678424" y="3752088"/>
                  </a:lnTo>
                  <a:lnTo>
                    <a:pt x="5678424" y="0"/>
                  </a:lnTo>
                  <a:close/>
                </a:path>
              </a:pathLst>
            </a:custGeom>
            <a:solidFill>
              <a:srgbClr val="FFFFFF"/>
            </a:solidFill>
          </p:spPr>
          <p:txBody>
            <a:bodyPr wrap="square" lIns="0" tIns="0" rIns="0" bIns="0" rtlCol="0"/>
            <a:lstStyle/>
            <a:p>
              <a:endParaRPr/>
            </a:p>
          </p:txBody>
        </p:sp>
        <p:sp>
          <p:nvSpPr>
            <p:cNvPr id="8" name="object 8"/>
            <p:cNvSpPr/>
            <p:nvPr/>
          </p:nvSpPr>
          <p:spPr>
            <a:xfrm>
              <a:off x="2496312" y="1972055"/>
              <a:ext cx="5255260" cy="3599815"/>
            </a:xfrm>
            <a:custGeom>
              <a:avLst/>
              <a:gdLst/>
              <a:ahLst/>
              <a:cxnLst/>
              <a:rect l="l" t="t" r="r" b="b"/>
              <a:pathLst>
                <a:path w="5255259" h="3599815">
                  <a:moveTo>
                    <a:pt x="0" y="3599688"/>
                  </a:moveTo>
                  <a:lnTo>
                    <a:pt x="0" y="0"/>
                  </a:lnTo>
                </a:path>
                <a:path w="5255259" h="3599815">
                  <a:moveTo>
                    <a:pt x="225551" y="3599688"/>
                  </a:moveTo>
                  <a:lnTo>
                    <a:pt x="225551" y="0"/>
                  </a:lnTo>
                </a:path>
                <a:path w="5255259" h="3599815">
                  <a:moveTo>
                    <a:pt x="457200" y="3599688"/>
                  </a:moveTo>
                  <a:lnTo>
                    <a:pt x="457200" y="0"/>
                  </a:lnTo>
                </a:path>
                <a:path w="5255259" h="3599815">
                  <a:moveTo>
                    <a:pt x="908303" y="3599688"/>
                  </a:moveTo>
                  <a:lnTo>
                    <a:pt x="908303" y="0"/>
                  </a:lnTo>
                </a:path>
                <a:path w="5255259" h="3599815">
                  <a:moveTo>
                    <a:pt x="1371600" y="3599688"/>
                  </a:moveTo>
                  <a:lnTo>
                    <a:pt x="1371600" y="0"/>
                  </a:lnTo>
                </a:path>
                <a:path w="5255259" h="3599815">
                  <a:moveTo>
                    <a:pt x="1819655" y="3599688"/>
                  </a:moveTo>
                  <a:lnTo>
                    <a:pt x="1819655" y="0"/>
                  </a:lnTo>
                </a:path>
                <a:path w="5255259" h="3599815">
                  <a:moveTo>
                    <a:pt x="2273808" y="3599688"/>
                  </a:moveTo>
                  <a:lnTo>
                    <a:pt x="2273808" y="0"/>
                  </a:lnTo>
                </a:path>
                <a:path w="5255259" h="3599815">
                  <a:moveTo>
                    <a:pt x="2508504" y="3599688"/>
                  </a:moveTo>
                  <a:lnTo>
                    <a:pt x="2508504" y="0"/>
                  </a:lnTo>
                </a:path>
                <a:path w="5255259" h="3599815">
                  <a:moveTo>
                    <a:pt x="2734055" y="3599688"/>
                  </a:moveTo>
                  <a:lnTo>
                    <a:pt x="2734055" y="0"/>
                  </a:lnTo>
                </a:path>
                <a:path w="5255259" h="3599815">
                  <a:moveTo>
                    <a:pt x="2962655" y="3599688"/>
                  </a:moveTo>
                  <a:lnTo>
                    <a:pt x="2962655" y="0"/>
                  </a:lnTo>
                </a:path>
                <a:path w="5255259" h="3599815">
                  <a:moveTo>
                    <a:pt x="3188208" y="3599688"/>
                  </a:moveTo>
                  <a:lnTo>
                    <a:pt x="3188208" y="0"/>
                  </a:lnTo>
                </a:path>
                <a:path w="5255259" h="3599815">
                  <a:moveTo>
                    <a:pt x="3407664" y="3599688"/>
                  </a:moveTo>
                  <a:lnTo>
                    <a:pt x="3407664" y="0"/>
                  </a:lnTo>
                </a:path>
                <a:path w="5255259" h="3599815">
                  <a:moveTo>
                    <a:pt x="3654552" y="3599688"/>
                  </a:moveTo>
                  <a:lnTo>
                    <a:pt x="3654552" y="0"/>
                  </a:lnTo>
                </a:path>
                <a:path w="5255259" h="3599815">
                  <a:moveTo>
                    <a:pt x="3874008" y="3599688"/>
                  </a:moveTo>
                  <a:lnTo>
                    <a:pt x="3874008" y="0"/>
                  </a:lnTo>
                </a:path>
                <a:path w="5255259" h="3599815">
                  <a:moveTo>
                    <a:pt x="4108704" y="3599688"/>
                  </a:moveTo>
                  <a:lnTo>
                    <a:pt x="4108704" y="0"/>
                  </a:lnTo>
                </a:path>
                <a:path w="5255259" h="3599815">
                  <a:moveTo>
                    <a:pt x="4328160" y="3599688"/>
                  </a:moveTo>
                  <a:lnTo>
                    <a:pt x="4328160" y="0"/>
                  </a:lnTo>
                </a:path>
                <a:path w="5255259" h="3599815">
                  <a:moveTo>
                    <a:pt x="4553712" y="3599688"/>
                  </a:moveTo>
                  <a:lnTo>
                    <a:pt x="4553712" y="0"/>
                  </a:lnTo>
                </a:path>
                <a:path w="5255259" h="3599815">
                  <a:moveTo>
                    <a:pt x="4788408" y="3599688"/>
                  </a:moveTo>
                  <a:lnTo>
                    <a:pt x="4788408" y="0"/>
                  </a:lnTo>
                </a:path>
                <a:path w="5255259" h="3599815">
                  <a:moveTo>
                    <a:pt x="5017008" y="3599688"/>
                  </a:moveTo>
                  <a:lnTo>
                    <a:pt x="5017008" y="0"/>
                  </a:lnTo>
                </a:path>
                <a:path w="5255259" h="3599815">
                  <a:moveTo>
                    <a:pt x="5254752" y="3599688"/>
                  </a:moveTo>
                  <a:lnTo>
                    <a:pt x="5254752" y="0"/>
                  </a:lnTo>
                </a:path>
                <a:path w="5255259" h="3599815">
                  <a:moveTo>
                    <a:pt x="679704" y="3599688"/>
                  </a:moveTo>
                  <a:lnTo>
                    <a:pt x="679704" y="0"/>
                  </a:lnTo>
                </a:path>
                <a:path w="5255259" h="3599815">
                  <a:moveTo>
                    <a:pt x="1143000" y="3599688"/>
                  </a:moveTo>
                  <a:lnTo>
                    <a:pt x="1143000" y="0"/>
                  </a:lnTo>
                </a:path>
                <a:path w="5255259" h="3599815">
                  <a:moveTo>
                    <a:pt x="1597152" y="3599688"/>
                  </a:moveTo>
                  <a:lnTo>
                    <a:pt x="1597152" y="0"/>
                  </a:lnTo>
                </a:path>
                <a:path w="5255259" h="3599815">
                  <a:moveTo>
                    <a:pt x="2045208" y="3599688"/>
                  </a:moveTo>
                  <a:lnTo>
                    <a:pt x="2045208" y="0"/>
                  </a:lnTo>
                </a:path>
              </a:pathLst>
            </a:custGeom>
            <a:ln w="12192">
              <a:solidFill>
                <a:srgbClr val="99CCFF"/>
              </a:solidFill>
            </a:ln>
          </p:spPr>
          <p:txBody>
            <a:bodyPr wrap="square" lIns="0" tIns="0" rIns="0" bIns="0" rtlCol="0"/>
            <a:lstStyle/>
            <a:p>
              <a:endParaRPr/>
            </a:p>
          </p:txBody>
        </p:sp>
      </p:grpSp>
      <p:sp>
        <p:nvSpPr>
          <p:cNvPr id="9" name="object 9"/>
          <p:cNvSpPr txBox="1">
            <a:spLocks noGrp="1"/>
          </p:cNvSpPr>
          <p:nvPr>
            <p:ph type="title"/>
          </p:nvPr>
        </p:nvSpPr>
        <p:spPr>
          <a:prstGeom prst="rect">
            <a:avLst/>
          </a:prstGeom>
        </p:spPr>
        <p:txBody>
          <a:bodyPr vert="horz" wrap="square" lIns="0" tIns="420801" rIns="0" bIns="0" rtlCol="0">
            <a:spAutoFit/>
          </a:bodyPr>
          <a:lstStyle/>
          <a:p>
            <a:pPr marL="67310">
              <a:lnSpc>
                <a:spcPct val="100000"/>
              </a:lnSpc>
              <a:spcBef>
                <a:spcPts val="90"/>
              </a:spcBef>
            </a:pPr>
            <a:r>
              <a:rPr dirty="0"/>
              <a:t>Image</a:t>
            </a:r>
            <a:r>
              <a:rPr spc="-105" dirty="0"/>
              <a:t> </a:t>
            </a:r>
            <a:r>
              <a:rPr dirty="0"/>
              <a:t>Sampling</a:t>
            </a:r>
            <a:r>
              <a:rPr spc="-90" dirty="0"/>
              <a:t> </a:t>
            </a:r>
            <a:r>
              <a:rPr dirty="0"/>
              <a:t>And</a:t>
            </a:r>
            <a:r>
              <a:rPr spc="-110" dirty="0"/>
              <a:t> </a:t>
            </a:r>
            <a:r>
              <a:rPr spc="-10" dirty="0"/>
              <a:t>Quantisation</a:t>
            </a:r>
          </a:p>
        </p:txBody>
      </p:sp>
      <p:grpSp>
        <p:nvGrpSpPr>
          <p:cNvPr id="10" name="object 10"/>
          <p:cNvGrpSpPr/>
          <p:nvPr/>
        </p:nvGrpSpPr>
        <p:grpSpPr>
          <a:xfrm>
            <a:off x="-6096" y="1222247"/>
            <a:ext cx="2146300" cy="5636260"/>
            <a:chOff x="-6096" y="1222247"/>
            <a:chExt cx="2146300" cy="5636260"/>
          </a:xfrm>
        </p:grpSpPr>
        <p:pic>
          <p:nvPicPr>
            <p:cNvPr id="11" name="object 11"/>
            <p:cNvPicPr/>
            <p:nvPr/>
          </p:nvPicPr>
          <p:blipFill>
            <a:blip r:embed="rId5" cstate="print"/>
            <a:stretch>
              <a:fillRect/>
            </a:stretch>
          </p:blipFill>
          <p:spPr>
            <a:xfrm>
              <a:off x="271272" y="1314085"/>
              <a:ext cx="1859279" cy="1612524"/>
            </a:xfrm>
            <a:prstGeom prst="rect">
              <a:avLst/>
            </a:prstGeom>
          </p:spPr>
        </p:pic>
        <p:sp>
          <p:nvSpPr>
            <p:cNvPr id="12" name="object 12"/>
            <p:cNvSpPr/>
            <p:nvPr/>
          </p:nvSpPr>
          <p:spPr>
            <a:xfrm>
              <a:off x="266699" y="1226819"/>
              <a:ext cx="1868805" cy="1792605"/>
            </a:xfrm>
            <a:custGeom>
              <a:avLst/>
              <a:gdLst/>
              <a:ahLst/>
              <a:cxnLst/>
              <a:rect l="l" t="t" r="r" b="b"/>
              <a:pathLst>
                <a:path w="1868805" h="1792605">
                  <a:moveTo>
                    <a:pt x="0" y="1792224"/>
                  </a:moveTo>
                  <a:lnTo>
                    <a:pt x="1868424" y="1792224"/>
                  </a:lnTo>
                  <a:lnTo>
                    <a:pt x="1868424" y="0"/>
                  </a:lnTo>
                  <a:lnTo>
                    <a:pt x="0" y="0"/>
                  </a:lnTo>
                  <a:lnTo>
                    <a:pt x="0" y="1792224"/>
                  </a:lnTo>
                  <a:close/>
                </a:path>
              </a:pathLst>
            </a:custGeom>
            <a:ln w="9144">
              <a:solidFill>
                <a:srgbClr val="000000"/>
              </a:solidFill>
            </a:ln>
          </p:spPr>
          <p:txBody>
            <a:bodyPr wrap="square" lIns="0" tIns="0" rIns="0" bIns="0" rtlCol="0"/>
            <a:lstStyle/>
            <a:p>
              <a:endParaRPr/>
            </a:p>
          </p:txBody>
        </p:sp>
        <p:pic>
          <p:nvPicPr>
            <p:cNvPr id="13" name="object 13"/>
            <p:cNvPicPr/>
            <p:nvPr/>
          </p:nvPicPr>
          <p:blipFill>
            <a:blip r:embed="rId6" cstate="print"/>
            <a:stretch>
              <a:fillRect/>
            </a:stretch>
          </p:blipFill>
          <p:spPr>
            <a:xfrm>
              <a:off x="0" y="6662926"/>
              <a:ext cx="256032" cy="195073"/>
            </a:xfrm>
            <a:prstGeom prst="rect">
              <a:avLst/>
            </a:prstGeom>
          </p:spPr>
        </p:pic>
        <p:sp>
          <p:nvSpPr>
            <p:cNvPr id="14" name="object 14"/>
            <p:cNvSpPr/>
            <p:nvPr/>
          </p:nvSpPr>
          <p:spPr>
            <a:xfrm>
              <a:off x="0" y="1630679"/>
              <a:ext cx="250190" cy="5035550"/>
            </a:xfrm>
            <a:custGeom>
              <a:avLst/>
              <a:gdLst/>
              <a:ahLst/>
              <a:cxnLst/>
              <a:rect l="l" t="t" r="r" b="b"/>
              <a:pathLst>
                <a:path w="250190" h="5035550">
                  <a:moveTo>
                    <a:pt x="249936" y="0"/>
                  </a:moveTo>
                  <a:lnTo>
                    <a:pt x="0" y="0"/>
                  </a:lnTo>
                  <a:lnTo>
                    <a:pt x="0" y="5035296"/>
                  </a:lnTo>
                  <a:lnTo>
                    <a:pt x="249936" y="5035296"/>
                  </a:lnTo>
                  <a:lnTo>
                    <a:pt x="249936" y="0"/>
                  </a:lnTo>
                  <a:close/>
                </a:path>
              </a:pathLst>
            </a:custGeom>
            <a:solidFill>
              <a:srgbClr val="C0504D"/>
            </a:solidFill>
          </p:spPr>
          <p:txBody>
            <a:bodyPr wrap="square" lIns="0" tIns="0" rIns="0" bIns="0" rtlCol="0"/>
            <a:lstStyle/>
            <a:p>
              <a:endParaRPr/>
            </a:p>
          </p:txBody>
        </p:sp>
        <p:sp>
          <p:nvSpPr>
            <p:cNvPr id="15" name="object 15"/>
            <p:cNvSpPr/>
            <p:nvPr/>
          </p:nvSpPr>
          <p:spPr>
            <a:xfrm>
              <a:off x="0" y="1630679"/>
              <a:ext cx="250190" cy="5035550"/>
            </a:xfrm>
            <a:custGeom>
              <a:avLst/>
              <a:gdLst/>
              <a:ahLst/>
              <a:cxnLst/>
              <a:rect l="l" t="t" r="r" b="b"/>
              <a:pathLst>
                <a:path w="250190" h="5035550">
                  <a:moveTo>
                    <a:pt x="0" y="5035296"/>
                  </a:moveTo>
                  <a:lnTo>
                    <a:pt x="249936" y="5035296"/>
                  </a:lnTo>
                  <a:lnTo>
                    <a:pt x="249936" y="0"/>
                  </a:lnTo>
                  <a:lnTo>
                    <a:pt x="0" y="0"/>
                  </a:lnTo>
                </a:path>
              </a:pathLst>
            </a:custGeom>
            <a:ln w="12192">
              <a:solidFill>
                <a:srgbClr val="000000"/>
              </a:solidFill>
            </a:ln>
          </p:spPr>
          <p:txBody>
            <a:bodyPr wrap="square" lIns="0" tIns="0" rIns="0" bIns="0" rtlCol="0"/>
            <a:lstStyle/>
            <a:p>
              <a:endParaRPr/>
            </a:p>
          </p:txBody>
        </p:sp>
      </p:grpSp>
      <p:sp>
        <p:nvSpPr>
          <p:cNvPr id="16" name="object 16"/>
          <p:cNvSpPr txBox="1"/>
          <p:nvPr/>
        </p:nvSpPr>
        <p:spPr>
          <a:xfrm>
            <a:off x="48336" y="1710360"/>
            <a:ext cx="178435" cy="4380865"/>
          </a:xfrm>
          <a:prstGeom prst="rect">
            <a:avLst/>
          </a:prstGeom>
        </p:spPr>
        <p:txBody>
          <a:bodyPr vert="vert270" wrap="square" lIns="0" tIns="0" rIns="0" bIns="0" rtlCol="0">
            <a:spAutoFit/>
          </a:bodyPr>
          <a:lstStyle/>
          <a:p>
            <a:pPr marL="12700">
              <a:lnSpc>
                <a:spcPts val="1240"/>
              </a:lnSpc>
            </a:pPr>
            <a:r>
              <a:rPr sz="1200" dirty="0">
                <a:solidFill>
                  <a:srgbClr val="FFFFFF"/>
                </a:solidFill>
                <a:latin typeface="Calibri"/>
                <a:cs typeface="Calibri"/>
              </a:rPr>
              <a:t>Images</a:t>
            </a:r>
            <a:r>
              <a:rPr sz="1200" spc="-65" dirty="0">
                <a:solidFill>
                  <a:srgbClr val="FFFFFF"/>
                </a:solidFill>
                <a:latin typeface="Calibri"/>
                <a:cs typeface="Calibri"/>
              </a:rPr>
              <a:t> </a:t>
            </a:r>
            <a:r>
              <a:rPr sz="1200" dirty="0">
                <a:solidFill>
                  <a:srgbClr val="FFFFFF"/>
                </a:solidFill>
                <a:latin typeface="Calibri"/>
                <a:cs typeface="Calibri"/>
              </a:rPr>
              <a:t>taken</a:t>
            </a:r>
            <a:r>
              <a:rPr sz="1200" spc="-30" dirty="0">
                <a:solidFill>
                  <a:srgbClr val="FFFFFF"/>
                </a:solidFill>
                <a:latin typeface="Calibri"/>
                <a:cs typeface="Calibri"/>
              </a:rPr>
              <a:t> </a:t>
            </a:r>
            <a:r>
              <a:rPr sz="1200" dirty="0">
                <a:solidFill>
                  <a:srgbClr val="FFFFFF"/>
                </a:solidFill>
                <a:latin typeface="Calibri"/>
                <a:cs typeface="Calibri"/>
              </a:rPr>
              <a:t>from</a:t>
            </a:r>
            <a:r>
              <a:rPr sz="1200" spc="-35" dirty="0">
                <a:solidFill>
                  <a:srgbClr val="FFFFFF"/>
                </a:solidFill>
                <a:latin typeface="Calibri"/>
                <a:cs typeface="Calibri"/>
              </a:rPr>
              <a:t> </a:t>
            </a:r>
            <a:r>
              <a:rPr sz="1200" dirty="0">
                <a:solidFill>
                  <a:srgbClr val="FFFFFF"/>
                </a:solidFill>
                <a:latin typeface="Calibri"/>
                <a:cs typeface="Calibri"/>
              </a:rPr>
              <a:t>Gonzalez</a:t>
            </a:r>
            <a:r>
              <a:rPr sz="1200" spc="-25" dirty="0">
                <a:solidFill>
                  <a:srgbClr val="FFFFFF"/>
                </a:solidFill>
                <a:latin typeface="Calibri"/>
                <a:cs typeface="Calibri"/>
              </a:rPr>
              <a:t> </a:t>
            </a:r>
            <a:r>
              <a:rPr sz="1200" dirty="0">
                <a:solidFill>
                  <a:srgbClr val="FFFFFF"/>
                </a:solidFill>
                <a:latin typeface="Calibri"/>
                <a:cs typeface="Calibri"/>
              </a:rPr>
              <a:t>&amp;</a:t>
            </a:r>
            <a:r>
              <a:rPr sz="1200" spc="-50" dirty="0">
                <a:solidFill>
                  <a:srgbClr val="FFFFFF"/>
                </a:solidFill>
                <a:latin typeface="Calibri"/>
                <a:cs typeface="Calibri"/>
              </a:rPr>
              <a:t> </a:t>
            </a:r>
            <a:r>
              <a:rPr sz="1200" spc="-10" dirty="0">
                <a:solidFill>
                  <a:srgbClr val="FFFFFF"/>
                </a:solidFill>
                <a:latin typeface="Calibri"/>
                <a:cs typeface="Calibri"/>
              </a:rPr>
              <a:t>Woods,</a:t>
            </a:r>
            <a:r>
              <a:rPr sz="1200" spc="-25" dirty="0">
                <a:solidFill>
                  <a:srgbClr val="FFFFFF"/>
                </a:solidFill>
                <a:latin typeface="Calibri"/>
                <a:cs typeface="Calibri"/>
              </a:rPr>
              <a:t> </a:t>
            </a:r>
            <a:r>
              <a:rPr sz="1200" dirty="0">
                <a:solidFill>
                  <a:srgbClr val="FFFFFF"/>
                </a:solidFill>
                <a:latin typeface="Calibri"/>
                <a:cs typeface="Calibri"/>
              </a:rPr>
              <a:t>Digital</a:t>
            </a:r>
            <a:r>
              <a:rPr sz="1200" spc="-35" dirty="0">
                <a:solidFill>
                  <a:srgbClr val="FFFFFF"/>
                </a:solidFill>
                <a:latin typeface="Calibri"/>
                <a:cs typeface="Calibri"/>
              </a:rPr>
              <a:t> </a:t>
            </a:r>
            <a:r>
              <a:rPr sz="1200" dirty="0">
                <a:solidFill>
                  <a:srgbClr val="FFFFFF"/>
                </a:solidFill>
                <a:latin typeface="Calibri"/>
                <a:cs typeface="Calibri"/>
              </a:rPr>
              <a:t>Image</a:t>
            </a:r>
            <a:r>
              <a:rPr sz="1200" spc="-70" dirty="0">
                <a:solidFill>
                  <a:srgbClr val="FFFFFF"/>
                </a:solidFill>
                <a:latin typeface="Calibri"/>
                <a:cs typeface="Calibri"/>
              </a:rPr>
              <a:t> </a:t>
            </a:r>
            <a:r>
              <a:rPr sz="1200" dirty="0">
                <a:solidFill>
                  <a:srgbClr val="FFFFFF"/>
                </a:solidFill>
                <a:latin typeface="Calibri"/>
                <a:cs typeface="Calibri"/>
              </a:rPr>
              <a:t>Processing </a:t>
            </a:r>
            <a:r>
              <a:rPr sz="1200" spc="-10" dirty="0">
                <a:solidFill>
                  <a:srgbClr val="FFFFFF"/>
                </a:solidFill>
                <a:latin typeface="Calibri"/>
                <a:cs typeface="Calibri"/>
              </a:rPr>
              <a:t>(2002)</a:t>
            </a:r>
            <a:endParaRPr sz="1200">
              <a:latin typeface="Calibri"/>
              <a:cs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86079" rIns="0" bIns="0" rtlCol="0">
            <a:spAutoFit/>
          </a:bodyPr>
          <a:lstStyle/>
          <a:p>
            <a:pPr marL="12700">
              <a:lnSpc>
                <a:spcPct val="100000"/>
              </a:lnSpc>
              <a:spcBef>
                <a:spcPts val="100"/>
              </a:spcBef>
            </a:pPr>
            <a:r>
              <a:rPr sz="3600" dirty="0"/>
              <a:t>Image</a:t>
            </a:r>
            <a:r>
              <a:rPr sz="3600" spc="-80" dirty="0"/>
              <a:t> </a:t>
            </a:r>
            <a:r>
              <a:rPr sz="3600" dirty="0"/>
              <a:t>Sampling</a:t>
            </a:r>
            <a:r>
              <a:rPr sz="3600" spc="-75" dirty="0"/>
              <a:t> </a:t>
            </a:r>
            <a:r>
              <a:rPr sz="3600" dirty="0"/>
              <a:t>And</a:t>
            </a:r>
            <a:r>
              <a:rPr sz="3600" spc="-75" dirty="0"/>
              <a:t> </a:t>
            </a:r>
            <a:r>
              <a:rPr sz="3600" dirty="0"/>
              <a:t>Quantisation</a:t>
            </a:r>
            <a:r>
              <a:rPr sz="3600" spc="-105" dirty="0"/>
              <a:t> </a:t>
            </a:r>
            <a:r>
              <a:rPr sz="3600" spc="-10" dirty="0"/>
              <a:t>(cont…)</a:t>
            </a:r>
            <a:endParaRPr sz="3600"/>
          </a:p>
        </p:txBody>
      </p:sp>
      <p:sp>
        <p:nvSpPr>
          <p:cNvPr id="3" name="object 3"/>
          <p:cNvSpPr txBox="1"/>
          <p:nvPr/>
        </p:nvSpPr>
        <p:spPr>
          <a:xfrm>
            <a:off x="536244" y="1609420"/>
            <a:ext cx="7945755" cy="1000760"/>
          </a:xfrm>
          <a:prstGeom prst="rect">
            <a:avLst/>
          </a:prstGeom>
        </p:spPr>
        <p:txBody>
          <a:bodyPr vert="horz" wrap="square" lIns="0" tIns="12065" rIns="0" bIns="0" rtlCol="0">
            <a:spAutoFit/>
          </a:bodyPr>
          <a:lstStyle/>
          <a:p>
            <a:pPr marL="12700">
              <a:lnSpc>
                <a:spcPct val="100000"/>
              </a:lnSpc>
              <a:spcBef>
                <a:spcPts val="95"/>
              </a:spcBef>
            </a:pPr>
            <a:r>
              <a:rPr sz="3200" spc="-10" dirty="0">
                <a:latin typeface="Calibri"/>
                <a:cs typeface="Calibri"/>
              </a:rPr>
              <a:t>Remember</a:t>
            </a:r>
            <a:r>
              <a:rPr sz="3200" spc="-40" dirty="0">
                <a:latin typeface="Calibri"/>
                <a:cs typeface="Calibri"/>
              </a:rPr>
              <a:t> </a:t>
            </a:r>
            <a:r>
              <a:rPr sz="3200" dirty="0">
                <a:latin typeface="Calibri"/>
                <a:cs typeface="Calibri"/>
              </a:rPr>
              <a:t>that</a:t>
            </a:r>
            <a:r>
              <a:rPr sz="3200" spc="-75" dirty="0">
                <a:latin typeface="Calibri"/>
                <a:cs typeface="Calibri"/>
              </a:rPr>
              <a:t> </a:t>
            </a:r>
            <a:r>
              <a:rPr sz="3200" dirty="0">
                <a:latin typeface="Calibri"/>
                <a:cs typeface="Calibri"/>
              </a:rPr>
              <a:t>a</a:t>
            </a:r>
            <a:r>
              <a:rPr sz="3200" spc="-85" dirty="0">
                <a:latin typeface="Calibri"/>
                <a:cs typeface="Calibri"/>
              </a:rPr>
              <a:t> </a:t>
            </a:r>
            <a:r>
              <a:rPr sz="3200" dirty="0">
                <a:latin typeface="Calibri"/>
                <a:cs typeface="Calibri"/>
              </a:rPr>
              <a:t>digital</a:t>
            </a:r>
            <a:r>
              <a:rPr sz="3200" spc="-70" dirty="0">
                <a:latin typeface="Calibri"/>
                <a:cs typeface="Calibri"/>
              </a:rPr>
              <a:t> </a:t>
            </a:r>
            <a:r>
              <a:rPr sz="3200" dirty="0">
                <a:latin typeface="Calibri"/>
                <a:cs typeface="Calibri"/>
              </a:rPr>
              <a:t>image</a:t>
            </a:r>
            <a:r>
              <a:rPr sz="3200" spc="-70" dirty="0">
                <a:latin typeface="Calibri"/>
                <a:cs typeface="Calibri"/>
              </a:rPr>
              <a:t> </a:t>
            </a:r>
            <a:r>
              <a:rPr sz="3200" dirty="0">
                <a:latin typeface="Calibri"/>
                <a:cs typeface="Calibri"/>
              </a:rPr>
              <a:t>is</a:t>
            </a:r>
            <a:r>
              <a:rPr sz="3200" spc="-85" dirty="0">
                <a:latin typeface="Calibri"/>
                <a:cs typeface="Calibri"/>
              </a:rPr>
              <a:t> </a:t>
            </a:r>
            <a:r>
              <a:rPr sz="3200" spc="-10" dirty="0">
                <a:latin typeface="Calibri"/>
                <a:cs typeface="Calibri"/>
              </a:rPr>
              <a:t>always</a:t>
            </a:r>
            <a:r>
              <a:rPr sz="3200" spc="-65" dirty="0">
                <a:latin typeface="Calibri"/>
                <a:cs typeface="Calibri"/>
              </a:rPr>
              <a:t> </a:t>
            </a:r>
            <a:r>
              <a:rPr sz="3200" dirty="0">
                <a:latin typeface="Calibri"/>
                <a:cs typeface="Calibri"/>
              </a:rPr>
              <a:t>only</a:t>
            </a:r>
            <a:r>
              <a:rPr sz="3200" spc="-70" dirty="0">
                <a:latin typeface="Calibri"/>
                <a:cs typeface="Calibri"/>
              </a:rPr>
              <a:t> </a:t>
            </a:r>
            <a:r>
              <a:rPr sz="3200" spc="-25" dirty="0">
                <a:latin typeface="Calibri"/>
                <a:cs typeface="Calibri"/>
              </a:rPr>
              <a:t>an</a:t>
            </a:r>
            <a:endParaRPr sz="3200">
              <a:latin typeface="Calibri"/>
              <a:cs typeface="Calibri"/>
            </a:endParaRPr>
          </a:p>
          <a:p>
            <a:pPr marL="12700">
              <a:lnSpc>
                <a:spcPct val="100000"/>
              </a:lnSpc>
            </a:pPr>
            <a:r>
              <a:rPr sz="3200" b="1" spc="-10" dirty="0">
                <a:latin typeface="Calibri"/>
                <a:cs typeface="Calibri"/>
              </a:rPr>
              <a:t>approximation</a:t>
            </a:r>
            <a:r>
              <a:rPr sz="3200" b="1" spc="-55" dirty="0">
                <a:latin typeface="Calibri"/>
                <a:cs typeface="Calibri"/>
              </a:rPr>
              <a:t> </a:t>
            </a:r>
            <a:r>
              <a:rPr sz="3200" dirty="0">
                <a:latin typeface="Calibri"/>
                <a:cs typeface="Calibri"/>
              </a:rPr>
              <a:t>of</a:t>
            </a:r>
            <a:r>
              <a:rPr sz="3200" spc="-80" dirty="0">
                <a:latin typeface="Calibri"/>
                <a:cs typeface="Calibri"/>
              </a:rPr>
              <a:t> </a:t>
            </a:r>
            <a:r>
              <a:rPr sz="3200" dirty="0">
                <a:latin typeface="Calibri"/>
                <a:cs typeface="Calibri"/>
              </a:rPr>
              <a:t>a</a:t>
            </a:r>
            <a:r>
              <a:rPr sz="3200" spc="-75" dirty="0">
                <a:latin typeface="Calibri"/>
                <a:cs typeface="Calibri"/>
              </a:rPr>
              <a:t> </a:t>
            </a:r>
            <a:r>
              <a:rPr sz="3200" dirty="0">
                <a:latin typeface="Calibri"/>
                <a:cs typeface="Calibri"/>
              </a:rPr>
              <a:t>real</a:t>
            </a:r>
            <a:r>
              <a:rPr sz="3200" spc="-55" dirty="0">
                <a:latin typeface="Calibri"/>
                <a:cs typeface="Calibri"/>
              </a:rPr>
              <a:t> </a:t>
            </a:r>
            <a:r>
              <a:rPr sz="3200" dirty="0">
                <a:latin typeface="Calibri"/>
                <a:cs typeface="Calibri"/>
              </a:rPr>
              <a:t>world</a:t>
            </a:r>
            <a:r>
              <a:rPr sz="3200" spc="-60" dirty="0">
                <a:latin typeface="Calibri"/>
                <a:cs typeface="Calibri"/>
              </a:rPr>
              <a:t> </a:t>
            </a:r>
            <a:r>
              <a:rPr sz="3200" spc="-10" dirty="0">
                <a:latin typeface="Calibri"/>
                <a:cs typeface="Calibri"/>
              </a:rPr>
              <a:t>scene</a:t>
            </a:r>
            <a:endParaRPr sz="3200">
              <a:latin typeface="Calibri"/>
              <a:cs typeface="Calibri"/>
            </a:endParaRPr>
          </a:p>
        </p:txBody>
      </p:sp>
      <p:pic>
        <p:nvPicPr>
          <p:cNvPr id="4" name="object 4"/>
          <p:cNvPicPr/>
          <p:nvPr/>
        </p:nvPicPr>
        <p:blipFill>
          <a:blip r:embed="rId2" cstate="print"/>
          <a:stretch>
            <a:fillRect/>
          </a:stretch>
        </p:blipFill>
        <p:spPr>
          <a:xfrm>
            <a:off x="2008632" y="3052548"/>
            <a:ext cx="5113020" cy="2930721"/>
          </a:xfrm>
          <a:prstGeom prst="rect">
            <a:avLst/>
          </a:prstGeom>
        </p:spPr>
      </p:pic>
      <p:grpSp>
        <p:nvGrpSpPr>
          <p:cNvPr id="5" name="object 5"/>
          <p:cNvGrpSpPr/>
          <p:nvPr/>
        </p:nvGrpSpPr>
        <p:grpSpPr>
          <a:xfrm>
            <a:off x="-6096" y="1624583"/>
            <a:ext cx="262255" cy="5233670"/>
            <a:chOff x="-6096" y="1624583"/>
            <a:chExt cx="262255" cy="5233670"/>
          </a:xfrm>
        </p:grpSpPr>
        <p:pic>
          <p:nvPicPr>
            <p:cNvPr id="6" name="object 6"/>
            <p:cNvPicPr/>
            <p:nvPr/>
          </p:nvPicPr>
          <p:blipFill>
            <a:blip r:embed="rId3" cstate="print"/>
            <a:stretch>
              <a:fillRect/>
            </a:stretch>
          </p:blipFill>
          <p:spPr>
            <a:xfrm>
              <a:off x="0" y="6662926"/>
              <a:ext cx="256032" cy="195073"/>
            </a:xfrm>
            <a:prstGeom prst="rect">
              <a:avLst/>
            </a:prstGeom>
          </p:spPr>
        </p:pic>
        <p:sp>
          <p:nvSpPr>
            <p:cNvPr id="7" name="object 7"/>
            <p:cNvSpPr/>
            <p:nvPr/>
          </p:nvSpPr>
          <p:spPr>
            <a:xfrm>
              <a:off x="0" y="1630679"/>
              <a:ext cx="250190" cy="5035550"/>
            </a:xfrm>
            <a:custGeom>
              <a:avLst/>
              <a:gdLst/>
              <a:ahLst/>
              <a:cxnLst/>
              <a:rect l="l" t="t" r="r" b="b"/>
              <a:pathLst>
                <a:path w="250190" h="5035550">
                  <a:moveTo>
                    <a:pt x="249936" y="0"/>
                  </a:moveTo>
                  <a:lnTo>
                    <a:pt x="0" y="0"/>
                  </a:lnTo>
                  <a:lnTo>
                    <a:pt x="0" y="5035296"/>
                  </a:lnTo>
                  <a:lnTo>
                    <a:pt x="249936" y="5035296"/>
                  </a:lnTo>
                  <a:lnTo>
                    <a:pt x="249936" y="0"/>
                  </a:lnTo>
                  <a:close/>
                </a:path>
              </a:pathLst>
            </a:custGeom>
            <a:solidFill>
              <a:srgbClr val="C0504D"/>
            </a:solidFill>
          </p:spPr>
          <p:txBody>
            <a:bodyPr wrap="square" lIns="0" tIns="0" rIns="0" bIns="0" rtlCol="0"/>
            <a:lstStyle/>
            <a:p>
              <a:endParaRPr/>
            </a:p>
          </p:txBody>
        </p:sp>
        <p:sp>
          <p:nvSpPr>
            <p:cNvPr id="8" name="object 8"/>
            <p:cNvSpPr/>
            <p:nvPr/>
          </p:nvSpPr>
          <p:spPr>
            <a:xfrm>
              <a:off x="0" y="1630679"/>
              <a:ext cx="250190" cy="5035550"/>
            </a:xfrm>
            <a:custGeom>
              <a:avLst/>
              <a:gdLst/>
              <a:ahLst/>
              <a:cxnLst/>
              <a:rect l="l" t="t" r="r" b="b"/>
              <a:pathLst>
                <a:path w="250190" h="5035550">
                  <a:moveTo>
                    <a:pt x="0" y="5035296"/>
                  </a:moveTo>
                  <a:lnTo>
                    <a:pt x="249936" y="5035296"/>
                  </a:lnTo>
                  <a:lnTo>
                    <a:pt x="249936" y="0"/>
                  </a:lnTo>
                  <a:lnTo>
                    <a:pt x="0" y="0"/>
                  </a:lnTo>
                </a:path>
              </a:pathLst>
            </a:custGeom>
            <a:ln w="12192">
              <a:solidFill>
                <a:srgbClr val="000000"/>
              </a:solidFill>
            </a:ln>
          </p:spPr>
          <p:txBody>
            <a:bodyPr wrap="square" lIns="0" tIns="0" rIns="0" bIns="0" rtlCol="0"/>
            <a:lstStyle/>
            <a:p>
              <a:endParaRPr/>
            </a:p>
          </p:txBody>
        </p:sp>
      </p:grpSp>
      <p:sp>
        <p:nvSpPr>
          <p:cNvPr id="9" name="object 9"/>
          <p:cNvSpPr txBox="1"/>
          <p:nvPr/>
        </p:nvSpPr>
        <p:spPr>
          <a:xfrm>
            <a:off x="10159" y="1636776"/>
            <a:ext cx="208915" cy="5029200"/>
          </a:xfrm>
          <a:prstGeom prst="rect">
            <a:avLst/>
          </a:prstGeom>
        </p:spPr>
        <p:txBody>
          <a:bodyPr vert="vert270" wrap="square" lIns="0" tIns="12700" rIns="0" bIns="0" rtlCol="0">
            <a:spAutoFit/>
          </a:bodyPr>
          <a:lstStyle/>
          <a:p>
            <a:pPr marL="587375">
              <a:lnSpc>
                <a:spcPct val="100000"/>
              </a:lnSpc>
              <a:spcBef>
                <a:spcPts val="100"/>
              </a:spcBef>
            </a:pPr>
            <a:r>
              <a:rPr sz="1200" dirty="0">
                <a:solidFill>
                  <a:srgbClr val="FFFFFF"/>
                </a:solidFill>
                <a:latin typeface="Calibri"/>
                <a:cs typeface="Calibri"/>
              </a:rPr>
              <a:t>Images</a:t>
            </a:r>
            <a:r>
              <a:rPr sz="1200" spc="-65" dirty="0">
                <a:solidFill>
                  <a:srgbClr val="FFFFFF"/>
                </a:solidFill>
                <a:latin typeface="Calibri"/>
                <a:cs typeface="Calibri"/>
              </a:rPr>
              <a:t> </a:t>
            </a:r>
            <a:r>
              <a:rPr sz="1200" dirty="0">
                <a:solidFill>
                  <a:srgbClr val="FFFFFF"/>
                </a:solidFill>
                <a:latin typeface="Calibri"/>
                <a:cs typeface="Calibri"/>
              </a:rPr>
              <a:t>taken</a:t>
            </a:r>
            <a:r>
              <a:rPr sz="1200" spc="-30" dirty="0">
                <a:solidFill>
                  <a:srgbClr val="FFFFFF"/>
                </a:solidFill>
                <a:latin typeface="Calibri"/>
                <a:cs typeface="Calibri"/>
              </a:rPr>
              <a:t> </a:t>
            </a:r>
            <a:r>
              <a:rPr sz="1200" dirty="0">
                <a:solidFill>
                  <a:srgbClr val="FFFFFF"/>
                </a:solidFill>
                <a:latin typeface="Calibri"/>
                <a:cs typeface="Calibri"/>
              </a:rPr>
              <a:t>from</a:t>
            </a:r>
            <a:r>
              <a:rPr sz="1200" spc="-35" dirty="0">
                <a:solidFill>
                  <a:srgbClr val="FFFFFF"/>
                </a:solidFill>
                <a:latin typeface="Calibri"/>
                <a:cs typeface="Calibri"/>
              </a:rPr>
              <a:t> </a:t>
            </a:r>
            <a:r>
              <a:rPr sz="1200" dirty="0">
                <a:solidFill>
                  <a:srgbClr val="FFFFFF"/>
                </a:solidFill>
                <a:latin typeface="Calibri"/>
                <a:cs typeface="Calibri"/>
              </a:rPr>
              <a:t>Gonzalez</a:t>
            </a:r>
            <a:r>
              <a:rPr sz="1200" spc="-25" dirty="0">
                <a:solidFill>
                  <a:srgbClr val="FFFFFF"/>
                </a:solidFill>
                <a:latin typeface="Calibri"/>
                <a:cs typeface="Calibri"/>
              </a:rPr>
              <a:t> </a:t>
            </a:r>
            <a:r>
              <a:rPr sz="1200" dirty="0">
                <a:solidFill>
                  <a:srgbClr val="FFFFFF"/>
                </a:solidFill>
                <a:latin typeface="Calibri"/>
                <a:cs typeface="Calibri"/>
              </a:rPr>
              <a:t>&amp;</a:t>
            </a:r>
            <a:r>
              <a:rPr sz="1200" spc="-50" dirty="0">
                <a:solidFill>
                  <a:srgbClr val="FFFFFF"/>
                </a:solidFill>
                <a:latin typeface="Calibri"/>
                <a:cs typeface="Calibri"/>
              </a:rPr>
              <a:t> </a:t>
            </a:r>
            <a:r>
              <a:rPr sz="1200" spc="-10" dirty="0">
                <a:solidFill>
                  <a:srgbClr val="FFFFFF"/>
                </a:solidFill>
                <a:latin typeface="Calibri"/>
                <a:cs typeface="Calibri"/>
              </a:rPr>
              <a:t>Woods,</a:t>
            </a:r>
            <a:r>
              <a:rPr sz="1200" spc="-25" dirty="0">
                <a:solidFill>
                  <a:srgbClr val="FFFFFF"/>
                </a:solidFill>
                <a:latin typeface="Calibri"/>
                <a:cs typeface="Calibri"/>
              </a:rPr>
              <a:t> </a:t>
            </a:r>
            <a:r>
              <a:rPr sz="1200" dirty="0">
                <a:solidFill>
                  <a:srgbClr val="FFFFFF"/>
                </a:solidFill>
                <a:latin typeface="Calibri"/>
                <a:cs typeface="Calibri"/>
              </a:rPr>
              <a:t>Digital</a:t>
            </a:r>
            <a:r>
              <a:rPr sz="1200" spc="-35" dirty="0">
                <a:solidFill>
                  <a:srgbClr val="FFFFFF"/>
                </a:solidFill>
                <a:latin typeface="Calibri"/>
                <a:cs typeface="Calibri"/>
              </a:rPr>
              <a:t> </a:t>
            </a:r>
            <a:r>
              <a:rPr sz="1200" dirty="0">
                <a:solidFill>
                  <a:srgbClr val="FFFFFF"/>
                </a:solidFill>
                <a:latin typeface="Calibri"/>
                <a:cs typeface="Calibri"/>
              </a:rPr>
              <a:t>Image</a:t>
            </a:r>
            <a:r>
              <a:rPr sz="1200" spc="-70" dirty="0">
                <a:solidFill>
                  <a:srgbClr val="FFFFFF"/>
                </a:solidFill>
                <a:latin typeface="Calibri"/>
                <a:cs typeface="Calibri"/>
              </a:rPr>
              <a:t> </a:t>
            </a:r>
            <a:r>
              <a:rPr sz="1200" dirty="0">
                <a:solidFill>
                  <a:srgbClr val="FFFFFF"/>
                </a:solidFill>
                <a:latin typeface="Calibri"/>
                <a:cs typeface="Calibri"/>
              </a:rPr>
              <a:t>Processing </a:t>
            </a:r>
            <a:r>
              <a:rPr sz="1200" spc="-10" dirty="0">
                <a:solidFill>
                  <a:srgbClr val="FFFFFF"/>
                </a:solidFill>
                <a:latin typeface="Calibri"/>
                <a:cs typeface="Calibri"/>
              </a:rPr>
              <a:t>(2002)</a:t>
            </a:r>
            <a:endParaRPr sz="1200">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86079" rIns="0" bIns="0" rtlCol="0">
            <a:spAutoFit/>
          </a:bodyPr>
          <a:lstStyle/>
          <a:p>
            <a:pPr marL="137160">
              <a:lnSpc>
                <a:spcPct val="100000"/>
              </a:lnSpc>
              <a:spcBef>
                <a:spcPts val="100"/>
              </a:spcBef>
            </a:pPr>
            <a:r>
              <a:rPr sz="3600" dirty="0"/>
              <a:t>Light</a:t>
            </a:r>
            <a:r>
              <a:rPr sz="3600" spc="-65" dirty="0"/>
              <a:t> </a:t>
            </a:r>
            <a:r>
              <a:rPr sz="3600" dirty="0"/>
              <a:t>And</a:t>
            </a:r>
            <a:r>
              <a:rPr sz="3600" spc="-40" dirty="0"/>
              <a:t> </a:t>
            </a:r>
            <a:r>
              <a:rPr sz="3600" dirty="0"/>
              <a:t>The</a:t>
            </a:r>
            <a:r>
              <a:rPr sz="3600" spc="-40" dirty="0"/>
              <a:t> </a:t>
            </a:r>
            <a:r>
              <a:rPr sz="3600" spc="-10" dirty="0"/>
              <a:t>Electromagnetic</a:t>
            </a:r>
            <a:r>
              <a:rPr sz="3600" spc="-15" dirty="0"/>
              <a:t> </a:t>
            </a:r>
            <a:r>
              <a:rPr sz="3600" spc="-10" dirty="0"/>
              <a:t>Spectrum</a:t>
            </a:r>
            <a:endParaRPr sz="3600"/>
          </a:p>
        </p:txBody>
      </p:sp>
      <p:sp>
        <p:nvSpPr>
          <p:cNvPr id="3" name="object 3"/>
          <p:cNvSpPr txBox="1">
            <a:spLocks noGrp="1"/>
          </p:cNvSpPr>
          <p:nvPr>
            <p:ph type="body" idx="1"/>
          </p:nvPr>
        </p:nvSpPr>
        <p:spPr>
          <a:prstGeom prst="rect">
            <a:avLst/>
          </a:prstGeom>
        </p:spPr>
        <p:txBody>
          <a:bodyPr vert="horz" wrap="square" lIns="0" tIns="60833" rIns="0" bIns="0" rtlCol="0">
            <a:spAutoFit/>
          </a:bodyPr>
          <a:lstStyle/>
          <a:p>
            <a:pPr marL="12700" marR="5080">
              <a:lnSpc>
                <a:spcPct val="100000"/>
              </a:lnSpc>
              <a:spcBef>
                <a:spcPts val="95"/>
              </a:spcBef>
            </a:pPr>
            <a:r>
              <a:rPr dirty="0"/>
              <a:t>Light</a:t>
            </a:r>
            <a:r>
              <a:rPr spc="-55" dirty="0"/>
              <a:t> </a:t>
            </a:r>
            <a:r>
              <a:rPr dirty="0"/>
              <a:t>is</a:t>
            </a:r>
            <a:r>
              <a:rPr spc="-60" dirty="0"/>
              <a:t> </a:t>
            </a:r>
            <a:r>
              <a:rPr dirty="0"/>
              <a:t>just</a:t>
            </a:r>
            <a:r>
              <a:rPr spc="-40" dirty="0"/>
              <a:t> </a:t>
            </a:r>
            <a:r>
              <a:rPr dirty="0"/>
              <a:t>a</a:t>
            </a:r>
            <a:r>
              <a:rPr spc="-60" dirty="0"/>
              <a:t> </a:t>
            </a:r>
            <a:r>
              <a:rPr dirty="0"/>
              <a:t>particular</a:t>
            </a:r>
            <a:r>
              <a:rPr spc="-50" dirty="0"/>
              <a:t> </a:t>
            </a:r>
            <a:r>
              <a:rPr dirty="0"/>
              <a:t>part</a:t>
            </a:r>
            <a:r>
              <a:rPr spc="-40" dirty="0"/>
              <a:t> </a:t>
            </a:r>
            <a:r>
              <a:rPr dirty="0"/>
              <a:t>of</a:t>
            </a:r>
            <a:r>
              <a:rPr spc="-60" dirty="0"/>
              <a:t> </a:t>
            </a:r>
            <a:r>
              <a:rPr spc="-25" dirty="0"/>
              <a:t>the </a:t>
            </a:r>
            <a:r>
              <a:rPr spc="-10" dirty="0"/>
              <a:t>electromagnetic</a:t>
            </a:r>
            <a:r>
              <a:rPr spc="-60" dirty="0"/>
              <a:t> </a:t>
            </a:r>
            <a:r>
              <a:rPr dirty="0"/>
              <a:t>spectrum</a:t>
            </a:r>
            <a:r>
              <a:rPr spc="-65" dirty="0"/>
              <a:t> </a:t>
            </a:r>
            <a:r>
              <a:rPr dirty="0"/>
              <a:t>that</a:t>
            </a:r>
            <a:r>
              <a:rPr spc="-90" dirty="0"/>
              <a:t> </a:t>
            </a:r>
            <a:r>
              <a:rPr dirty="0"/>
              <a:t>can</a:t>
            </a:r>
            <a:r>
              <a:rPr spc="-70" dirty="0"/>
              <a:t> </a:t>
            </a:r>
            <a:r>
              <a:rPr dirty="0"/>
              <a:t>be</a:t>
            </a:r>
            <a:r>
              <a:rPr spc="-80" dirty="0"/>
              <a:t> </a:t>
            </a:r>
            <a:r>
              <a:rPr dirty="0"/>
              <a:t>sensed</a:t>
            </a:r>
            <a:r>
              <a:rPr spc="-80" dirty="0"/>
              <a:t> </a:t>
            </a:r>
            <a:r>
              <a:rPr spc="-25" dirty="0"/>
              <a:t>by </a:t>
            </a:r>
            <a:r>
              <a:rPr dirty="0"/>
              <a:t>the</a:t>
            </a:r>
            <a:r>
              <a:rPr spc="-80" dirty="0"/>
              <a:t> </a:t>
            </a:r>
            <a:r>
              <a:rPr dirty="0"/>
              <a:t>human</a:t>
            </a:r>
            <a:r>
              <a:rPr spc="-35" dirty="0"/>
              <a:t> </a:t>
            </a:r>
            <a:r>
              <a:rPr spc="-25" dirty="0"/>
              <a:t>eye</a:t>
            </a:r>
          </a:p>
          <a:p>
            <a:pPr marL="12700" marR="183515">
              <a:lnSpc>
                <a:spcPct val="100000"/>
              </a:lnSpc>
              <a:spcBef>
                <a:spcPts val="770"/>
              </a:spcBef>
            </a:pPr>
            <a:r>
              <a:rPr dirty="0"/>
              <a:t>The</a:t>
            </a:r>
            <a:r>
              <a:rPr spc="-55" dirty="0"/>
              <a:t> </a:t>
            </a:r>
            <a:r>
              <a:rPr spc="-10" dirty="0"/>
              <a:t>electromagnetic</a:t>
            </a:r>
            <a:r>
              <a:rPr spc="-35" dirty="0"/>
              <a:t> </a:t>
            </a:r>
            <a:r>
              <a:rPr dirty="0"/>
              <a:t>spectrum</a:t>
            </a:r>
            <a:r>
              <a:rPr spc="-35" dirty="0"/>
              <a:t> </a:t>
            </a:r>
            <a:r>
              <a:rPr dirty="0"/>
              <a:t>is</a:t>
            </a:r>
            <a:r>
              <a:rPr spc="-70" dirty="0"/>
              <a:t> </a:t>
            </a:r>
            <a:r>
              <a:rPr dirty="0"/>
              <a:t>split</a:t>
            </a:r>
            <a:r>
              <a:rPr spc="-60" dirty="0"/>
              <a:t> </a:t>
            </a:r>
            <a:r>
              <a:rPr spc="-25" dirty="0"/>
              <a:t>up </a:t>
            </a:r>
            <a:r>
              <a:rPr dirty="0"/>
              <a:t>according</a:t>
            </a:r>
            <a:r>
              <a:rPr spc="-65" dirty="0"/>
              <a:t> </a:t>
            </a:r>
            <a:r>
              <a:rPr dirty="0"/>
              <a:t>to</a:t>
            </a:r>
            <a:r>
              <a:rPr spc="-110" dirty="0"/>
              <a:t> </a:t>
            </a:r>
            <a:r>
              <a:rPr dirty="0"/>
              <a:t>the</a:t>
            </a:r>
            <a:r>
              <a:rPr spc="-105" dirty="0"/>
              <a:t> </a:t>
            </a:r>
            <a:r>
              <a:rPr spc="-20" dirty="0"/>
              <a:t>wavelengths</a:t>
            </a:r>
            <a:r>
              <a:rPr spc="-70" dirty="0"/>
              <a:t> </a:t>
            </a:r>
            <a:r>
              <a:rPr dirty="0"/>
              <a:t>of</a:t>
            </a:r>
            <a:r>
              <a:rPr spc="-105" dirty="0"/>
              <a:t> </a:t>
            </a:r>
            <a:r>
              <a:rPr spc="-10" dirty="0"/>
              <a:t>different</a:t>
            </a:r>
            <a:r>
              <a:rPr spc="-100" dirty="0"/>
              <a:t> </a:t>
            </a:r>
            <a:r>
              <a:rPr spc="-10" dirty="0"/>
              <a:t>forms </a:t>
            </a:r>
            <a:r>
              <a:rPr dirty="0"/>
              <a:t>of</a:t>
            </a:r>
            <a:r>
              <a:rPr spc="-40" dirty="0"/>
              <a:t> </a:t>
            </a:r>
            <a:r>
              <a:rPr spc="-10" dirty="0"/>
              <a:t>energy</a:t>
            </a:r>
          </a:p>
        </p:txBody>
      </p:sp>
      <p:pic>
        <p:nvPicPr>
          <p:cNvPr id="4" name="object 4"/>
          <p:cNvPicPr/>
          <p:nvPr/>
        </p:nvPicPr>
        <p:blipFill>
          <a:blip r:embed="rId2" cstate="print"/>
          <a:stretch>
            <a:fillRect/>
          </a:stretch>
        </p:blipFill>
        <p:spPr>
          <a:xfrm>
            <a:off x="807719" y="4529328"/>
            <a:ext cx="7440168" cy="200558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2232025">
              <a:lnSpc>
                <a:spcPct val="100000"/>
              </a:lnSpc>
              <a:spcBef>
                <a:spcPts val="90"/>
              </a:spcBef>
            </a:pPr>
            <a:r>
              <a:rPr spc="-10" dirty="0"/>
              <a:t>Reflected</a:t>
            </a:r>
            <a:r>
              <a:rPr spc="-215" dirty="0"/>
              <a:t> </a:t>
            </a:r>
            <a:r>
              <a:rPr spc="-10" dirty="0"/>
              <a:t>Light</a:t>
            </a:r>
          </a:p>
        </p:txBody>
      </p:sp>
      <p:sp>
        <p:nvSpPr>
          <p:cNvPr id="3" name="object 3"/>
          <p:cNvSpPr txBox="1"/>
          <p:nvPr/>
        </p:nvSpPr>
        <p:spPr>
          <a:xfrm>
            <a:off x="536244" y="4292930"/>
            <a:ext cx="3698875" cy="1390650"/>
          </a:xfrm>
          <a:prstGeom prst="rect">
            <a:avLst/>
          </a:prstGeom>
        </p:spPr>
        <p:txBody>
          <a:bodyPr vert="horz" wrap="square" lIns="0" tIns="66675" rIns="0" bIns="0" rtlCol="0">
            <a:spAutoFit/>
          </a:bodyPr>
          <a:lstStyle/>
          <a:p>
            <a:pPr marL="12700" marR="5080">
              <a:lnSpc>
                <a:spcPts val="3460"/>
              </a:lnSpc>
              <a:spcBef>
                <a:spcPts val="525"/>
              </a:spcBef>
            </a:pPr>
            <a:r>
              <a:rPr sz="3200" dirty="0">
                <a:latin typeface="Calibri"/>
                <a:cs typeface="Calibri"/>
              </a:rPr>
              <a:t>absorbed,</a:t>
            </a:r>
            <a:r>
              <a:rPr sz="3200" spc="-55" dirty="0">
                <a:latin typeface="Calibri"/>
                <a:cs typeface="Calibri"/>
              </a:rPr>
              <a:t> </a:t>
            </a:r>
            <a:r>
              <a:rPr sz="3200" dirty="0">
                <a:latin typeface="Calibri"/>
                <a:cs typeface="Calibri"/>
              </a:rPr>
              <a:t>while</a:t>
            </a:r>
            <a:r>
              <a:rPr sz="3200" spc="-105" dirty="0">
                <a:latin typeface="Calibri"/>
                <a:cs typeface="Calibri"/>
              </a:rPr>
              <a:t> </a:t>
            </a:r>
            <a:r>
              <a:rPr sz="3200" spc="-10" dirty="0">
                <a:latin typeface="Calibri"/>
                <a:cs typeface="Calibri"/>
              </a:rPr>
              <a:t>green </a:t>
            </a:r>
            <a:r>
              <a:rPr sz="3200" dirty="0">
                <a:latin typeface="Calibri"/>
                <a:cs typeface="Calibri"/>
              </a:rPr>
              <a:t>light</a:t>
            </a:r>
            <a:r>
              <a:rPr sz="3200" spc="-90" dirty="0">
                <a:latin typeface="Calibri"/>
                <a:cs typeface="Calibri"/>
              </a:rPr>
              <a:t> </a:t>
            </a:r>
            <a:r>
              <a:rPr sz="3200" dirty="0">
                <a:latin typeface="Calibri"/>
                <a:cs typeface="Calibri"/>
              </a:rPr>
              <a:t>is</a:t>
            </a:r>
            <a:r>
              <a:rPr sz="3200" spc="-90" dirty="0">
                <a:latin typeface="Calibri"/>
                <a:cs typeface="Calibri"/>
              </a:rPr>
              <a:t> </a:t>
            </a:r>
            <a:r>
              <a:rPr sz="3200" dirty="0">
                <a:latin typeface="Calibri"/>
                <a:cs typeface="Calibri"/>
              </a:rPr>
              <a:t>reflected</a:t>
            </a:r>
            <a:r>
              <a:rPr sz="3200" spc="-90" dirty="0">
                <a:latin typeface="Calibri"/>
                <a:cs typeface="Calibri"/>
              </a:rPr>
              <a:t> </a:t>
            </a:r>
            <a:r>
              <a:rPr sz="3200" spc="-20" dirty="0">
                <a:latin typeface="Calibri"/>
                <a:cs typeface="Calibri"/>
              </a:rPr>
              <a:t>from </a:t>
            </a:r>
            <a:r>
              <a:rPr sz="3200" dirty="0">
                <a:latin typeface="Calibri"/>
                <a:cs typeface="Calibri"/>
              </a:rPr>
              <a:t>the</a:t>
            </a:r>
            <a:r>
              <a:rPr sz="3200" spc="-45" dirty="0">
                <a:latin typeface="Calibri"/>
                <a:cs typeface="Calibri"/>
              </a:rPr>
              <a:t> </a:t>
            </a:r>
            <a:r>
              <a:rPr sz="3200" spc="-10" dirty="0">
                <a:latin typeface="Calibri"/>
                <a:cs typeface="Calibri"/>
              </a:rPr>
              <a:t>object</a:t>
            </a:r>
            <a:endParaRPr sz="3200">
              <a:latin typeface="Calibri"/>
              <a:cs typeface="Calibri"/>
            </a:endParaRPr>
          </a:p>
        </p:txBody>
      </p:sp>
      <p:grpSp>
        <p:nvGrpSpPr>
          <p:cNvPr id="4" name="object 4"/>
          <p:cNvGrpSpPr/>
          <p:nvPr/>
        </p:nvGrpSpPr>
        <p:grpSpPr>
          <a:xfrm>
            <a:off x="5552440" y="3416808"/>
            <a:ext cx="2869565" cy="2316480"/>
            <a:chOff x="5552440" y="3416808"/>
            <a:chExt cx="2869565" cy="2316480"/>
          </a:xfrm>
        </p:grpSpPr>
        <p:pic>
          <p:nvPicPr>
            <p:cNvPr id="5" name="object 5"/>
            <p:cNvPicPr/>
            <p:nvPr/>
          </p:nvPicPr>
          <p:blipFill>
            <a:blip r:embed="rId2" cstate="print"/>
            <a:stretch>
              <a:fillRect/>
            </a:stretch>
          </p:blipFill>
          <p:spPr>
            <a:xfrm>
              <a:off x="7403592" y="3422904"/>
              <a:ext cx="1011935" cy="2304288"/>
            </a:xfrm>
            <a:prstGeom prst="rect">
              <a:avLst/>
            </a:prstGeom>
          </p:spPr>
        </p:pic>
        <p:pic>
          <p:nvPicPr>
            <p:cNvPr id="6" name="object 6"/>
            <p:cNvPicPr/>
            <p:nvPr/>
          </p:nvPicPr>
          <p:blipFill>
            <a:blip r:embed="rId3" cstate="print"/>
            <a:stretch>
              <a:fillRect/>
            </a:stretch>
          </p:blipFill>
          <p:spPr>
            <a:xfrm>
              <a:off x="5552440" y="3416808"/>
              <a:ext cx="2869184" cy="2316480"/>
            </a:xfrm>
            <a:prstGeom prst="rect">
              <a:avLst/>
            </a:prstGeom>
          </p:spPr>
        </p:pic>
        <p:pic>
          <p:nvPicPr>
            <p:cNvPr id="7" name="object 7"/>
            <p:cNvPicPr/>
            <p:nvPr/>
          </p:nvPicPr>
          <p:blipFill>
            <a:blip r:embed="rId4" cstate="print"/>
            <a:stretch>
              <a:fillRect/>
            </a:stretch>
          </p:blipFill>
          <p:spPr>
            <a:xfrm>
              <a:off x="6946392" y="3901440"/>
              <a:ext cx="1237487" cy="1240536"/>
            </a:xfrm>
            <a:prstGeom prst="rect">
              <a:avLst/>
            </a:prstGeom>
          </p:spPr>
        </p:pic>
        <p:pic>
          <p:nvPicPr>
            <p:cNvPr id="8" name="object 8"/>
            <p:cNvPicPr/>
            <p:nvPr/>
          </p:nvPicPr>
          <p:blipFill>
            <a:blip r:embed="rId5" cstate="print"/>
            <a:stretch>
              <a:fillRect/>
            </a:stretch>
          </p:blipFill>
          <p:spPr>
            <a:xfrm>
              <a:off x="5567553" y="3895344"/>
              <a:ext cx="2622423" cy="1574546"/>
            </a:xfrm>
            <a:prstGeom prst="rect">
              <a:avLst/>
            </a:prstGeom>
          </p:spPr>
        </p:pic>
      </p:grpSp>
      <p:sp>
        <p:nvSpPr>
          <p:cNvPr id="9" name="object 9"/>
          <p:cNvSpPr txBox="1"/>
          <p:nvPr/>
        </p:nvSpPr>
        <p:spPr>
          <a:xfrm>
            <a:off x="536244" y="1560652"/>
            <a:ext cx="7912734" cy="2928620"/>
          </a:xfrm>
          <a:prstGeom prst="rect">
            <a:avLst/>
          </a:prstGeom>
        </p:spPr>
        <p:txBody>
          <a:bodyPr vert="horz" wrap="square" lIns="0" tIns="12065" rIns="0" bIns="0" rtlCol="0">
            <a:spAutoFit/>
          </a:bodyPr>
          <a:lstStyle/>
          <a:p>
            <a:pPr marL="12700" marR="5080">
              <a:lnSpc>
                <a:spcPct val="100000"/>
              </a:lnSpc>
              <a:spcBef>
                <a:spcPts val="95"/>
              </a:spcBef>
            </a:pPr>
            <a:r>
              <a:rPr sz="3200" dirty="0">
                <a:latin typeface="Calibri"/>
                <a:cs typeface="Calibri"/>
              </a:rPr>
              <a:t>The</a:t>
            </a:r>
            <a:r>
              <a:rPr sz="3200" spc="-100" dirty="0">
                <a:latin typeface="Calibri"/>
                <a:cs typeface="Calibri"/>
              </a:rPr>
              <a:t> </a:t>
            </a:r>
            <a:r>
              <a:rPr sz="3200" dirty="0">
                <a:latin typeface="Calibri"/>
                <a:cs typeface="Calibri"/>
              </a:rPr>
              <a:t>colours</a:t>
            </a:r>
            <a:r>
              <a:rPr sz="3200" spc="-100" dirty="0">
                <a:latin typeface="Calibri"/>
                <a:cs typeface="Calibri"/>
              </a:rPr>
              <a:t> </a:t>
            </a:r>
            <a:r>
              <a:rPr sz="3200" dirty="0">
                <a:latin typeface="Calibri"/>
                <a:cs typeface="Calibri"/>
              </a:rPr>
              <a:t>that</a:t>
            </a:r>
            <a:r>
              <a:rPr sz="3200" spc="-110" dirty="0">
                <a:latin typeface="Calibri"/>
                <a:cs typeface="Calibri"/>
              </a:rPr>
              <a:t> </a:t>
            </a:r>
            <a:r>
              <a:rPr sz="3200" dirty="0">
                <a:latin typeface="Calibri"/>
                <a:cs typeface="Calibri"/>
              </a:rPr>
              <a:t>we</a:t>
            </a:r>
            <a:r>
              <a:rPr sz="3200" spc="-114" dirty="0">
                <a:latin typeface="Calibri"/>
                <a:cs typeface="Calibri"/>
              </a:rPr>
              <a:t> </a:t>
            </a:r>
            <a:r>
              <a:rPr sz="3200" dirty="0">
                <a:latin typeface="Calibri"/>
                <a:cs typeface="Calibri"/>
              </a:rPr>
              <a:t>perceive</a:t>
            </a:r>
            <a:r>
              <a:rPr sz="3200" spc="-80" dirty="0">
                <a:latin typeface="Calibri"/>
                <a:cs typeface="Calibri"/>
              </a:rPr>
              <a:t> </a:t>
            </a:r>
            <a:r>
              <a:rPr sz="3200" dirty="0">
                <a:latin typeface="Calibri"/>
                <a:cs typeface="Calibri"/>
              </a:rPr>
              <a:t>are</a:t>
            </a:r>
            <a:r>
              <a:rPr sz="3200" spc="-105" dirty="0">
                <a:latin typeface="Calibri"/>
                <a:cs typeface="Calibri"/>
              </a:rPr>
              <a:t> </a:t>
            </a:r>
            <a:r>
              <a:rPr sz="3200" dirty="0">
                <a:latin typeface="Calibri"/>
                <a:cs typeface="Calibri"/>
              </a:rPr>
              <a:t>determined</a:t>
            </a:r>
            <a:r>
              <a:rPr sz="3200" spc="-80" dirty="0">
                <a:latin typeface="Calibri"/>
                <a:cs typeface="Calibri"/>
              </a:rPr>
              <a:t> </a:t>
            </a:r>
            <a:r>
              <a:rPr sz="3200" spc="-25" dirty="0">
                <a:latin typeface="Calibri"/>
                <a:cs typeface="Calibri"/>
              </a:rPr>
              <a:t>by </a:t>
            </a:r>
            <a:r>
              <a:rPr sz="3200" dirty="0">
                <a:latin typeface="Calibri"/>
                <a:cs typeface="Calibri"/>
              </a:rPr>
              <a:t>the</a:t>
            </a:r>
            <a:r>
              <a:rPr sz="3200" spc="-85" dirty="0">
                <a:latin typeface="Calibri"/>
                <a:cs typeface="Calibri"/>
              </a:rPr>
              <a:t> </a:t>
            </a:r>
            <a:r>
              <a:rPr sz="3200" dirty="0">
                <a:latin typeface="Calibri"/>
                <a:cs typeface="Calibri"/>
              </a:rPr>
              <a:t>nature</a:t>
            </a:r>
            <a:r>
              <a:rPr sz="3200" spc="-50" dirty="0">
                <a:latin typeface="Calibri"/>
                <a:cs typeface="Calibri"/>
              </a:rPr>
              <a:t> </a:t>
            </a:r>
            <a:r>
              <a:rPr sz="3200" dirty="0">
                <a:latin typeface="Calibri"/>
                <a:cs typeface="Calibri"/>
              </a:rPr>
              <a:t>of</a:t>
            </a:r>
            <a:r>
              <a:rPr sz="3200" spc="-85" dirty="0">
                <a:latin typeface="Calibri"/>
                <a:cs typeface="Calibri"/>
              </a:rPr>
              <a:t> </a:t>
            </a:r>
            <a:r>
              <a:rPr sz="3200" dirty="0">
                <a:latin typeface="Calibri"/>
                <a:cs typeface="Calibri"/>
              </a:rPr>
              <a:t>the</a:t>
            </a:r>
            <a:r>
              <a:rPr sz="3200" spc="-80" dirty="0">
                <a:latin typeface="Calibri"/>
                <a:cs typeface="Calibri"/>
              </a:rPr>
              <a:t> </a:t>
            </a:r>
            <a:r>
              <a:rPr sz="3200" dirty="0">
                <a:latin typeface="Calibri"/>
                <a:cs typeface="Calibri"/>
              </a:rPr>
              <a:t>light</a:t>
            </a:r>
            <a:r>
              <a:rPr sz="3200" spc="-80" dirty="0">
                <a:latin typeface="Calibri"/>
                <a:cs typeface="Calibri"/>
              </a:rPr>
              <a:t> </a:t>
            </a:r>
            <a:r>
              <a:rPr sz="3200" dirty="0">
                <a:latin typeface="Calibri"/>
                <a:cs typeface="Calibri"/>
              </a:rPr>
              <a:t>reflected</a:t>
            </a:r>
            <a:r>
              <a:rPr sz="3200" spc="-85" dirty="0">
                <a:latin typeface="Calibri"/>
                <a:cs typeface="Calibri"/>
              </a:rPr>
              <a:t> </a:t>
            </a:r>
            <a:r>
              <a:rPr sz="3200" dirty="0">
                <a:latin typeface="Calibri"/>
                <a:cs typeface="Calibri"/>
              </a:rPr>
              <a:t>from</a:t>
            </a:r>
            <a:r>
              <a:rPr sz="3200" spc="-75" dirty="0">
                <a:latin typeface="Calibri"/>
                <a:cs typeface="Calibri"/>
              </a:rPr>
              <a:t> </a:t>
            </a:r>
            <a:r>
              <a:rPr sz="3200" dirty="0">
                <a:latin typeface="Calibri"/>
                <a:cs typeface="Calibri"/>
              </a:rPr>
              <a:t>an</a:t>
            </a:r>
            <a:r>
              <a:rPr sz="3200" spc="-55" dirty="0">
                <a:latin typeface="Calibri"/>
                <a:cs typeface="Calibri"/>
              </a:rPr>
              <a:t> </a:t>
            </a:r>
            <a:r>
              <a:rPr sz="3200" spc="-10" dirty="0">
                <a:latin typeface="Calibri"/>
                <a:cs typeface="Calibri"/>
              </a:rPr>
              <a:t>object </a:t>
            </a:r>
            <a:r>
              <a:rPr sz="3200" dirty="0">
                <a:latin typeface="Calibri"/>
                <a:cs typeface="Calibri"/>
              </a:rPr>
              <a:t>For</a:t>
            </a:r>
            <a:r>
              <a:rPr sz="3200" spc="-55" dirty="0">
                <a:latin typeface="Calibri"/>
                <a:cs typeface="Calibri"/>
              </a:rPr>
              <a:t> </a:t>
            </a:r>
            <a:r>
              <a:rPr sz="3200" spc="-10" dirty="0">
                <a:latin typeface="Calibri"/>
                <a:cs typeface="Calibri"/>
              </a:rPr>
              <a:t>example,</a:t>
            </a:r>
            <a:r>
              <a:rPr sz="3200" spc="-75" dirty="0">
                <a:latin typeface="Calibri"/>
                <a:cs typeface="Calibri"/>
              </a:rPr>
              <a:t> </a:t>
            </a:r>
            <a:r>
              <a:rPr sz="3200" dirty="0">
                <a:latin typeface="Calibri"/>
                <a:cs typeface="Calibri"/>
              </a:rPr>
              <a:t>if</a:t>
            </a:r>
            <a:r>
              <a:rPr sz="3200" spc="-90" dirty="0">
                <a:latin typeface="Calibri"/>
                <a:cs typeface="Calibri"/>
              </a:rPr>
              <a:t> </a:t>
            </a:r>
            <a:r>
              <a:rPr sz="3200" spc="-10" dirty="0">
                <a:latin typeface="Calibri"/>
                <a:cs typeface="Calibri"/>
              </a:rPr>
              <a:t>white</a:t>
            </a:r>
            <a:endParaRPr sz="3200">
              <a:latin typeface="Calibri"/>
              <a:cs typeface="Calibri"/>
            </a:endParaRPr>
          </a:p>
          <a:p>
            <a:pPr marL="12700" marR="4575810">
              <a:lnSpc>
                <a:spcPct val="90000"/>
              </a:lnSpc>
            </a:pPr>
            <a:r>
              <a:rPr sz="3200" dirty="0">
                <a:latin typeface="Calibri"/>
                <a:cs typeface="Calibri"/>
              </a:rPr>
              <a:t>light</a:t>
            </a:r>
            <a:r>
              <a:rPr sz="3200" spc="-65" dirty="0">
                <a:latin typeface="Calibri"/>
                <a:cs typeface="Calibri"/>
              </a:rPr>
              <a:t> </a:t>
            </a:r>
            <a:r>
              <a:rPr sz="3200" dirty="0">
                <a:latin typeface="Calibri"/>
                <a:cs typeface="Calibri"/>
              </a:rPr>
              <a:t>is</a:t>
            </a:r>
            <a:r>
              <a:rPr sz="3200" spc="-75" dirty="0">
                <a:latin typeface="Calibri"/>
                <a:cs typeface="Calibri"/>
              </a:rPr>
              <a:t> </a:t>
            </a:r>
            <a:r>
              <a:rPr sz="3200" dirty="0">
                <a:latin typeface="Calibri"/>
                <a:cs typeface="Calibri"/>
              </a:rPr>
              <a:t>shone</a:t>
            </a:r>
            <a:r>
              <a:rPr sz="3200" spc="-55" dirty="0">
                <a:latin typeface="Calibri"/>
                <a:cs typeface="Calibri"/>
              </a:rPr>
              <a:t> </a:t>
            </a:r>
            <a:r>
              <a:rPr sz="3200" dirty="0">
                <a:latin typeface="Calibri"/>
                <a:cs typeface="Calibri"/>
              </a:rPr>
              <a:t>onto</a:t>
            </a:r>
            <a:r>
              <a:rPr sz="3200" spc="-75" dirty="0">
                <a:latin typeface="Calibri"/>
                <a:cs typeface="Calibri"/>
              </a:rPr>
              <a:t> </a:t>
            </a:r>
            <a:r>
              <a:rPr sz="3200" spc="-60" dirty="0">
                <a:latin typeface="Calibri"/>
                <a:cs typeface="Calibri"/>
              </a:rPr>
              <a:t>a </a:t>
            </a:r>
            <a:r>
              <a:rPr sz="3200" dirty="0">
                <a:latin typeface="Calibri"/>
                <a:cs typeface="Calibri"/>
              </a:rPr>
              <a:t>green</a:t>
            </a:r>
            <a:r>
              <a:rPr sz="3200" spc="-80" dirty="0">
                <a:latin typeface="Calibri"/>
                <a:cs typeface="Calibri"/>
              </a:rPr>
              <a:t> </a:t>
            </a:r>
            <a:r>
              <a:rPr sz="3200" dirty="0">
                <a:latin typeface="Calibri"/>
                <a:cs typeface="Calibri"/>
              </a:rPr>
              <a:t>object</a:t>
            </a:r>
            <a:r>
              <a:rPr sz="3200" spc="-75" dirty="0">
                <a:latin typeface="Calibri"/>
                <a:cs typeface="Calibri"/>
              </a:rPr>
              <a:t> </a:t>
            </a:r>
            <a:r>
              <a:rPr sz="3200" spc="-20" dirty="0">
                <a:latin typeface="Calibri"/>
                <a:cs typeface="Calibri"/>
              </a:rPr>
              <a:t>most wavelengths</a:t>
            </a:r>
            <a:r>
              <a:rPr sz="3200" spc="-80" dirty="0">
                <a:latin typeface="Calibri"/>
                <a:cs typeface="Calibri"/>
              </a:rPr>
              <a:t> </a:t>
            </a:r>
            <a:r>
              <a:rPr sz="3200" spc="-25" dirty="0">
                <a:latin typeface="Calibri"/>
                <a:cs typeface="Calibri"/>
              </a:rPr>
              <a:t>are</a:t>
            </a:r>
            <a:endParaRPr sz="3200">
              <a:latin typeface="Calibri"/>
              <a:cs typeface="Calibri"/>
            </a:endParaRPr>
          </a:p>
          <a:p>
            <a:pPr marR="652145" algn="r">
              <a:lnSpc>
                <a:spcPts val="969"/>
              </a:lnSpc>
            </a:pPr>
            <a:r>
              <a:rPr sz="1200" spc="-10" dirty="0">
                <a:latin typeface="Calibri"/>
                <a:cs typeface="Calibri"/>
              </a:rPr>
              <a:t>Colours</a:t>
            </a:r>
            <a:endParaRPr sz="1200">
              <a:latin typeface="Calibri"/>
              <a:cs typeface="Calibri"/>
            </a:endParaRPr>
          </a:p>
        </p:txBody>
      </p:sp>
      <p:sp>
        <p:nvSpPr>
          <p:cNvPr id="10" name="object 10"/>
          <p:cNvSpPr txBox="1"/>
          <p:nvPr/>
        </p:nvSpPr>
        <p:spPr>
          <a:xfrm>
            <a:off x="7250048" y="4463237"/>
            <a:ext cx="620395" cy="208915"/>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libri"/>
                <a:cs typeface="Calibri"/>
              </a:rPr>
              <a:t>Absorbed</a:t>
            </a:r>
            <a:endParaRPr sz="1200">
              <a:latin typeface="Calibri"/>
              <a:cs typeface="Calibri"/>
            </a:endParaRPr>
          </a:p>
        </p:txBody>
      </p:sp>
      <p:grpSp>
        <p:nvGrpSpPr>
          <p:cNvPr id="11" name="object 11"/>
          <p:cNvGrpSpPr/>
          <p:nvPr/>
        </p:nvGrpSpPr>
        <p:grpSpPr>
          <a:xfrm>
            <a:off x="4476877" y="3136392"/>
            <a:ext cx="1321435" cy="2755265"/>
            <a:chOff x="4476877" y="3136392"/>
            <a:chExt cx="1321435" cy="2755265"/>
          </a:xfrm>
        </p:grpSpPr>
        <p:pic>
          <p:nvPicPr>
            <p:cNvPr id="12" name="object 12"/>
            <p:cNvPicPr/>
            <p:nvPr/>
          </p:nvPicPr>
          <p:blipFill>
            <a:blip r:embed="rId6" cstate="print"/>
            <a:stretch>
              <a:fillRect/>
            </a:stretch>
          </p:blipFill>
          <p:spPr>
            <a:xfrm>
              <a:off x="5015103" y="3142742"/>
              <a:ext cx="776732" cy="971550"/>
            </a:xfrm>
            <a:prstGeom prst="rect">
              <a:avLst/>
            </a:prstGeom>
          </p:spPr>
        </p:pic>
        <p:sp>
          <p:nvSpPr>
            <p:cNvPr id="13" name="object 13"/>
            <p:cNvSpPr/>
            <p:nvPr/>
          </p:nvSpPr>
          <p:spPr>
            <a:xfrm>
              <a:off x="5015103" y="3142742"/>
              <a:ext cx="777240" cy="971550"/>
            </a:xfrm>
            <a:custGeom>
              <a:avLst/>
              <a:gdLst/>
              <a:ahLst/>
              <a:cxnLst/>
              <a:rect l="l" t="t" r="r" b="b"/>
              <a:pathLst>
                <a:path w="777239" h="971550">
                  <a:moveTo>
                    <a:pt x="394588" y="199136"/>
                  </a:moveTo>
                  <a:lnTo>
                    <a:pt x="502920" y="0"/>
                  </a:lnTo>
                  <a:lnTo>
                    <a:pt x="512572" y="253111"/>
                  </a:lnTo>
                  <a:lnTo>
                    <a:pt x="632333" y="129412"/>
                  </a:lnTo>
                  <a:lnTo>
                    <a:pt x="583564" y="280797"/>
                  </a:lnTo>
                  <a:lnTo>
                    <a:pt x="776732" y="270891"/>
                  </a:lnTo>
                  <a:lnTo>
                    <a:pt x="615696" y="404368"/>
                  </a:lnTo>
                  <a:lnTo>
                    <a:pt x="669417" y="483235"/>
                  </a:lnTo>
                  <a:lnTo>
                    <a:pt x="603123" y="533146"/>
                  </a:lnTo>
                  <a:lnTo>
                    <a:pt x="706501" y="671068"/>
                  </a:lnTo>
                  <a:lnTo>
                    <a:pt x="545719" y="627253"/>
                  </a:lnTo>
                  <a:lnTo>
                    <a:pt x="567055" y="758190"/>
                  </a:lnTo>
                  <a:lnTo>
                    <a:pt x="460248" y="703453"/>
                  </a:lnTo>
                  <a:lnTo>
                    <a:pt x="449072" y="831977"/>
                  </a:lnTo>
                  <a:lnTo>
                    <a:pt x="379857" y="772668"/>
                  </a:lnTo>
                  <a:lnTo>
                    <a:pt x="344424" y="878332"/>
                  </a:lnTo>
                  <a:lnTo>
                    <a:pt x="295783" y="812292"/>
                  </a:lnTo>
                  <a:lnTo>
                    <a:pt x="211074" y="971550"/>
                  </a:lnTo>
                  <a:lnTo>
                    <a:pt x="195580" y="825119"/>
                  </a:lnTo>
                  <a:lnTo>
                    <a:pt x="64135" y="816991"/>
                  </a:lnTo>
                  <a:lnTo>
                    <a:pt x="131445" y="703961"/>
                  </a:lnTo>
                  <a:lnTo>
                    <a:pt x="0" y="604647"/>
                  </a:lnTo>
                  <a:lnTo>
                    <a:pt x="141097" y="537210"/>
                  </a:lnTo>
                  <a:lnTo>
                    <a:pt x="27812" y="400050"/>
                  </a:lnTo>
                  <a:lnTo>
                    <a:pt x="181356" y="368300"/>
                  </a:lnTo>
                  <a:lnTo>
                    <a:pt x="135127" y="187706"/>
                  </a:lnTo>
                  <a:lnTo>
                    <a:pt x="293877" y="296545"/>
                  </a:lnTo>
                  <a:lnTo>
                    <a:pt x="322072" y="96900"/>
                  </a:lnTo>
                  <a:lnTo>
                    <a:pt x="394588" y="199136"/>
                  </a:lnTo>
                  <a:close/>
                </a:path>
              </a:pathLst>
            </a:custGeom>
            <a:ln w="12700">
              <a:solidFill>
                <a:srgbClr val="000000"/>
              </a:solidFill>
            </a:ln>
          </p:spPr>
          <p:txBody>
            <a:bodyPr wrap="square" lIns="0" tIns="0" rIns="0" bIns="0" rtlCol="0"/>
            <a:lstStyle/>
            <a:p>
              <a:endParaRPr/>
            </a:p>
          </p:txBody>
        </p:sp>
        <p:pic>
          <p:nvPicPr>
            <p:cNvPr id="14" name="object 14"/>
            <p:cNvPicPr/>
            <p:nvPr/>
          </p:nvPicPr>
          <p:blipFill>
            <a:blip r:embed="rId7" cstate="print"/>
            <a:stretch>
              <a:fillRect/>
            </a:stretch>
          </p:blipFill>
          <p:spPr>
            <a:xfrm>
              <a:off x="4737862" y="3329178"/>
              <a:ext cx="743076" cy="505968"/>
            </a:xfrm>
            <a:prstGeom prst="rect">
              <a:avLst/>
            </a:prstGeom>
          </p:spPr>
        </p:pic>
        <p:sp>
          <p:nvSpPr>
            <p:cNvPr id="15" name="object 15"/>
            <p:cNvSpPr/>
            <p:nvPr/>
          </p:nvSpPr>
          <p:spPr>
            <a:xfrm>
              <a:off x="4737862" y="3329178"/>
              <a:ext cx="743585" cy="506095"/>
            </a:xfrm>
            <a:custGeom>
              <a:avLst/>
              <a:gdLst/>
              <a:ahLst/>
              <a:cxnLst/>
              <a:rect l="l" t="t" r="r" b="b"/>
              <a:pathLst>
                <a:path w="743585" h="506095">
                  <a:moveTo>
                    <a:pt x="4572" y="93218"/>
                  </a:moveTo>
                  <a:lnTo>
                    <a:pt x="1777" y="101854"/>
                  </a:lnTo>
                  <a:lnTo>
                    <a:pt x="380" y="109727"/>
                  </a:lnTo>
                  <a:lnTo>
                    <a:pt x="126" y="118618"/>
                  </a:lnTo>
                  <a:lnTo>
                    <a:pt x="0" y="127000"/>
                  </a:lnTo>
                  <a:lnTo>
                    <a:pt x="888" y="136271"/>
                  </a:lnTo>
                  <a:lnTo>
                    <a:pt x="2921" y="143891"/>
                  </a:lnTo>
                  <a:lnTo>
                    <a:pt x="5714" y="151257"/>
                  </a:lnTo>
                  <a:lnTo>
                    <a:pt x="9905" y="158496"/>
                  </a:lnTo>
                  <a:lnTo>
                    <a:pt x="13335" y="165988"/>
                  </a:lnTo>
                  <a:lnTo>
                    <a:pt x="43941" y="195961"/>
                  </a:lnTo>
                  <a:lnTo>
                    <a:pt x="63626" y="203708"/>
                  </a:lnTo>
                  <a:lnTo>
                    <a:pt x="71882" y="206501"/>
                  </a:lnTo>
                  <a:lnTo>
                    <a:pt x="84200" y="210566"/>
                  </a:lnTo>
                  <a:lnTo>
                    <a:pt x="100202" y="215900"/>
                  </a:lnTo>
                  <a:lnTo>
                    <a:pt x="118490" y="221869"/>
                  </a:lnTo>
                  <a:lnTo>
                    <a:pt x="136143" y="227711"/>
                  </a:lnTo>
                  <a:lnTo>
                    <a:pt x="153288" y="233425"/>
                  </a:lnTo>
                  <a:lnTo>
                    <a:pt x="170434" y="239013"/>
                  </a:lnTo>
                  <a:lnTo>
                    <a:pt x="176911" y="241173"/>
                  </a:lnTo>
                  <a:lnTo>
                    <a:pt x="183134" y="245872"/>
                  </a:lnTo>
                  <a:lnTo>
                    <a:pt x="189102" y="249682"/>
                  </a:lnTo>
                  <a:lnTo>
                    <a:pt x="216662" y="281178"/>
                  </a:lnTo>
                  <a:lnTo>
                    <a:pt x="234187" y="315214"/>
                  </a:lnTo>
                  <a:lnTo>
                    <a:pt x="254126" y="353949"/>
                  </a:lnTo>
                  <a:lnTo>
                    <a:pt x="264922" y="374777"/>
                  </a:lnTo>
                  <a:lnTo>
                    <a:pt x="278764" y="394081"/>
                  </a:lnTo>
                  <a:lnTo>
                    <a:pt x="292735" y="413385"/>
                  </a:lnTo>
                  <a:lnTo>
                    <a:pt x="309879" y="432562"/>
                  </a:lnTo>
                  <a:lnTo>
                    <a:pt x="318008" y="441706"/>
                  </a:lnTo>
                  <a:lnTo>
                    <a:pt x="328929" y="450342"/>
                  </a:lnTo>
                  <a:lnTo>
                    <a:pt x="339343" y="458343"/>
                  </a:lnTo>
                  <a:lnTo>
                    <a:pt x="351789" y="466344"/>
                  </a:lnTo>
                  <a:lnTo>
                    <a:pt x="362965" y="473837"/>
                  </a:lnTo>
                  <a:lnTo>
                    <a:pt x="406146" y="491998"/>
                  </a:lnTo>
                  <a:lnTo>
                    <a:pt x="443991" y="501904"/>
                  </a:lnTo>
                  <a:lnTo>
                    <a:pt x="483235" y="505968"/>
                  </a:lnTo>
                  <a:lnTo>
                    <a:pt x="495808" y="505587"/>
                  </a:lnTo>
                  <a:lnTo>
                    <a:pt x="544322" y="499237"/>
                  </a:lnTo>
                  <a:lnTo>
                    <a:pt x="602614" y="479298"/>
                  </a:lnTo>
                  <a:lnTo>
                    <a:pt x="644525" y="453517"/>
                  </a:lnTo>
                  <a:lnTo>
                    <a:pt x="679576" y="420751"/>
                  </a:lnTo>
                  <a:lnTo>
                    <a:pt x="703452" y="390271"/>
                  </a:lnTo>
                  <a:lnTo>
                    <a:pt x="725804" y="346329"/>
                  </a:lnTo>
                  <a:lnTo>
                    <a:pt x="730123" y="332994"/>
                  </a:lnTo>
                  <a:lnTo>
                    <a:pt x="734313" y="320294"/>
                  </a:lnTo>
                  <a:lnTo>
                    <a:pt x="742568" y="271652"/>
                  </a:lnTo>
                  <a:lnTo>
                    <a:pt x="743076" y="258445"/>
                  </a:lnTo>
                  <a:lnTo>
                    <a:pt x="742696" y="245491"/>
                  </a:lnTo>
                  <a:lnTo>
                    <a:pt x="735584" y="197612"/>
                  </a:lnTo>
                  <a:lnTo>
                    <a:pt x="714755" y="140081"/>
                  </a:lnTo>
                  <a:lnTo>
                    <a:pt x="687959" y="98551"/>
                  </a:lnTo>
                  <a:lnTo>
                    <a:pt x="654303" y="63754"/>
                  </a:lnTo>
                  <a:lnTo>
                    <a:pt x="622935" y="39877"/>
                  </a:lnTo>
                  <a:lnTo>
                    <a:pt x="577976" y="17272"/>
                  </a:lnTo>
                  <a:lnTo>
                    <a:pt x="564388" y="12826"/>
                  </a:lnTo>
                  <a:lnTo>
                    <a:pt x="549655" y="8000"/>
                  </a:lnTo>
                  <a:lnTo>
                    <a:pt x="534542" y="4191"/>
                  </a:lnTo>
                  <a:lnTo>
                    <a:pt x="519049" y="1650"/>
                  </a:lnTo>
                  <a:lnTo>
                    <a:pt x="505460" y="1016"/>
                  </a:lnTo>
                  <a:lnTo>
                    <a:pt x="490727" y="0"/>
                  </a:lnTo>
                  <a:lnTo>
                    <a:pt x="451865" y="3175"/>
                  </a:lnTo>
                  <a:lnTo>
                    <a:pt x="403860" y="15494"/>
                  </a:lnTo>
                  <a:lnTo>
                    <a:pt x="360172" y="33147"/>
                  </a:lnTo>
                  <a:lnTo>
                    <a:pt x="321055" y="52324"/>
                  </a:lnTo>
                  <a:lnTo>
                    <a:pt x="286765" y="69214"/>
                  </a:lnTo>
                  <a:lnTo>
                    <a:pt x="269875" y="74549"/>
                  </a:lnTo>
                  <a:lnTo>
                    <a:pt x="253618" y="78105"/>
                  </a:lnTo>
                  <a:lnTo>
                    <a:pt x="245872" y="78105"/>
                  </a:lnTo>
                  <a:lnTo>
                    <a:pt x="238760" y="77597"/>
                  </a:lnTo>
                  <a:lnTo>
                    <a:pt x="230886" y="77597"/>
                  </a:lnTo>
                  <a:lnTo>
                    <a:pt x="224409" y="75437"/>
                  </a:lnTo>
                  <a:lnTo>
                    <a:pt x="207390" y="69850"/>
                  </a:lnTo>
                  <a:lnTo>
                    <a:pt x="190246" y="64135"/>
                  </a:lnTo>
                  <a:lnTo>
                    <a:pt x="172592" y="58293"/>
                  </a:lnTo>
                  <a:lnTo>
                    <a:pt x="154304" y="52324"/>
                  </a:lnTo>
                  <a:lnTo>
                    <a:pt x="138302" y="46989"/>
                  </a:lnTo>
                  <a:lnTo>
                    <a:pt x="125857" y="42925"/>
                  </a:lnTo>
                  <a:lnTo>
                    <a:pt x="117601" y="40259"/>
                  </a:lnTo>
                  <a:lnTo>
                    <a:pt x="114680" y="39243"/>
                  </a:lnTo>
                  <a:lnTo>
                    <a:pt x="106425" y="36449"/>
                  </a:lnTo>
                  <a:lnTo>
                    <a:pt x="97154" y="34671"/>
                  </a:lnTo>
                  <a:lnTo>
                    <a:pt x="88137" y="34289"/>
                  </a:lnTo>
                  <a:lnTo>
                    <a:pt x="79375" y="35179"/>
                  </a:lnTo>
                  <a:lnTo>
                    <a:pt x="71120" y="36322"/>
                  </a:lnTo>
                  <a:lnTo>
                    <a:pt x="63373" y="38226"/>
                  </a:lnTo>
                  <a:lnTo>
                    <a:pt x="54737" y="40512"/>
                  </a:lnTo>
                  <a:lnTo>
                    <a:pt x="47498" y="44576"/>
                  </a:lnTo>
                  <a:lnTo>
                    <a:pt x="39877" y="47879"/>
                  </a:lnTo>
                  <a:lnTo>
                    <a:pt x="10922" y="77977"/>
                  </a:lnTo>
                  <a:lnTo>
                    <a:pt x="7238" y="85089"/>
                  </a:lnTo>
                  <a:lnTo>
                    <a:pt x="4572" y="93218"/>
                  </a:lnTo>
                  <a:close/>
                </a:path>
                <a:path w="743585" h="506095">
                  <a:moveTo>
                    <a:pt x="260476" y="138684"/>
                  </a:moveTo>
                  <a:lnTo>
                    <a:pt x="345313" y="149351"/>
                  </a:lnTo>
                  <a:lnTo>
                    <a:pt x="418084" y="142748"/>
                  </a:lnTo>
                  <a:lnTo>
                    <a:pt x="437007" y="139319"/>
                  </a:lnTo>
                  <a:lnTo>
                    <a:pt x="407162" y="169925"/>
                  </a:lnTo>
                  <a:lnTo>
                    <a:pt x="419226" y="204597"/>
                  </a:lnTo>
                  <a:lnTo>
                    <a:pt x="389509" y="229362"/>
                  </a:lnTo>
                  <a:lnTo>
                    <a:pt x="400938" y="260096"/>
                  </a:lnTo>
                  <a:lnTo>
                    <a:pt x="375158" y="278511"/>
                  </a:lnTo>
                  <a:lnTo>
                    <a:pt x="378460" y="316103"/>
                  </a:lnTo>
                  <a:lnTo>
                    <a:pt x="306070" y="244094"/>
                  </a:lnTo>
                  <a:lnTo>
                    <a:pt x="237616" y="208025"/>
                  </a:lnTo>
                </a:path>
                <a:path w="743585" h="506095">
                  <a:moveTo>
                    <a:pt x="224282" y="76073"/>
                  </a:moveTo>
                  <a:lnTo>
                    <a:pt x="170434" y="239013"/>
                  </a:lnTo>
                  <a:lnTo>
                    <a:pt x="133223" y="226822"/>
                  </a:lnTo>
                  <a:lnTo>
                    <a:pt x="187705" y="64008"/>
                  </a:lnTo>
                  <a:lnTo>
                    <a:pt x="151637" y="52070"/>
                  </a:lnTo>
                  <a:lnTo>
                    <a:pt x="96647" y="214630"/>
                  </a:lnTo>
                  <a:lnTo>
                    <a:pt x="62229" y="203962"/>
                  </a:lnTo>
                  <a:lnTo>
                    <a:pt x="116077" y="41021"/>
                  </a:lnTo>
                </a:path>
              </a:pathLst>
            </a:custGeom>
            <a:ln w="57150">
              <a:solidFill>
                <a:srgbClr val="000000"/>
              </a:solidFill>
            </a:ln>
          </p:spPr>
          <p:txBody>
            <a:bodyPr wrap="square" lIns="0" tIns="0" rIns="0" bIns="0" rtlCol="0"/>
            <a:lstStyle/>
            <a:p>
              <a:endParaRPr/>
            </a:p>
          </p:txBody>
        </p:sp>
        <p:sp>
          <p:nvSpPr>
            <p:cNvPr id="16" name="object 16"/>
            <p:cNvSpPr/>
            <p:nvPr/>
          </p:nvSpPr>
          <p:spPr>
            <a:xfrm>
              <a:off x="4788408" y="4940808"/>
              <a:ext cx="725805" cy="725805"/>
            </a:xfrm>
            <a:custGeom>
              <a:avLst/>
              <a:gdLst/>
              <a:ahLst/>
              <a:cxnLst/>
              <a:rect l="l" t="t" r="r" b="b"/>
              <a:pathLst>
                <a:path w="725804" h="725804">
                  <a:moveTo>
                    <a:pt x="0" y="362712"/>
                  </a:moveTo>
                  <a:lnTo>
                    <a:pt x="3311" y="313502"/>
                  </a:lnTo>
                  <a:lnTo>
                    <a:pt x="12959" y="266303"/>
                  </a:lnTo>
                  <a:lnTo>
                    <a:pt x="28509" y="221545"/>
                  </a:lnTo>
                  <a:lnTo>
                    <a:pt x="49529" y="179662"/>
                  </a:lnTo>
                  <a:lnTo>
                    <a:pt x="75588" y="141087"/>
                  </a:lnTo>
                  <a:lnTo>
                    <a:pt x="106251" y="106251"/>
                  </a:lnTo>
                  <a:lnTo>
                    <a:pt x="141087" y="75588"/>
                  </a:lnTo>
                  <a:lnTo>
                    <a:pt x="179662" y="49530"/>
                  </a:lnTo>
                  <a:lnTo>
                    <a:pt x="221545" y="28509"/>
                  </a:lnTo>
                  <a:lnTo>
                    <a:pt x="266303" y="12959"/>
                  </a:lnTo>
                  <a:lnTo>
                    <a:pt x="313502" y="3311"/>
                  </a:lnTo>
                  <a:lnTo>
                    <a:pt x="362712" y="0"/>
                  </a:lnTo>
                  <a:lnTo>
                    <a:pt x="411921" y="3311"/>
                  </a:lnTo>
                  <a:lnTo>
                    <a:pt x="459120" y="12959"/>
                  </a:lnTo>
                  <a:lnTo>
                    <a:pt x="503878" y="28509"/>
                  </a:lnTo>
                  <a:lnTo>
                    <a:pt x="545761" y="49530"/>
                  </a:lnTo>
                  <a:lnTo>
                    <a:pt x="584336" y="75588"/>
                  </a:lnTo>
                  <a:lnTo>
                    <a:pt x="619172" y="106251"/>
                  </a:lnTo>
                  <a:lnTo>
                    <a:pt x="649835" y="141087"/>
                  </a:lnTo>
                  <a:lnTo>
                    <a:pt x="675893" y="179662"/>
                  </a:lnTo>
                  <a:lnTo>
                    <a:pt x="696914" y="221545"/>
                  </a:lnTo>
                  <a:lnTo>
                    <a:pt x="712464" y="266303"/>
                  </a:lnTo>
                  <a:lnTo>
                    <a:pt x="722112" y="313502"/>
                  </a:lnTo>
                  <a:lnTo>
                    <a:pt x="725424" y="362712"/>
                  </a:lnTo>
                  <a:lnTo>
                    <a:pt x="722112" y="411921"/>
                  </a:lnTo>
                  <a:lnTo>
                    <a:pt x="712464" y="459120"/>
                  </a:lnTo>
                  <a:lnTo>
                    <a:pt x="696914" y="503878"/>
                  </a:lnTo>
                  <a:lnTo>
                    <a:pt x="675894" y="545761"/>
                  </a:lnTo>
                  <a:lnTo>
                    <a:pt x="649835" y="584336"/>
                  </a:lnTo>
                  <a:lnTo>
                    <a:pt x="619172" y="619172"/>
                  </a:lnTo>
                  <a:lnTo>
                    <a:pt x="584336" y="649835"/>
                  </a:lnTo>
                  <a:lnTo>
                    <a:pt x="545761" y="675894"/>
                  </a:lnTo>
                  <a:lnTo>
                    <a:pt x="503878" y="696914"/>
                  </a:lnTo>
                  <a:lnTo>
                    <a:pt x="459120" y="712464"/>
                  </a:lnTo>
                  <a:lnTo>
                    <a:pt x="411921" y="722112"/>
                  </a:lnTo>
                  <a:lnTo>
                    <a:pt x="362712" y="725424"/>
                  </a:lnTo>
                  <a:lnTo>
                    <a:pt x="313502" y="722112"/>
                  </a:lnTo>
                  <a:lnTo>
                    <a:pt x="266303" y="712464"/>
                  </a:lnTo>
                  <a:lnTo>
                    <a:pt x="221545" y="696914"/>
                  </a:lnTo>
                  <a:lnTo>
                    <a:pt x="179662" y="675894"/>
                  </a:lnTo>
                  <a:lnTo>
                    <a:pt x="141087" y="649835"/>
                  </a:lnTo>
                  <a:lnTo>
                    <a:pt x="106251" y="619172"/>
                  </a:lnTo>
                  <a:lnTo>
                    <a:pt x="75588" y="584336"/>
                  </a:lnTo>
                  <a:lnTo>
                    <a:pt x="49530" y="545761"/>
                  </a:lnTo>
                  <a:lnTo>
                    <a:pt x="28509" y="503878"/>
                  </a:lnTo>
                  <a:lnTo>
                    <a:pt x="12959" y="459120"/>
                  </a:lnTo>
                  <a:lnTo>
                    <a:pt x="3311" y="411921"/>
                  </a:lnTo>
                  <a:lnTo>
                    <a:pt x="0" y="362712"/>
                  </a:lnTo>
                  <a:close/>
                </a:path>
              </a:pathLst>
            </a:custGeom>
            <a:ln w="12192">
              <a:solidFill>
                <a:srgbClr val="000000"/>
              </a:solidFill>
            </a:ln>
          </p:spPr>
          <p:txBody>
            <a:bodyPr wrap="square" lIns="0" tIns="0" rIns="0" bIns="0" rtlCol="0"/>
            <a:lstStyle/>
            <a:p>
              <a:endParaRPr/>
            </a:p>
          </p:txBody>
        </p:sp>
        <p:sp>
          <p:nvSpPr>
            <p:cNvPr id="17" name="object 17"/>
            <p:cNvSpPr/>
            <p:nvPr/>
          </p:nvSpPr>
          <p:spPr>
            <a:xfrm>
              <a:off x="4476877" y="4515484"/>
              <a:ext cx="1209675" cy="1376045"/>
            </a:xfrm>
            <a:custGeom>
              <a:avLst/>
              <a:gdLst/>
              <a:ahLst/>
              <a:cxnLst/>
              <a:rect l="l" t="t" r="r" b="b"/>
              <a:pathLst>
                <a:path w="1209675" h="1376045">
                  <a:moveTo>
                    <a:pt x="1209167" y="293243"/>
                  </a:moveTo>
                  <a:lnTo>
                    <a:pt x="994283" y="0"/>
                  </a:lnTo>
                  <a:lnTo>
                    <a:pt x="81280" y="669036"/>
                  </a:lnTo>
                  <a:lnTo>
                    <a:pt x="204978" y="837857"/>
                  </a:lnTo>
                  <a:lnTo>
                    <a:pt x="66294" y="812165"/>
                  </a:lnTo>
                  <a:lnTo>
                    <a:pt x="0" y="1169555"/>
                  </a:lnTo>
                  <a:lnTo>
                    <a:pt x="1113028" y="1375791"/>
                  </a:lnTo>
                  <a:lnTo>
                    <a:pt x="1179195" y="1018286"/>
                  </a:lnTo>
                  <a:lnTo>
                    <a:pt x="413308" y="876439"/>
                  </a:lnTo>
                  <a:lnTo>
                    <a:pt x="1209167" y="293243"/>
                  </a:lnTo>
                  <a:close/>
                </a:path>
              </a:pathLst>
            </a:custGeom>
            <a:solidFill>
              <a:srgbClr val="FFFFFF"/>
            </a:solidFill>
          </p:spPr>
          <p:txBody>
            <a:bodyPr wrap="square" lIns="0" tIns="0" rIns="0" bIns="0" rtlCol="0"/>
            <a:lstStyle/>
            <a:p>
              <a:endParaRPr/>
            </a:p>
          </p:txBody>
        </p:sp>
        <p:sp>
          <p:nvSpPr>
            <p:cNvPr id="18" name="object 18"/>
            <p:cNvSpPr/>
            <p:nvPr/>
          </p:nvSpPr>
          <p:spPr>
            <a:xfrm>
              <a:off x="4946904" y="4983480"/>
              <a:ext cx="582295" cy="509270"/>
            </a:xfrm>
            <a:custGeom>
              <a:avLst/>
              <a:gdLst/>
              <a:ahLst/>
              <a:cxnLst/>
              <a:rect l="l" t="t" r="r" b="b"/>
              <a:pathLst>
                <a:path w="582295" h="509270">
                  <a:moveTo>
                    <a:pt x="3048" y="393192"/>
                  </a:moveTo>
                  <a:lnTo>
                    <a:pt x="512063" y="0"/>
                  </a:lnTo>
                </a:path>
                <a:path w="582295" h="509270">
                  <a:moveTo>
                    <a:pt x="0" y="405384"/>
                  </a:moveTo>
                  <a:lnTo>
                    <a:pt x="582168" y="509016"/>
                  </a:lnTo>
                </a:path>
              </a:pathLst>
            </a:custGeom>
            <a:ln w="12192">
              <a:solidFill>
                <a:srgbClr val="000000"/>
              </a:solidFill>
            </a:ln>
          </p:spPr>
          <p:txBody>
            <a:bodyPr wrap="square" lIns="0" tIns="0" rIns="0" bIns="0" rtlCol="0"/>
            <a:lstStyle/>
            <a:p>
              <a:endParaRPr/>
            </a:p>
          </p:txBody>
        </p:sp>
        <p:pic>
          <p:nvPicPr>
            <p:cNvPr id="19" name="object 19"/>
            <p:cNvPicPr/>
            <p:nvPr/>
          </p:nvPicPr>
          <p:blipFill>
            <a:blip r:embed="rId8" cstate="print"/>
            <a:stretch>
              <a:fillRect/>
            </a:stretch>
          </p:blipFill>
          <p:spPr>
            <a:xfrm>
              <a:off x="5407152" y="5138927"/>
              <a:ext cx="128016" cy="213359"/>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1424305">
              <a:lnSpc>
                <a:spcPct val="100000"/>
              </a:lnSpc>
              <a:spcBef>
                <a:spcPts val="90"/>
              </a:spcBef>
            </a:pPr>
            <a:r>
              <a:rPr dirty="0"/>
              <a:t>Image</a:t>
            </a:r>
            <a:r>
              <a:rPr spc="-135" dirty="0"/>
              <a:t> </a:t>
            </a:r>
            <a:r>
              <a:rPr spc="-25" dirty="0"/>
              <a:t>Representation</a:t>
            </a:r>
          </a:p>
        </p:txBody>
      </p:sp>
      <p:sp>
        <p:nvSpPr>
          <p:cNvPr id="3" name="object 3"/>
          <p:cNvSpPr txBox="1"/>
          <p:nvPr/>
        </p:nvSpPr>
        <p:spPr>
          <a:xfrm>
            <a:off x="536244" y="1527428"/>
            <a:ext cx="8047355" cy="3959225"/>
          </a:xfrm>
          <a:prstGeom prst="rect">
            <a:avLst/>
          </a:prstGeom>
        </p:spPr>
        <p:txBody>
          <a:bodyPr vert="horz" wrap="square" lIns="0" tIns="104140" rIns="0" bIns="0" rtlCol="0">
            <a:spAutoFit/>
          </a:bodyPr>
          <a:lstStyle/>
          <a:p>
            <a:pPr marL="12700" marR="5080">
              <a:lnSpc>
                <a:spcPct val="80000"/>
              </a:lnSpc>
              <a:spcBef>
                <a:spcPts val="820"/>
              </a:spcBef>
            </a:pPr>
            <a:r>
              <a:rPr sz="3000" spc="-10" dirty="0">
                <a:latin typeface="Calibri"/>
                <a:cs typeface="Calibri"/>
              </a:rPr>
              <a:t>Before</a:t>
            </a:r>
            <a:r>
              <a:rPr sz="3000" spc="-70" dirty="0">
                <a:latin typeface="Calibri"/>
                <a:cs typeface="Calibri"/>
              </a:rPr>
              <a:t> </a:t>
            </a:r>
            <a:r>
              <a:rPr sz="3000" dirty="0">
                <a:latin typeface="Calibri"/>
                <a:cs typeface="Calibri"/>
              </a:rPr>
              <a:t>we</a:t>
            </a:r>
            <a:r>
              <a:rPr sz="3000" spc="-85" dirty="0">
                <a:latin typeface="Calibri"/>
                <a:cs typeface="Calibri"/>
              </a:rPr>
              <a:t> </a:t>
            </a:r>
            <a:r>
              <a:rPr sz="3000" dirty="0">
                <a:latin typeface="Calibri"/>
                <a:cs typeface="Calibri"/>
              </a:rPr>
              <a:t>discuss</a:t>
            </a:r>
            <a:r>
              <a:rPr sz="3000" spc="-95" dirty="0">
                <a:latin typeface="Calibri"/>
                <a:cs typeface="Calibri"/>
              </a:rPr>
              <a:t> </a:t>
            </a:r>
            <a:r>
              <a:rPr sz="3000" dirty="0">
                <a:latin typeface="Calibri"/>
                <a:cs typeface="Calibri"/>
              </a:rPr>
              <a:t>image</a:t>
            </a:r>
            <a:r>
              <a:rPr sz="3000" spc="-105" dirty="0">
                <a:latin typeface="Calibri"/>
                <a:cs typeface="Calibri"/>
              </a:rPr>
              <a:t> </a:t>
            </a:r>
            <a:r>
              <a:rPr sz="3000" dirty="0">
                <a:latin typeface="Calibri"/>
                <a:cs typeface="Calibri"/>
              </a:rPr>
              <a:t>acquisition</a:t>
            </a:r>
            <a:r>
              <a:rPr sz="3000" spc="-114" dirty="0">
                <a:latin typeface="Calibri"/>
                <a:cs typeface="Calibri"/>
              </a:rPr>
              <a:t> </a:t>
            </a:r>
            <a:r>
              <a:rPr sz="3000" dirty="0">
                <a:latin typeface="Calibri"/>
                <a:cs typeface="Calibri"/>
              </a:rPr>
              <a:t>recall</a:t>
            </a:r>
            <a:r>
              <a:rPr sz="3000" spc="-95" dirty="0">
                <a:latin typeface="Calibri"/>
                <a:cs typeface="Calibri"/>
              </a:rPr>
              <a:t> </a:t>
            </a:r>
            <a:r>
              <a:rPr sz="3000" dirty="0">
                <a:latin typeface="Calibri"/>
                <a:cs typeface="Calibri"/>
              </a:rPr>
              <a:t>that</a:t>
            </a:r>
            <a:r>
              <a:rPr sz="3000" spc="-125" dirty="0">
                <a:latin typeface="Calibri"/>
                <a:cs typeface="Calibri"/>
              </a:rPr>
              <a:t> </a:t>
            </a:r>
            <a:r>
              <a:rPr sz="3000" spc="-50" dirty="0">
                <a:latin typeface="Calibri"/>
                <a:cs typeface="Calibri"/>
              </a:rPr>
              <a:t>a </a:t>
            </a:r>
            <a:r>
              <a:rPr sz="3000" dirty="0">
                <a:latin typeface="Calibri"/>
                <a:cs typeface="Calibri"/>
              </a:rPr>
              <a:t>digital</a:t>
            </a:r>
            <a:r>
              <a:rPr sz="3000" spc="-60" dirty="0">
                <a:latin typeface="Calibri"/>
                <a:cs typeface="Calibri"/>
              </a:rPr>
              <a:t> </a:t>
            </a:r>
            <a:r>
              <a:rPr sz="3000" dirty="0">
                <a:latin typeface="Calibri"/>
                <a:cs typeface="Calibri"/>
              </a:rPr>
              <a:t>image</a:t>
            </a:r>
            <a:r>
              <a:rPr sz="3000" spc="-75" dirty="0">
                <a:latin typeface="Calibri"/>
                <a:cs typeface="Calibri"/>
              </a:rPr>
              <a:t> </a:t>
            </a:r>
            <a:r>
              <a:rPr sz="3000" dirty="0">
                <a:latin typeface="Calibri"/>
                <a:cs typeface="Calibri"/>
              </a:rPr>
              <a:t>is</a:t>
            </a:r>
            <a:r>
              <a:rPr sz="3000" spc="-40" dirty="0">
                <a:latin typeface="Calibri"/>
                <a:cs typeface="Calibri"/>
              </a:rPr>
              <a:t> </a:t>
            </a:r>
            <a:r>
              <a:rPr sz="3000" dirty="0">
                <a:latin typeface="Calibri"/>
                <a:cs typeface="Calibri"/>
              </a:rPr>
              <a:t>composed</a:t>
            </a:r>
            <a:r>
              <a:rPr sz="3000" spc="-60" dirty="0">
                <a:latin typeface="Calibri"/>
                <a:cs typeface="Calibri"/>
              </a:rPr>
              <a:t> </a:t>
            </a:r>
            <a:r>
              <a:rPr sz="3000" dirty="0">
                <a:latin typeface="Calibri"/>
                <a:cs typeface="Calibri"/>
              </a:rPr>
              <a:t>of</a:t>
            </a:r>
            <a:r>
              <a:rPr sz="3000" spc="-25" dirty="0">
                <a:latin typeface="Calibri"/>
                <a:cs typeface="Calibri"/>
              </a:rPr>
              <a:t> </a:t>
            </a:r>
            <a:r>
              <a:rPr sz="3000" i="1" dirty="0">
                <a:latin typeface="Times New Roman"/>
                <a:cs typeface="Times New Roman"/>
              </a:rPr>
              <a:t>M</a:t>
            </a:r>
            <a:r>
              <a:rPr sz="3000" i="1" spc="-95" dirty="0">
                <a:latin typeface="Times New Roman"/>
                <a:cs typeface="Times New Roman"/>
              </a:rPr>
              <a:t> </a:t>
            </a:r>
            <a:r>
              <a:rPr sz="3000" dirty="0">
                <a:latin typeface="Calibri"/>
                <a:cs typeface="Calibri"/>
              </a:rPr>
              <a:t>rows</a:t>
            </a:r>
            <a:r>
              <a:rPr sz="3000" spc="-65" dirty="0">
                <a:latin typeface="Calibri"/>
                <a:cs typeface="Calibri"/>
              </a:rPr>
              <a:t> </a:t>
            </a:r>
            <a:r>
              <a:rPr sz="3000" dirty="0">
                <a:latin typeface="Calibri"/>
                <a:cs typeface="Calibri"/>
              </a:rPr>
              <a:t>and</a:t>
            </a:r>
            <a:r>
              <a:rPr sz="3000" spc="-30" dirty="0">
                <a:latin typeface="Calibri"/>
                <a:cs typeface="Calibri"/>
              </a:rPr>
              <a:t> </a:t>
            </a:r>
            <a:r>
              <a:rPr sz="3000" i="1" dirty="0">
                <a:latin typeface="Times New Roman"/>
                <a:cs typeface="Times New Roman"/>
              </a:rPr>
              <a:t>N</a:t>
            </a:r>
            <a:r>
              <a:rPr sz="3000" i="1" spc="-130" dirty="0">
                <a:latin typeface="Times New Roman"/>
                <a:cs typeface="Times New Roman"/>
              </a:rPr>
              <a:t> </a:t>
            </a:r>
            <a:r>
              <a:rPr sz="3000" spc="-10" dirty="0">
                <a:latin typeface="Calibri"/>
                <a:cs typeface="Calibri"/>
              </a:rPr>
              <a:t>columns </a:t>
            </a:r>
            <a:r>
              <a:rPr sz="3000" dirty="0">
                <a:latin typeface="Calibri"/>
                <a:cs typeface="Calibri"/>
              </a:rPr>
              <a:t>of</a:t>
            </a:r>
            <a:r>
              <a:rPr sz="3000" spc="-35" dirty="0">
                <a:latin typeface="Calibri"/>
                <a:cs typeface="Calibri"/>
              </a:rPr>
              <a:t> </a:t>
            </a:r>
            <a:r>
              <a:rPr sz="3000" spc="-10" dirty="0">
                <a:latin typeface="Calibri"/>
                <a:cs typeface="Calibri"/>
              </a:rPr>
              <a:t>pixels</a:t>
            </a:r>
            <a:endParaRPr sz="3000">
              <a:latin typeface="Calibri"/>
              <a:cs typeface="Calibri"/>
            </a:endParaRPr>
          </a:p>
          <a:p>
            <a:pPr marL="12700">
              <a:lnSpc>
                <a:spcPts val="2880"/>
              </a:lnSpc>
            </a:pPr>
            <a:r>
              <a:rPr sz="3000" dirty="0">
                <a:latin typeface="Calibri"/>
                <a:cs typeface="Calibri"/>
              </a:rPr>
              <a:t>each</a:t>
            </a:r>
            <a:r>
              <a:rPr sz="3000" spc="-70" dirty="0">
                <a:latin typeface="Calibri"/>
                <a:cs typeface="Calibri"/>
              </a:rPr>
              <a:t> </a:t>
            </a:r>
            <a:r>
              <a:rPr sz="3000" dirty="0">
                <a:latin typeface="Calibri"/>
                <a:cs typeface="Calibri"/>
              </a:rPr>
              <a:t>storing</a:t>
            </a:r>
            <a:r>
              <a:rPr sz="3000" spc="-95" dirty="0">
                <a:latin typeface="Calibri"/>
                <a:cs typeface="Calibri"/>
              </a:rPr>
              <a:t> </a:t>
            </a:r>
            <a:r>
              <a:rPr sz="3000" dirty="0">
                <a:latin typeface="Calibri"/>
                <a:cs typeface="Calibri"/>
              </a:rPr>
              <a:t>a</a:t>
            </a:r>
            <a:r>
              <a:rPr sz="3000" spc="-45" dirty="0">
                <a:latin typeface="Calibri"/>
                <a:cs typeface="Calibri"/>
              </a:rPr>
              <a:t> </a:t>
            </a:r>
            <a:r>
              <a:rPr sz="3000" spc="-20" dirty="0">
                <a:latin typeface="Calibri"/>
                <a:cs typeface="Calibri"/>
              </a:rPr>
              <a:t>value</a:t>
            </a:r>
            <a:endParaRPr sz="3000">
              <a:latin typeface="Calibri"/>
              <a:cs typeface="Calibri"/>
            </a:endParaRPr>
          </a:p>
          <a:p>
            <a:pPr marL="12700" marR="4150995">
              <a:lnSpc>
                <a:spcPts val="2880"/>
              </a:lnSpc>
              <a:spcBef>
                <a:spcPts val="695"/>
              </a:spcBef>
            </a:pPr>
            <a:r>
              <a:rPr sz="3000" dirty="0">
                <a:latin typeface="Calibri"/>
                <a:cs typeface="Calibri"/>
              </a:rPr>
              <a:t>Pixel</a:t>
            </a:r>
            <a:r>
              <a:rPr sz="3000" spc="-105" dirty="0">
                <a:latin typeface="Calibri"/>
                <a:cs typeface="Calibri"/>
              </a:rPr>
              <a:t> </a:t>
            </a:r>
            <a:r>
              <a:rPr sz="3000" dirty="0">
                <a:latin typeface="Calibri"/>
                <a:cs typeface="Calibri"/>
              </a:rPr>
              <a:t>values</a:t>
            </a:r>
            <a:r>
              <a:rPr sz="3000" spc="-80" dirty="0">
                <a:latin typeface="Calibri"/>
                <a:cs typeface="Calibri"/>
              </a:rPr>
              <a:t> </a:t>
            </a:r>
            <a:r>
              <a:rPr sz="3000" dirty="0">
                <a:latin typeface="Calibri"/>
                <a:cs typeface="Calibri"/>
              </a:rPr>
              <a:t>are</a:t>
            </a:r>
            <a:r>
              <a:rPr sz="3000" spc="-80" dirty="0">
                <a:latin typeface="Calibri"/>
                <a:cs typeface="Calibri"/>
              </a:rPr>
              <a:t> </a:t>
            </a:r>
            <a:r>
              <a:rPr sz="3000" spc="-20" dirty="0">
                <a:latin typeface="Calibri"/>
                <a:cs typeface="Calibri"/>
              </a:rPr>
              <a:t>most </a:t>
            </a:r>
            <a:r>
              <a:rPr sz="3000" dirty="0">
                <a:latin typeface="Calibri"/>
                <a:cs typeface="Calibri"/>
              </a:rPr>
              <a:t>often</a:t>
            </a:r>
            <a:r>
              <a:rPr sz="3000" spc="-80" dirty="0">
                <a:latin typeface="Calibri"/>
                <a:cs typeface="Calibri"/>
              </a:rPr>
              <a:t> </a:t>
            </a:r>
            <a:r>
              <a:rPr sz="3000" dirty="0">
                <a:latin typeface="Calibri"/>
                <a:cs typeface="Calibri"/>
              </a:rPr>
              <a:t>grey</a:t>
            </a:r>
            <a:r>
              <a:rPr sz="3000" spc="-55" dirty="0">
                <a:latin typeface="Calibri"/>
                <a:cs typeface="Calibri"/>
              </a:rPr>
              <a:t> </a:t>
            </a:r>
            <a:r>
              <a:rPr sz="3000" dirty="0">
                <a:latin typeface="Calibri"/>
                <a:cs typeface="Calibri"/>
              </a:rPr>
              <a:t>levels</a:t>
            </a:r>
            <a:r>
              <a:rPr sz="3000" spc="-55" dirty="0">
                <a:latin typeface="Calibri"/>
                <a:cs typeface="Calibri"/>
              </a:rPr>
              <a:t> </a:t>
            </a:r>
            <a:r>
              <a:rPr sz="3000" dirty="0">
                <a:latin typeface="Calibri"/>
                <a:cs typeface="Calibri"/>
              </a:rPr>
              <a:t>in</a:t>
            </a:r>
            <a:r>
              <a:rPr sz="3000" spc="-75" dirty="0">
                <a:latin typeface="Calibri"/>
                <a:cs typeface="Calibri"/>
              </a:rPr>
              <a:t> </a:t>
            </a:r>
            <a:r>
              <a:rPr sz="3000" spc="-25" dirty="0">
                <a:latin typeface="Calibri"/>
                <a:cs typeface="Calibri"/>
              </a:rPr>
              <a:t>the </a:t>
            </a:r>
            <a:r>
              <a:rPr sz="3000" dirty="0">
                <a:latin typeface="Calibri"/>
                <a:cs typeface="Calibri"/>
              </a:rPr>
              <a:t>range</a:t>
            </a:r>
            <a:r>
              <a:rPr sz="3000" spc="-80" dirty="0">
                <a:latin typeface="Calibri"/>
                <a:cs typeface="Calibri"/>
              </a:rPr>
              <a:t> </a:t>
            </a:r>
            <a:r>
              <a:rPr sz="3000" spc="-25" dirty="0">
                <a:latin typeface="Calibri"/>
                <a:cs typeface="Calibri"/>
              </a:rPr>
              <a:t>0-</a:t>
            </a:r>
            <a:r>
              <a:rPr sz="3000" spc="-10" dirty="0">
                <a:latin typeface="Calibri"/>
                <a:cs typeface="Calibri"/>
              </a:rPr>
              <a:t>255(black-white)</a:t>
            </a:r>
            <a:endParaRPr sz="3000">
              <a:latin typeface="Calibri"/>
              <a:cs typeface="Calibri"/>
            </a:endParaRPr>
          </a:p>
          <a:p>
            <a:pPr marL="12700" marR="4639945">
              <a:lnSpc>
                <a:spcPct val="80000"/>
              </a:lnSpc>
              <a:spcBef>
                <a:spcPts val="750"/>
              </a:spcBef>
            </a:pPr>
            <a:r>
              <a:rPr sz="3000" dirty="0">
                <a:latin typeface="Calibri"/>
                <a:cs typeface="Calibri"/>
              </a:rPr>
              <a:t>We</a:t>
            </a:r>
            <a:r>
              <a:rPr sz="3000" spc="-60" dirty="0">
                <a:latin typeface="Calibri"/>
                <a:cs typeface="Calibri"/>
              </a:rPr>
              <a:t> </a:t>
            </a:r>
            <a:r>
              <a:rPr sz="3000" dirty="0">
                <a:latin typeface="Calibri"/>
                <a:cs typeface="Calibri"/>
              </a:rPr>
              <a:t>will</a:t>
            </a:r>
            <a:r>
              <a:rPr sz="3000" spc="-55" dirty="0">
                <a:latin typeface="Calibri"/>
                <a:cs typeface="Calibri"/>
              </a:rPr>
              <a:t> </a:t>
            </a:r>
            <a:r>
              <a:rPr sz="3000" dirty="0">
                <a:latin typeface="Calibri"/>
                <a:cs typeface="Calibri"/>
              </a:rPr>
              <a:t>see</a:t>
            </a:r>
            <a:r>
              <a:rPr sz="3000" spc="-75" dirty="0">
                <a:latin typeface="Calibri"/>
                <a:cs typeface="Calibri"/>
              </a:rPr>
              <a:t> </a:t>
            </a:r>
            <a:r>
              <a:rPr sz="3000" dirty="0">
                <a:latin typeface="Calibri"/>
                <a:cs typeface="Calibri"/>
              </a:rPr>
              <a:t>later</a:t>
            </a:r>
            <a:r>
              <a:rPr sz="3000" spc="-110" dirty="0">
                <a:latin typeface="Calibri"/>
                <a:cs typeface="Calibri"/>
              </a:rPr>
              <a:t> </a:t>
            </a:r>
            <a:r>
              <a:rPr sz="3000" spc="-25" dirty="0">
                <a:latin typeface="Calibri"/>
                <a:cs typeface="Calibri"/>
              </a:rPr>
              <a:t>on </a:t>
            </a:r>
            <a:r>
              <a:rPr sz="3000" dirty="0">
                <a:latin typeface="Calibri"/>
                <a:cs typeface="Calibri"/>
              </a:rPr>
              <a:t>that</a:t>
            </a:r>
            <a:r>
              <a:rPr sz="3000" spc="-80" dirty="0">
                <a:latin typeface="Calibri"/>
                <a:cs typeface="Calibri"/>
              </a:rPr>
              <a:t> </a:t>
            </a:r>
            <a:r>
              <a:rPr sz="3000" dirty="0">
                <a:latin typeface="Calibri"/>
                <a:cs typeface="Calibri"/>
              </a:rPr>
              <a:t>images</a:t>
            </a:r>
            <a:r>
              <a:rPr sz="3000" spc="-85" dirty="0">
                <a:latin typeface="Calibri"/>
                <a:cs typeface="Calibri"/>
              </a:rPr>
              <a:t> </a:t>
            </a:r>
            <a:r>
              <a:rPr sz="3000" dirty="0">
                <a:latin typeface="Calibri"/>
                <a:cs typeface="Calibri"/>
              </a:rPr>
              <a:t>can</a:t>
            </a:r>
            <a:r>
              <a:rPr sz="3000" spc="-75" dirty="0">
                <a:latin typeface="Calibri"/>
                <a:cs typeface="Calibri"/>
              </a:rPr>
              <a:t> </a:t>
            </a:r>
            <a:r>
              <a:rPr sz="3000" spc="-10" dirty="0">
                <a:latin typeface="Calibri"/>
                <a:cs typeface="Calibri"/>
              </a:rPr>
              <a:t>easily </a:t>
            </a:r>
            <a:r>
              <a:rPr sz="3000" dirty="0">
                <a:latin typeface="Calibri"/>
                <a:cs typeface="Calibri"/>
              </a:rPr>
              <a:t>be</a:t>
            </a:r>
            <a:r>
              <a:rPr sz="3000" spc="-30" dirty="0">
                <a:latin typeface="Calibri"/>
                <a:cs typeface="Calibri"/>
              </a:rPr>
              <a:t> </a:t>
            </a:r>
            <a:r>
              <a:rPr sz="3000" spc="-10" dirty="0">
                <a:latin typeface="Calibri"/>
                <a:cs typeface="Calibri"/>
              </a:rPr>
              <a:t>represented</a:t>
            </a:r>
            <a:r>
              <a:rPr sz="3000" spc="-80" dirty="0">
                <a:latin typeface="Calibri"/>
                <a:cs typeface="Calibri"/>
              </a:rPr>
              <a:t> </a:t>
            </a:r>
            <a:r>
              <a:rPr sz="3000" spc="-25" dirty="0">
                <a:latin typeface="Calibri"/>
                <a:cs typeface="Calibri"/>
              </a:rPr>
              <a:t>as</a:t>
            </a:r>
            <a:endParaRPr sz="3000">
              <a:latin typeface="Calibri"/>
              <a:cs typeface="Calibri"/>
            </a:endParaRPr>
          </a:p>
        </p:txBody>
      </p:sp>
      <p:sp>
        <p:nvSpPr>
          <p:cNvPr id="4" name="object 4"/>
          <p:cNvSpPr txBox="1"/>
          <p:nvPr/>
        </p:nvSpPr>
        <p:spPr>
          <a:xfrm>
            <a:off x="536244" y="5369763"/>
            <a:ext cx="1358900" cy="482600"/>
          </a:xfrm>
          <a:prstGeom prst="rect">
            <a:avLst/>
          </a:prstGeom>
        </p:spPr>
        <p:txBody>
          <a:bodyPr vert="horz" wrap="square" lIns="0" tIns="12700" rIns="0" bIns="0" rtlCol="0">
            <a:spAutoFit/>
          </a:bodyPr>
          <a:lstStyle/>
          <a:p>
            <a:pPr marL="12700">
              <a:lnSpc>
                <a:spcPct val="100000"/>
              </a:lnSpc>
              <a:spcBef>
                <a:spcPts val="100"/>
              </a:spcBef>
            </a:pPr>
            <a:r>
              <a:rPr sz="3000" spc="-10" dirty="0">
                <a:latin typeface="Calibri"/>
                <a:cs typeface="Calibri"/>
              </a:rPr>
              <a:t>matrices</a:t>
            </a:r>
            <a:endParaRPr sz="3000">
              <a:latin typeface="Calibri"/>
              <a:cs typeface="Calibri"/>
            </a:endParaRPr>
          </a:p>
        </p:txBody>
      </p:sp>
      <p:pic>
        <p:nvPicPr>
          <p:cNvPr id="5" name="object 5"/>
          <p:cNvPicPr/>
          <p:nvPr/>
        </p:nvPicPr>
        <p:blipFill>
          <a:blip r:embed="rId2" cstate="print"/>
          <a:stretch>
            <a:fillRect/>
          </a:stretch>
        </p:blipFill>
        <p:spPr>
          <a:xfrm>
            <a:off x="4665028" y="2556339"/>
            <a:ext cx="4001366" cy="3837306"/>
          </a:xfrm>
          <a:prstGeom prst="rect">
            <a:avLst/>
          </a:prstGeom>
        </p:spPr>
      </p:pic>
      <p:sp>
        <p:nvSpPr>
          <p:cNvPr id="6" name="object 6"/>
          <p:cNvSpPr txBox="1"/>
          <p:nvPr/>
        </p:nvSpPr>
        <p:spPr>
          <a:xfrm>
            <a:off x="8562847" y="2693035"/>
            <a:ext cx="241935" cy="238125"/>
          </a:xfrm>
          <a:prstGeom prst="rect">
            <a:avLst/>
          </a:prstGeom>
        </p:spPr>
        <p:txBody>
          <a:bodyPr vert="horz" wrap="square" lIns="0" tIns="11430" rIns="0" bIns="0" rtlCol="0">
            <a:spAutoFit/>
          </a:bodyPr>
          <a:lstStyle/>
          <a:p>
            <a:pPr marL="12700">
              <a:lnSpc>
                <a:spcPct val="100000"/>
              </a:lnSpc>
              <a:spcBef>
                <a:spcPts val="90"/>
              </a:spcBef>
            </a:pPr>
            <a:r>
              <a:rPr sz="1400" b="1" i="1" spc="-25" dirty="0">
                <a:latin typeface="Times New Roman"/>
                <a:cs typeface="Times New Roman"/>
              </a:rPr>
              <a:t>col</a:t>
            </a:r>
            <a:endParaRPr sz="1400">
              <a:latin typeface="Times New Roman"/>
              <a:cs typeface="Times New Roman"/>
            </a:endParaRPr>
          </a:p>
        </p:txBody>
      </p:sp>
      <p:sp>
        <p:nvSpPr>
          <p:cNvPr id="7" name="object 7"/>
          <p:cNvSpPr/>
          <p:nvPr/>
        </p:nvSpPr>
        <p:spPr>
          <a:xfrm>
            <a:off x="5093208" y="6135623"/>
            <a:ext cx="372110" cy="131445"/>
          </a:xfrm>
          <a:custGeom>
            <a:avLst/>
            <a:gdLst/>
            <a:ahLst/>
            <a:cxnLst/>
            <a:rect l="l" t="t" r="r" b="b"/>
            <a:pathLst>
              <a:path w="372110" h="131445">
                <a:moveTo>
                  <a:pt x="371856" y="0"/>
                </a:moveTo>
                <a:lnTo>
                  <a:pt x="0" y="0"/>
                </a:lnTo>
                <a:lnTo>
                  <a:pt x="0" y="131063"/>
                </a:lnTo>
                <a:lnTo>
                  <a:pt x="371856" y="131063"/>
                </a:lnTo>
                <a:lnTo>
                  <a:pt x="371856" y="0"/>
                </a:lnTo>
                <a:close/>
              </a:path>
            </a:pathLst>
          </a:custGeom>
          <a:solidFill>
            <a:srgbClr val="FFFFFF"/>
          </a:solidFill>
        </p:spPr>
        <p:txBody>
          <a:bodyPr wrap="square" lIns="0" tIns="0" rIns="0" bIns="0" rtlCol="0"/>
          <a:lstStyle/>
          <a:p>
            <a:endParaRPr/>
          </a:p>
        </p:txBody>
      </p:sp>
      <p:sp>
        <p:nvSpPr>
          <p:cNvPr id="8" name="object 8"/>
          <p:cNvSpPr txBox="1"/>
          <p:nvPr/>
        </p:nvSpPr>
        <p:spPr>
          <a:xfrm>
            <a:off x="5127497" y="6077508"/>
            <a:ext cx="302260" cy="238125"/>
          </a:xfrm>
          <a:prstGeom prst="rect">
            <a:avLst/>
          </a:prstGeom>
        </p:spPr>
        <p:txBody>
          <a:bodyPr vert="horz" wrap="square" lIns="0" tIns="11430" rIns="0" bIns="0" rtlCol="0">
            <a:spAutoFit/>
          </a:bodyPr>
          <a:lstStyle/>
          <a:p>
            <a:pPr marL="12700">
              <a:lnSpc>
                <a:spcPct val="100000"/>
              </a:lnSpc>
              <a:spcBef>
                <a:spcPts val="90"/>
              </a:spcBef>
            </a:pPr>
            <a:r>
              <a:rPr sz="1400" b="1" i="1" spc="-25" dirty="0">
                <a:latin typeface="Times New Roman"/>
                <a:cs typeface="Times New Roman"/>
              </a:rPr>
              <a:t>row</a:t>
            </a:r>
            <a:endParaRPr sz="1400">
              <a:latin typeface="Times New Roman"/>
              <a:cs typeface="Times New Roman"/>
            </a:endParaRPr>
          </a:p>
        </p:txBody>
      </p:sp>
      <p:sp>
        <p:nvSpPr>
          <p:cNvPr id="9" name="object 9"/>
          <p:cNvSpPr/>
          <p:nvPr/>
        </p:nvSpPr>
        <p:spPr>
          <a:xfrm>
            <a:off x="7891271" y="5779008"/>
            <a:ext cx="951230" cy="216535"/>
          </a:xfrm>
          <a:custGeom>
            <a:avLst/>
            <a:gdLst/>
            <a:ahLst/>
            <a:cxnLst/>
            <a:rect l="l" t="t" r="r" b="b"/>
            <a:pathLst>
              <a:path w="951229" h="216535">
                <a:moveTo>
                  <a:pt x="950976" y="0"/>
                </a:moveTo>
                <a:lnTo>
                  <a:pt x="0" y="0"/>
                </a:lnTo>
                <a:lnTo>
                  <a:pt x="0" y="216408"/>
                </a:lnTo>
                <a:lnTo>
                  <a:pt x="950976" y="216408"/>
                </a:lnTo>
                <a:lnTo>
                  <a:pt x="950976" y="0"/>
                </a:lnTo>
                <a:close/>
              </a:path>
            </a:pathLst>
          </a:custGeom>
          <a:solidFill>
            <a:srgbClr val="FFFFFF"/>
          </a:solidFill>
        </p:spPr>
        <p:txBody>
          <a:bodyPr wrap="square" lIns="0" tIns="0" rIns="0" bIns="0" rtlCol="0"/>
          <a:lstStyle/>
          <a:p>
            <a:endParaRPr/>
          </a:p>
        </p:txBody>
      </p:sp>
      <p:sp>
        <p:nvSpPr>
          <p:cNvPr id="10" name="object 10"/>
          <p:cNvSpPr txBox="1"/>
          <p:nvPr/>
        </p:nvSpPr>
        <p:spPr>
          <a:xfrm>
            <a:off x="7959343" y="5764479"/>
            <a:ext cx="822325" cy="238125"/>
          </a:xfrm>
          <a:prstGeom prst="rect">
            <a:avLst/>
          </a:prstGeom>
        </p:spPr>
        <p:txBody>
          <a:bodyPr vert="horz" wrap="square" lIns="0" tIns="11430" rIns="0" bIns="0" rtlCol="0">
            <a:spAutoFit/>
          </a:bodyPr>
          <a:lstStyle/>
          <a:p>
            <a:pPr marL="12700">
              <a:lnSpc>
                <a:spcPct val="100000"/>
              </a:lnSpc>
              <a:spcBef>
                <a:spcPts val="90"/>
              </a:spcBef>
            </a:pPr>
            <a:r>
              <a:rPr sz="1400" b="1" i="1" dirty="0">
                <a:latin typeface="Times New Roman"/>
                <a:cs typeface="Times New Roman"/>
              </a:rPr>
              <a:t>f</a:t>
            </a:r>
            <a:r>
              <a:rPr sz="1400" b="1" i="1" spc="-45" dirty="0">
                <a:latin typeface="Times New Roman"/>
                <a:cs typeface="Times New Roman"/>
              </a:rPr>
              <a:t> </a:t>
            </a:r>
            <a:r>
              <a:rPr sz="1400" b="1" i="1" dirty="0">
                <a:latin typeface="Times New Roman"/>
                <a:cs typeface="Times New Roman"/>
              </a:rPr>
              <a:t>(row,</a:t>
            </a:r>
            <a:r>
              <a:rPr sz="1400" b="1" i="1" spc="-45" dirty="0">
                <a:latin typeface="Times New Roman"/>
                <a:cs typeface="Times New Roman"/>
              </a:rPr>
              <a:t> </a:t>
            </a:r>
            <a:r>
              <a:rPr sz="1400" b="1" i="1" spc="-20" dirty="0">
                <a:latin typeface="Times New Roman"/>
                <a:cs typeface="Times New Roman"/>
              </a:rPr>
              <a:t>col)</a:t>
            </a:r>
            <a:endParaRPr sz="1400">
              <a:latin typeface="Times New Roman"/>
              <a:cs typeface="Times New Roman"/>
            </a:endParaRPr>
          </a:p>
        </p:txBody>
      </p:sp>
      <p:grpSp>
        <p:nvGrpSpPr>
          <p:cNvPr id="11" name="object 11"/>
          <p:cNvGrpSpPr/>
          <p:nvPr/>
        </p:nvGrpSpPr>
        <p:grpSpPr>
          <a:xfrm>
            <a:off x="-6096" y="1624583"/>
            <a:ext cx="262255" cy="5233670"/>
            <a:chOff x="-6096" y="1624583"/>
            <a:chExt cx="262255" cy="5233670"/>
          </a:xfrm>
        </p:grpSpPr>
        <p:pic>
          <p:nvPicPr>
            <p:cNvPr id="12" name="object 12"/>
            <p:cNvPicPr/>
            <p:nvPr/>
          </p:nvPicPr>
          <p:blipFill>
            <a:blip r:embed="rId3" cstate="print"/>
            <a:stretch>
              <a:fillRect/>
            </a:stretch>
          </p:blipFill>
          <p:spPr>
            <a:xfrm>
              <a:off x="0" y="6662926"/>
              <a:ext cx="256032" cy="195073"/>
            </a:xfrm>
            <a:prstGeom prst="rect">
              <a:avLst/>
            </a:prstGeom>
          </p:spPr>
        </p:pic>
        <p:sp>
          <p:nvSpPr>
            <p:cNvPr id="13" name="object 13"/>
            <p:cNvSpPr/>
            <p:nvPr/>
          </p:nvSpPr>
          <p:spPr>
            <a:xfrm>
              <a:off x="0" y="1630679"/>
              <a:ext cx="250190" cy="5035550"/>
            </a:xfrm>
            <a:custGeom>
              <a:avLst/>
              <a:gdLst/>
              <a:ahLst/>
              <a:cxnLst/>
              <a:rect l="l" t="t" r="r" b="b"/>
              <a:pathLst>
                <a:path w="250190" h="5035550">
                  <a:moveTo>
                    <a:pt x="249936" y="0"/>
                  </a:moveTo>
                  <a:lnTo>
                    <a:pt x="0" y="0"/>
                  </a:lnTo>
                  <a:lnTo>
                    <a:pt x="0" y="5035296"/>
                  </a:lnTo>
                  <a:lnTo>
                    <a:pt x="249936" y="5035296"/>
                  </a:lnTo>
                  <a:lnTo>
                    <a:pt x="249936" y="0"/>
                  </a:lnTo>
                  <a:close/>
                </a:path>
              </a:pathLst>
            </a:custGeom>
            <a:solidFill>
              <a:srgbClr val="C0504D"/>
            </a:solidFill>
          </p:spPr>
          <p:txBody>
            <a:bodyPr wrap="square" lIns="0" tIns="0" rIns="0" bIns="0" rtlCol="0"/>
            <a:lstStyle/>
            <a:p>
              <a:endParaRPr/>
            </a:p>
          </p:txBody>
        </p:sp>
        <p:sp>
          <p:nvSpPr>
            <p:cNvPr id="14" name="object 14"/>
            <p:cNvSpPr/>
            <p:nvPr/>
          </p:nvSpPr>
          <p:spPr>
            <a:xfrm>
              <a:off x="0" y="1630679"/>
              <a:ext cx="250190" cy="5035550"/>
            </a:xfrm>
            <a:custGeom>
              <a:avLst/>
              <a:gdLst/>
              <a:ahLst/>
              <a:cxnLst/>
              <a:rect l="l" t="t" r="r" b="b"/>
              <a:pathLst>
                <a:path w="250190" h="5035550">
                  <a:moveTo>
                    <a:pt x="0" y="5035296"/>
                  </a:moveTo>
                  <a:lnTo>
                    <a:pt x="249936" y="5035296"/>
                  </a:lnTo>
                  <a:lnTo>
                    <a:pt x="249936" y="0"/>
                  </a:lnTo>
                  <a:lnTo>
                    <a:pt x="0" y="0"/>
                  </a:lnTo>
                </a:path>
              </a:pathLst>
            </a:custGeom>
            <a:ln w="12192">
              <a:solidFill>
                <a:srgbClr val="000000"/>
              </a:solidFill>
            </a:ln>
          </p:spPr>
          <p:txBody>
            <a:bodyPr wrap="square" lIns="0" tIns="0" rIns="0" bIns="0" rtlCol="0"/>
            <a:lstStyle/>
            <a:p>
              <a:endParaRPr/>
            </a:p>
          </p:txBody>
        </p:sp>
      </p:grpSp>
      <p:sp>
        <p:nvSpPr>
          <p:cNvPr id="15" name="object 15"/>
          <p:cNvSpPr txBox="1"/>
          <p:nvPr/>
        </p:nvSpPr>
        <p:spPr>
          <a:xfrm>
            <a:off x="10159" y="1636776"/>
            <a:ext cx="208915" cy="5029200"/>
          </a:xfrm>
          <a:prstGeom prst="rect">
            <a:avLst/>
          </a:prstGeom>
        </p:spPr>
        <p:txBody>
          <a:bodyPr vert="vert270" wrap="square" lIns="0" tIns="12700" rIns="0" bIns="0" rtlCol="0">
            <a:spAutoFit/>
          </a:bodyPr>
          <a:lstStyle/>
          <a:p>
            <a:pPr marL="587375">
              <a:lnSpc>
                <a:spcPct val="100000"/>
              </a:lnSpc>
              <a:spcBef>
                <a:spcPts val="100"/>
              </a:spcBef>
            </a:pPr>
            <a:r>
              <a:rPr sz="1200" dirty="0">
                <a:solidFill>
                  <a:srgbClr val="FFFFFF"/>
                </a:solidFill>
                <a:latin typeface="Calibri"/>
                <a:cs typeface="Calibri"/>
              </a:rPr>
              <a:t>Images</a:t>
            </a:r>
            <a:r>
              <a:rPr sz="1200" spc="-65" dirty="0">
                <a:solidFill>
                  <a:srgbClr val="FFFFFF"/>
                </a:solidFill>
                <a:latin typeface="Calibri"/>
                <a:cs typeface="Calibri"/>
              </a:rPr>
              <a:t> </a:t>
            </a:r>
            <a:r>
              <a:rPr sz="1200" dirty="0">
                <a:solidFill>
                  <a:srgbClr val="FFFFFF"/>
                </a:solidFill>
                <a:latin typeface="Calibri"/>
                <a:cs typeface="Calibri"/>
              </a:rPr>
              <a:t>taken</a:t>
            </a:r>
            <a:r>
              <a:rPr sz="1200" spc="-30" dirty="0">
                <a:solidFill>
                  <a:srgbClr val="FFFFFF"/>
                </a:solidFill>
                <a:latin typeface="Calibri"/>
                <a:cs typeface="Calibri"/>
              </a:rPr>
              <a:t> </a:t>
            </a:r>
            <a:r>
              <a:rPr sz="1200" dirty="0">
                <a:solidFill>
                  <a:srgbClr val="FFFFFF"/>
                </a:solidFill>
                <a:latin typeface="Calibri"/>
                <a:cs typeface="Calibri"/>
              </a:rPr>
              <a:t>from</a:t>
            </a:r>
            <a:r>
              <a:rPr sz="1200" spc="-35" dirty="0">
                <a:solidFill>
                  <a:srgbClr val="FFFFFF"/>
                </a:solidFill>
                <a:latin typeface="Calibri"/>
                <a:cs typeface="Calibri"/>
              </a:rPr>
              <a:t> </a:t>
            </a:r>
            <a:r>
              <a:rPr sz="1200" dirty="0">
                <a:solidFill>
                  <a:srgbClr val="FFFFFF"/>
                </a:solidFill>
                <a:latin typeface="Calibri"/>
                <a:cs typeface="Calibri"/>
              </a:rPr>
              <a:t>Gonzalez</a:t>
            </a:r>
            <a:r>
              <a:rPr sz="1200" spc="-25" dirty="0">
                <a:solidFill>
                  <a:srgbClr val="FFFFFF"/>
                </a:solidFill>
                <a:latin typeface="Calibri"/>
                <a:cs typeface="Calibri"/>
              </a:rPr>
              <a:t> </a:t>
            </a:r>
            <a:r>
              <a:rPr sz="1200" dirty="0">
                <a:solidFill>
                  <a:srgbClr val="FFFFFF"/>
                </a:solidFill>
                <a:latin typeface="Calibri"/>
                <a:cs typeface="Calibri"/>
              </a:rPr>
              <a:t>&amp;</a:t>
            </a:r>
            <a:r>
              <a:rPr sz="1200" spc="-50" dirty="0">
                <a:solidFill>
                  <a:srgbClr val="FFFFFF"/>
                </a:solidFill>
                <a:latin typeface="Calibri"/>
                <a:cs typeface="Calibri"/>
              </a:rPr>
              <a:t> </a:t>
            </a:r>
            <a:r>
              <a:rPr sz="1200" spc="-10" dirty="0">
                <a:solidFill>
                  <a:srgbClr val="FFFFFF"/>
                </a:solidFill>
                <a:latin typeface="Calibri"/>
                <a:cs typeface="Calibri"/>
              </a:rPr>
              <a:t>Woods,</a:t>
            </a:r>
            <a:r>
              <a:rPr sz="1200" spc="-25" dirty="0">
                <a:solidFill>
                  <a:srgbClr val="FFFFFF"/>
                </a:solidFill>
                <a:latin typeface="Calibri"/>
                <a:cs typeface="Calibri"/>
              </a:rPr>
              <a:t> </a:t>
            </a:r>
            <a:r>
              <a:rPr sz="1200" dirty="0">
                <a:solidFill>
                  <a:srgbClr val="FFFFFF"/>
                </a:solidFill>
                <a:latin typeface="Calibri"/>
                <a:cs typeface="Calibri"/>
              </a:rPr>
              <a:t>Digital</a:t>
            </a:r>
            <a:r>
              <a:rPr sz="1200" spc="-35" dirty="0">
                <a:solidFill>
                  <a:srgbClr val="FFFFFF"/>
                </a:solidFill>
                <a:latin typeface="Calibri"/>
                <a:cs typeface="Calibri"/>
              </a:rPr>
              <a:t> </a:t>
            </a:r>
            <a:r>
              <a:rPr sz="1200" dirty="0">
                <a:solidFill>
                  <a:srgbClr val="FFFFFF"/>
                </a:solidFill>
                <a:latin typeface="Calibri"/>
                <a:cs typeface="Calibri"/>
              </a:rPr>
              <a:t>Image</a:t>
            </a:r>
            <a:r>
              <a:rPr sz="1200" spc="-70" dirty="0">
                <a:solidFill>
                  <a:srgbClr val="FFFFFF"/>
                </a:solidFill>
                <a:latin typeface="Calibri"/>
                <a:cs typeface="Calibri"/>
              </a:rPr>
              <a:t> </a:t>
            </a:r>
            <a:r>
              <a:rPr sz="1200" dirty="0">
                <a:solidFill>
                  <a:srgbClr val="FFFFFF"/>
                </a:solidFill>
                <a:latin typeface="Calibri"/>
                <a:cs typeface="Calibri"/>
              </a:rPr>
              <a:t>Processing </a:t>
            </a:r>
            <a:r>
              <a:rPr sz="1200" spc="-10" dirty="0">
                <a:solidFill>
                  <a:srgbClr val="FFFFFF"/>
                </a:solidFill>
                <a:latin typeface="Calibri"/>
                <a:cs typeface="Calibri"/>
              </a:rPr>
              <a:t>(2002)</a:t>
            </a:r>
            <a:endParaRPr sz="120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40000" y="465200"/>
            <a:ext cx="4063365" cy="695325"/>
          </a:xfrm>
          <a:prstGeom prst="rect">
            <a:avLst/>
          </a:prstGeom>
        </p:spPr>
        <p:txBody>
          <a:bodyPr vert="horz" wrap="square" lIns="0" tIns="11430" rIns="0" bIns="0" rtlCol="0">
            <a:spAutoFit/>
          </a:bodyPr>
          <a:lstStyle/>
          <a:p>
            <a:pPr marL="12700">
              <a:lnSpc>
                <a:spcPct val="100000"/>
              </a:lnSpc>
              <a:spcBef>
                <a:spcPts val="90"/>
              </a:spcBef>
            </a:pPr>
            <a:r>
              <a:rPr dirty="0"/>
              <a:t>Image</a:t>
            </a:r>
            <a:r>
              <a:rPr spc="-140" dirty="0"/>
              <a:t> </a:t>
            </a:r>
            <a:r>
              <a:rPr spc="-10" dirty="0"/>
              <a:t>Acquisition</a:t>
            </a:r>
          </a:p>
        </p:txBody>
      </p:sp>
      <p:pic>
        <p:nvPicPr>
          <p:cNvPr id="3" name="object 3"/>
          <p:cNvPicPr/>
          <p:nvPr/>
        </p:nvPicPr>
        <p:blipFill>
          <a:blip r:embed="rId2" cstate="print"/>
          <a:stretch>
            <a:fillRect/>
          </a:stretch>
        </p:blipFill>
        <p:spPr>
          <a:xfrm>
            <a:off x="544125" y="2971762"/>
            <a:ext cx="4203110" cy="3532757"/>
          </a:xfrm>
          <a:prstGeom prst="rect">
            <a:avLst/>
          </a:prstGeom>
        </p:spPr>
      </p:pic>
      <p:sp>
        <p:nvSpPr>
          <p:cNvPr id="4" name="object 4"/>
          <p:cNvSpPr txBox="1"/>
          <p:nvPr/>
        </p:nvSpPr>
        <p:spPr>
          <a:xfrm>
            <a:off x="536244" y="1343025"/>
            <a:ext cx="8004809" cy="4862195"/>
          </a:xfrm>
          <a:prstGeom prst="rect">
            <a:avLst/>
          </a:prstGeom>
        </p:spPr>
        <p:txBody>
          <a:bodyPr vert="horz" wrap="square" lIns="0" tIns="11430" rIns="0" bIns="0" rtlCol="0">
            <a:spAutoFit/>
          </a:bodyPr>
          <a:lstStyle/>
          <a:p>
            <a:pPr marL="12700" marR="55244" algn="just">
              <a:lnSpc>
                <a:spcPct val="100000"/>
              </a:lnSpc>
              <a:spcBef>
                <a:spcPts val="90"/>
              </a:spcBef>
            </a:pPr>
            <a:r>
              <a:rPr sz="3200" dirty="0">
                <a:latin typeface="Calibri"/>
                <a:cs typeface="Calibri"/>
              </a:rPr>
              <a:t>Images</a:t>
            </a:r>
            <a:r>
              <a:rPr sz="3200" spc="-95" dirty="0">
                <a:latin typeface="Calibri"/>
                <a:cs typeface="Calibri"/>
              </a:rPr>
              <a:t> </a:t>
            </a:r>
            <a:r>
              <a:rPr sz="3200" dirty="0">
                <a:latin typeface="Calibri"/>
                <a:cs typeface="Calibri"/>
              </a:rPr>
              <a:t>are</a:t>
            </a:r>
            <a:r>
              <a:rPr sz="3200" spc="-95" dirty="0">
                <a:latin typeface="Calibri"/>
                <a:cs typeface="Calibri"/>
              </a:rPr>
              <a:t> </a:t>
            </a:r>
            <a:r>
              <a:rPr sz="3200" dirty="0">
                <a:latin typeface="Calibri"/>
                <a:cs typeface="Calibri"/>
              </a:rPr>
              <a:t>typically</a:t>
            </a:r>
            <a:r>
              <a:rPr sz="3200" spc="-90" dirty="0">
                <a:latin typeface="Calibri"/>
                <a:cs typeface="Calibri"/>
              </a:rPr>
              <a:t> </a:t>
            </a:r>
            <a:r>
              <a:rPr sz="3200" spc="-20" dirty="0">
                <a:latin typeface="Calibri"/>
                <a:cs typeface="Calibri"/>
              </a:rPr>
              <a:t>generated</a:t>
            </a:r>
            <a:r>
              <a:rPr sz="3200" spc="-90" dirty="0">
                <a:latin typeface="Calibri"/>
                <a:cs typeface="Calibri"/>
              </a:rPr>
              <a:t> </a:t>
            </a:r>
            <a:r>
              <a:rPr sz="3200" dirty="0">
                <a:latin typeface="Calibri"/>
                <a:cs typeface="Calibri"/>
              </a:rPr>
              <a:t>by</a:t>
            </a:r>
            <a:r>
              <a:rPr sz="3200" spc="-50" dirty="0">
                <a:latin typeface="Calibri"/>
                <a:cs typeface="Calibri"/>
              </a:rPr>
              <a:t> </a:t>
            </a:r>
            <a:r>
              <a:rPr sz="3200" i="1" dirty="0">
                <a:latin typeface="Calibri"/>
                <a:cs typeface="Calibri"/>
              </a:rPr>
              <a:t>illuminating</a:t>
            </a:r>
            <a:r>
              <a:rPr sz="3200" i="1" spc="-45" dirty="0">
                <a:latin typeface="Calibri"/>
                <a:cs typeface="Calibri"/>
              </a:rPr>
              <a:t> </a:t>
            </a:r>
            <a:r>
              <a:rPr sz="3200" spc="-50" dirty="0">
                <a:latin typeface="Calibri"/>
                <a:cs typeface="Calibri"/>
              </a:rPr>
              <a:t>a </a:t>
            </a:r>
            <a:r>
              <a:rPr sz="3200" i="1" dirty="0">
                <a:latin typeface="Calibri"/>
                <a:cs typeface="Calibri"/>
              </a:rPr>
              <a:t>scene</a:t>
            </a:r>
            <a:r>
              <a:rPr sz="3200" i="1" spc="-70" dirty="0">
                <a:latin typeface="Calibri"/>
                <a:cs typeface="Calibri"/>
              </a:rPr>
              <a:t> </a:t>
            </a:r>
            <a:r>
              <a:rPr sz="3200" dirty="0">
                <a:latin typeface="Calibri"/>
                <a:cs typeface="Calibri"/>
              </a:rPr>
              <a:t>and</a:t>
            </a:r>
            <a:r>
              <a:rPr sz="3200" spc="-75" dirty="0">
                <a:latin typeface="Calibri"/>
                <a:cs typeface="Calibri"/>
              </a:rPr>
              <a:t> </a:t>
            </a:r>
            <a:r>
              <a:rPr sz="3200" dirty="0">
                <a:latin typeface="Calibri"/>
                <a:cs typeface="Calibri"/>
              </a:rPr>
              <a:t>absorbing</a:t>
            </a:r>
            <a:r>
              <a:rPr sz="3200" spc="-55" dirty="0">
                <a:latin typeface="Calibri"/>
                <a:cs typeface="Calibri"/>
              </a:rPr>
              <a:t> </a:t>
            </a:r>
            <a:r>
              <a:rPr sz="3200" dirty="0">
                <a:latin typeface="Calibri"/>
                <a:cs typeface="Calibri"/>
              </a:rPr>
              <a:t>the</a:t>
            </a:r>
            <a:r>
              <a:rPr sz="3200" spc="-100" dirty="0">
                <a:latin typeface="Calibri"/>
                <a:cs typeface="Calibri"/>
              </a:rPr>
              <a:t> </a:t>
            </a:r>
            <a:r>
              <a:rPr sz="3200" dirty="0">
                <a:latin typeface="Calibri"/>
                <a:cs typeface="Calibri"/>
              </a:rPr>
              <a:t>energy</a:t>
            </a:r>
            <a:r>
              <a:rPr sz="3200" spc="-60" dirty="0">
                <a:latin typeface="Calibri"/>
                <a:cs typeface="Calibri"/>
              </a:rPr>
              <a:t> </a:t>
            </a:r>
            <a:r>
              <a:rPr sz="3200" spc="-10" dirty="0">
                <a:latin typeface="Calibri"/>
                <a:cs typeface="Calibri"/>
              </a:rPr>
              <a:t>reflected</a:t>
            </a:r>
            <a:r>
              <a:rPr sz="3200" spc="-85" dirty="0">
                <a:latin typeface="Calibri"/>
                <a:cs typeface="Calibri"/>
              </a:rPr>
              <a:t> </a:t>
            </a:r>
            <a:r>
              <a:rPr sz="3200" dirty="0">
                <a:latin typeface="Calibri"/>
                <a:cs typeface="Calibri"/>
              </a:rPr>
              <a:t>by</a:t>
            </a:r>
            <a:r>
              <a:rPr sz="3200" spc="-85" dirty="0">
                <a:latin typeface="Calibri"/>
                <a:cs typeface="Calibri"/>
              </a:rPr>
              <a:t> </a:t>
            </a:r>
            <a:r>
              <a:rPr sz="3200" spc="-25" dirty="0">
                <a:latin typeface="Calibri"/>
                <a:cs typeface="Calibri"/>
              </a:rPr>
              <a:t>the </a:t>
            </a:r>
            <a:r>
              <a:rPr sz="3200" dirty="0">
                <a:latin typeface="Calibri"/>
                <a:cs typeface="Calibri"/>
              </a:rPr>
              <a:t>objects</a:t>
            </a:r>
            <a:r>
              <a:rPr sz="3200" spc="-55" dirty="0">
                <a:latin typeface="Calibri"/>
                <a:cs typeface="Calibri"/>
              </a:rPr>
              <a:t> </a:t>
            </a:r>
            <a:r>
              <a:rPr sz="3200" dirty="0">
                <a:latin typeface="Calibri"/>
                <a:cs typeface="Calibri"/>
              </a:rPr>
              <a:t>in</a:t>
            </a:r>
            <a:r>
              <a:rPr sz="3200" spc="-60" dirty="0">
                <a:latin typeface="Calibri"/>
                <a:cs typeface="Calibri"/>
              </a:rPr>
              <a:t> </a:t>
            </a:r>
            <a:r>
              <a:rPr sz="3200" dirty="0">
                <a:latin typeface="Calibri"/>
                <a:cs typeface="Calibri"/>
              </a:rPr>
              <a:t>that</a:t>
            </a:r>
            <a:r>
              <a:rPr sz="3200" spc="-65" dirty="0">
                <a:latin typeface="Calibri"/>
                <a:cs typeface="Calibri"/>
              </a:rPr>
              <a:t> </a:t>
            </a:r>
            <a:r>
              <a:rPr sz="3200" spc="-10" dirty="0">
                <a:latin typeface="Calibri"/>
                <a:cs typeface="Calibri"/>
              </a:rPr>
              <a:t>scene</a:t>
            </a:r>
            <a:endParaRPr sz="3200">
              <a:latin typeface="Calibri"/>
              <a:cs typeface="Calibri"/>
            </a:endParaRPr>
          </a:p>
          <a:p>
            <a:pPr marL="4728845" marR="5080" indent="-283845">
              <a:lnSpc>
                <a:spcPct val="100000"/>
              </a:lnSpc>
              <a:spcBef>
                <a:spcPts val="315"/>
              </a:spcBef>
              <a:buChar char="–"/>
              <a:tabLst>
                <a:tab pos="4728845" algn="l"/>
              </a:tabLst>
            </a:pPr>
            <a:r>
              <a:rPr sz="2800" spc="-10" dirty="0">
                <a:latin typeface="Calibri"/>
                <a:cs typeface="Calibri"/>
              </a:rPr>
              <a:t>Typical</a:t>
            </a:r>
            <a:r>
              <a:rPr sz="2800" spc="-95" dirty="0">
                <a:latin typeface="Calibri"/>
                <a:cs typeface="Calibri"/>
              </a:rPr>
              <a:t> </a:t>
            </a:r>
            <a:r>
              <a:rPr sz="2800" dirty="0">
                <a:latin typeface="Calibri"/>
                <a:cs typeface="Calibri"/>
              </a:rPr>
              <a:t>notions</a:t>
            </a:r>
            <a:r>
              <a:rPr sz="2800" spc="-80" dirty="0">
                <a:latin typeface="Calibri"/>
                <a:cs typeface="Calibri"/>
              </a:rPr>
              <a:t> </a:t>
            </a:r>
            <a:r>
              <a:rPr sz="2800" spc="-25" dirty="0">
                <a:latin typeface="Calibri"/>
                <a:cs typeface="Calibri"/>
              </a:rPr>
              <a:t>of </a:t>
            </a:r>
            <a:r>
              <a:rPr sz="2800" dirty="0">
                <a:latin typeface="Calibri"/>
                <a:cs typeface="Calibri"/>
              </a:rPr>
              <a:t>illumination</a:t>
            </a:r>
            <a:r>
              <a:rPr sz="2800" spc="-80" dirty="0">
                <a:latin typeface="Calibri"/>
                <a:cs typeface="Calibri"/>
              </a:rPr>
              <a:t> </a:t>
            </a:r>
            <a:r>
              <a:rPr sz="2800" dirty="0">
                <a:latin typeface="Calibri"/>
                <a:cs typeface="Calibri"/>
              </a:rPr>
              <a:t>and</a:t>
            </a:r>
            <a:r>
              <a:rPr sz="2800" spc="-40" dirty="0">
                <a:latin typeface="Calibri"/>
                <a:cs typeface="Calibri"/>
              </a:rPr>
              <a:t> </a:t>
            </a:r>
            <a:r>
              <a:rPr sz="2800" spc="-10" dirty="0">
                <a:latin typeface="Calibri"/>
                <a:cs typeface="Calibri"/>
              </a:rPr>
              <a:t>scene </a:t>
            </a:r>
            <a:r>
              <a:rPr sz="2800" dirty="0">
                <a:latin typeface="Calibri"/>
                <a:cs typeface="Calibri"/>
              </a:rPr>
              <a:t>can</a:t>
            </a:r>
            <a:r>
              <a:rPr sz="2800" spc="-40" dirty="0">
                <a:latin typeface="Calibri"/>
                <a:cs typeface="Calibri"/>
              </a:rPr>
              <a:t> </a:t>
            </a:r>
            <a:r>
              <a:rPr sz="2800" dirty="0">
                <a:latin typeface="Calibri"/>
                <a:cs typeface="Calibri"/>
              </a:rPr>
              <a:t>be</a:t>
            </a:r>
            <a:r>
              <a:rPr sz="2800" spc="-35" dirty="0">
                <a:latin typeface="Calibri"/>
                <a:cs typeface="Calibri"/>
              </a:rPr>
              <a:t> </a:t>
            </a:r>
            <a:r>
              <a:rPr sz="2800" dirty="0">
                <a:latin typeface="Calibri"/>
                <a:cs typeface="Calibri"/>
              </a:rPr>
              <a:t>way</a:t>
            </a:r>
            <a:r>
              <a:rPr sz="2800" spc="-70" dirty="0">
                <a:latin typeface="Calibri"/>
                <a:cs typeface="Calibri"/>
              </a:rPr>
              <a:t> </a:t>
            </a:r>
            <a:r>
              <a:rPr sz="2800" spc="-20" dirty="0">
                <a:latin typeface="Calibri"/>
                <a:cs typeface="Calibri"/>
              </a:rPr>
              <a:t>off:</a:t>
            </a:r>
            <a:endParaRPr sz="2800">
              <a:latin typeface="Calibri"/>
              <a:cs typeface="Calibri"/>
            </a:endParaRPr>
          </a:p>
          <a:p>
            <a:pPr marL="5136515" lvl="1" indent="-227329">
              <a:lnSpc>
                <a:spcPct val="100000"/>
              </a:lnSpc>
              <a:spcBef>
                <a:spcPts val="620"/>
              </a:spcBef>
              <a:buChar char="•"/>
              <a:tabLst>
                <a:tab pos="5136515" algn="l"/>
              </a:tabLst>
            </a:pPr>
            <a:r>
              <a:rPr sz="2400" spc="-10" dirty="0">
                <a:latin typeface="Calibri"/>
                <a:cs typeface="Calibri"/>
              </a:rPr>
              <a:t>X-rays</a:t>
            </a:r>
            <a:r>
              <a:rPr sz="2400" spc="-55" dirty="0">
                <a:latin typeface="Calibri"/>
                <a:cs typeface="Calibri"/>
              </a:rPr>
              <a:t> </a:t>
            </a:r>
            <a:r>
              <a:rPr sz="2400" dirty="0">
                <a:latin typeface="Calibri"/>
                <a:cs typeface="Calibri"/>
              </a:rPr>
              <a:t>of</a:t>
            </a:r>
            <a:r>
              <a:rPr sz="2400" spc="-75" dirty="0">
                <a:latin typeface="Calibri"/>
                <a:cs typeface="Calibri"/>
              </a:rPr>
              <a:t> </a:t>
            </a:r>
            <a:r>
              <a:rPr sz="2400" dirty="0">
                <a:latin typeface="Calibri"/>
                <a:cs typeface="Calibri"/>
              </a:rPr>
              <a:t>a</a:t>
            </a:r>
            <a:r>
              <a:rPr sz="2400" spc="-45" dirty="0">
                <a:latin typeface="Calibri"/>
                <a:cs typeface="Calibri"/>
              </a:rPr>
              <a:t> </a:t>
            </a:r>
            <a:r>
              <a:rPr sz="2400" spc="-10" dirty="0">
                <a:latin typeface="Calibri"/>
                <a:cs typeface="Calibri"/>
              </a:rPr>
              <a:t>skeleton</a:t>
            </a:r>
            <a:endParaRPr sz="2400">
              <a:latin typeface="Calibri"/>
              <a:cs typeface="Calibri"/>
            </a:endParaRPr>
          </a:p>
          <a:p>
            <a:pPr marL="5136515" lvl="1" indent="-227329">
              <a:lnSpc>
                <a:spcPct val="100000"/>
              </a:lnSpc>
              <a:spcBef>
                <a:spcPts val="575"/>
              </a:spcBef>
              <a:buChar char="•"/>
              <a:tabLst>
                <a:tab pos="5136515" algn="l"/>
              </a:tabLst>
            </a:pPr>
            <a:r>
              <a:rPr sz="2400" dirty="0">
                <a:latin typeface="Calibri"/>
                <a:cs typeface="Calibri"/>
              </a:rPr>
              <a:t>Ultrasound</a:t>
            </a:r>
            <a:r>
              <a:rPr sz="2400" spc="-100" dirty="0">
                <a:latin typeface="Calibri"/>
                <a:cs typeface="Calibri"/>
              </a:rPr>
              <a:t> </a:t>
            </a:r>
            <a:r>
              <a:rPr sz="2400" dirty="0">
                <a:latin typeface="Calibri"/>
                <a:cs typeface="Calibri"/>
              </a:rPr>
              <a:t>of</a:t>
            </a:r>
            <a:r>
              <a:rPr sz="2400" spc="-45" dirty="0">
                <a:latin typeface="Calibri"/>
                <a:cs typeface="Calibri"/>
              </a:rPr>
              <a:t> </a:t>
            </a:r>
            <a:r>
              <a:rPr sz="2400" spc="-25" dirty="0">
                <a:latin typeface="Calibri"/>
                <a:cs typeface="Calibri"/>
              </a:rPr>
              <a:t>an</a:t>
            </a:r>
            <a:endParaRPr sz="2400">
              <a:latin typeface="Calibri"/>
              <a:cs typeface="Calibri"/>
            </a:endParaRPr>
          </a:p>
          <a:p>
            <a:pPr marL="5137785">
              <a:lnSpc>
                <a:spcPct val="100000"/>
              </a:lnSpc>
              <a:spcBef>
                <a:spcPts val="5"/>
              </a:spcBef>
            </a:pPr>
            <a:r>
              <a:rPr sz="2400" dirty="0">
                <a:latin typeface="Calibri"/>
                <a:cs typeface="Calibri"/>
              </a:rPr>
              <a:t>unborn</a:t>
            </a:r>
            <a:r>
              <a:rPr sz="2400" spc="-90" dirty="0">
                <a:latin typeface="Calibri"/>
                <a:cs typeface="Calibri"/>
              </a:rPr>
              <a:t> </a:t>
            </a:r>
            <a:r>
              <a:rPr sz="2400" spc="-20" dirty="0">
                <a:latin typeface="Calibri"/>
                <a:cs typeface="Calibri"/>
              </a:rPr>
              <a:t>baby</a:t>
            </a:r>
            <a:endParaRPr sz="2400">
              <a:latin typeface="Calibri"/>
              <a:cs typeface="Calibri"/>
            </a:endParaRPr>
          </a:p>
          <a:p>
            <a:pPr marL="5136515" marR="338455" lvl="1" indent="-227329">
              <a:lnSpc>
                <a:spcPct val="100000"/>
              </a:lnSpc>
              <a:spcBef>
                <a:spcPts val="575"/>
              </a:spcBef>
              <a:buChar char="•"/>
              <a:tabLst>
                <a:tab pos="5137785" algn="l"/>
              </a:tabLst>
            </a:pPr>
            <a:r>
              <a:rPr sz="2400" spc="-10" dirty="0">
                <a:latin typeface="Calibri"/>
                <a:cs typeface="Calibri"/>
              </a:rPr>
              <a:t>Electro-microscopic 	</a:t>
            </a:r>
            <a:r>
              <a:rPr sz="2400" dirty="0">
                <a:latin typeface="Calibri"/>
                <a:cs typeface="Calibri"/>
              </a:rPr>
              <a:t>images</a:t>
            </a:r>
            <a:r>
              <a:rPr sz="2400" spc="-50" dirty="0">
                <a:latin typeface="Calibri"/>
                <a:cs typeface="Calibri"/>
              </a:rPr>
              <a:t> </a:t>
            </a:r>
            <a:r>
              <a:rPr sz="2400" dirty="0">
                <a:latin typeface="Calibri"/>
                <a:cs typeface="Calibri"/>
              </a:rPr>
              <a:t>of</a:t>
            </a:r>
            <a:r>
              <a:rPr sz="2400" spc="-35" dirty="0">
                <a:latin typeface="Calibri"/>
                <a:cs typeface="Calibri"/>
              </a:rPr>
              <a:t> </a:t>
            </a:r>
            <a:r>
              <a:rPr sz="2400" spc="-10" dirty="0">
                <a:latin typeface="Calibri"/>
                <a:cs typeface="Calibri"/>
              </a:rPr>
              <a:t>molecules</a:t>
            </a:r>
            <a:endParaRPr sz="2400">
              <a:latin typeface="Calibri"/>
              <a:cs typeface="Calibri"/>
            </a:endParaRPr>
          </a:p>
        </p:txBody>
      </p:sp>
      <p:grpSp>
        <p:nvGrpSpPr>
          <p:cNvPr id="5" name="object 5"/>
          <p:cNvGrpSpPr/>
          <p:nvPr/>
        </p:nvGrpSpPr>
        <p:grpSpPr>
          <a:xfrm>
            <a:off x="-6096" y="1624583"/>
            <a:ext cx="262255" cy="5233670"/>
            <a:chOff x="-6096" y="1624583"/>
            <a:chExt cx="262255" cy="5233670"/>
          </a:xfrm>
        </p:grpSpPr>
        <p:pic>
          <p:nvPicPr>
            <p:cNvPr id="6" name="object 6"/>
            <p:cNvPicPr/>
            <p:nvPr/>
          </p:nvPicPr>
          <p:blipFill>
            <a:blip r:embed="rId3" cstate="print"/>
            <a:stretch>
              <a:fillRect/>
            </a:stretch>
          </p:blipFill>
          <p:spPr>
            <a:xfrm>
              <a:off x="0" y="6662926"/>
              <a:ext cx="256032" cy="195073"/>
            </a:xfrm>
            <a:prstGeom prst="rect">
              <a:avLst/>
            </a:prstGeom>
          </p:spPr>
        </p:pic>
        <p:sp>
          <p:nvSpPr>
            <p:cNvPr id="7" name="object 7"/>
            <p:cNvSpPr/>
            <p:nvPr/>
          </p:nvSpPr>
          <p:spPr>
            <a:xfrm>
              <a:off x="0" y="1630679"/>
              <a:ext cx="250190" cy="5035550"/>
            </a:xfrm>
            <a:custGeom>
              <a:avLst/>
              <a:gdLst/>
              <a:ahLst/>
              <a:cxnLst/>
              <a:rect l="l" t="t" r="r" b="b"/>
              <a:pathLst>
                <a:path w="250190" h="5035550">
                  <a:moveTo>
                    <a:pt x="249936" y="0"/>
                  </a:moveTo>
                  <a:lnTo>
                    <a:pt x="0" y="0"/>
                  </a:lnTo>
                  <a:lnTo>
                    <a:pt x="0" y="5035296"/>
                  </a:lnTo>
                  <a:lnTo>
                    <a:pt x="249936" y="5035296"/>
                  </a:lnTo>
                  <a:lnTo>
                    <a:pt x="249936" y="0"/>
                  </a:lnTo>
                  <a:close/>
                </a:path>
              </a:pathLst>
            </a:custGeom>
            <a:solidFill>
              <a:srgbClr val="C0504D"/>
            </a:solidFill>
          </p:spPr>
          <p:txBody>
            <a:bodyPr wrap="square" lIns="0" tIns="0" rIns="0" bIns="0" rtlCol="0"/>
            <a:lstStyle/>
            <a:p>
              <a:endParaRPr/>
            </a:p>
          </p:txBody>
        </p:sp>
        <p:sp>
          <p:nvSpPr>
            <p:cNvPr id="8" name="object 8"/>
            <p:cNvSpPr/>
            <p:nvPr/>
          </p:nvSpPr>
          <p:spPr>
            <a:xfrm>
              <a:off x="0" y="1630679"/>
              <a:ext cx="250190" cy="5035550"/>
            </a:xfrm>
            <a:custGeom>
              <a:avLst/>
              <a:gdLst/>
              <a:ahLst/>
              <a:cxnLst/>
              <a:rect l="l" t="t" r="r" b="b"/>
              <a:pathLst>
                <a:path w="250190" h="5035550">
                  <a:moveTo>
                    <a:pt x="0" y="5035296"/>
                  </a:moveTo>
                  <a:lnTo>
                    <a:pt x="249936" y="5035296"/>
                  </a:lnTo>
                  <a:lnTo>
                    <a:pt x="249936" y="0"/>
                  </a:lnTo>
                  <a:lnTo>
                    <a:pt x="0" y="0"/>
                  </a:lnTo>
                </a:path>
              </a:pathLst>
            </a:custGeom>
            <a:ln w="12192">
              <a:solidFill>
                <a:srgbClr val="000000"/>
              </a:solidFill>
            </a:ln>
          </p:spPr>
          <p:txBody>
            <a:bodyPr wrap="square" lIns="0" tIns="0" rIns="0" bIns="0" rtlCol="0"/>
            <a:lstStyle/>
            <a:p>
              <a:endParaRPr/>
            </a:p>
          </p:txBody>
        </p:sp>
      </p:grpSp>
      <p:sp>
        <p:nvSpPr>
          <p:cNvPr id="9" name="object 9"/>
          <p:cNvSpPr txBox="1"/>
          <p:nvPr/>
        </p:nvSpPr>
        <p:spPr>
          <a:xfrm>
            <a:off x="10159" y="1636776"/>
            <a:ext cx="208915" cy="5029200"/>
          </a:xfrm>
          <a:prstGeom prst="rect">
            <a:avLst/>
          </a:prstGeom>
        </p:spPr>
        <p:txBody>
          <a:bodyPr vert="vert270" wrap="square" lIns="0" tIns="12700" rIns="0" bIns="0" rtlCol="0">
            <a:spAutoFit/>
          </a:bodyPr>
          <a:lstStyle/>
          <a:p>
            <a:pPr marL="587375">
              <a:lnSpc>
                <a:spcPct val="100000"/>
              </a:lnSpc>
              <a:spcBef>
                <a:spcPts val="100"/>
              </a:spcBef>
            </a:pPr>
            <a:r>
              <a:rPr sz="1200" dirty="0">
                <a:solidFill>
                  <a:srgbClr val="FFFFFF"/>
                </a:solidFill>
                <a:latin typeface="Calibri"/>
                <a:cs typeface="Calibri"/>
              </a:rPr>
              <a:t>Images</a:t>
            </a:r>
            <a:r>
              <a:rPr sz="1200" spc="-65" dirty="0">
                <a:solidFill>
                  <a:srgbClr val="FFFFFF"/>
                </a:solidFill>
                <a:latin typeface="Calibri"/>
                <a:cs typeface="Calibri"/>
              </a:rPr>
              <a:t> </a:t>
            </a:r>
            <a:r>
              <a:rPr sz="1200" dirty="0">
                <a:solidFill>
                  <a:srgbClr val="FFFFFF"/>
                </a:solidFill>
                <a:latin typeface="Calibri"/>
                <a:cs typeface="Calibri"/>
              </a:rPr>
              <a:t>taken</a:t>
            </a:r>
            <a:r>
              <a:rPr sz="1200" spc="-30" dirty="0">
                <a:solidFill>
                  <a:srgbClr val="FFFFFF"/>
                </a:solidFill>
                <a:latin typeface="Calibri"/>
                <a:cs typeface="Calibri"/>
              </a:rPr>
              <a:t> </a:t>
            </a:r>
            <a:r>
              <a:rPr sz="1200" dirty="0">
                <a:solidFill>
                  <a:srgbClr val="FFFFFF"/>
                </a:solidFill>
                <a:latin typeface="Calibri"/>
                <a:cs typeface="Calibri"/>
              </a:rPr>
              <a:t>from</a:t>
            </a:r>
            <a:r>
              <a:rPr sz="1200" spc="-35" dirty="0">
                <a:solidFill>
                  <a:srgbClr val="FFFFFF"/>
                </a:solidFill>
                <a:latin typeface="Calibri"/>
                <a:cs typeface="Calibri"/>
              </a:rPr>
              <a:t> </a:t>
            </a:r>
            <a:r>
              <a:rPr sz="1200" dirty="0">
                <a:solidFill>
                  <a:srgbClr val="FFFFFF"/>
                </a:solidFill>
                <a:latin typeface="Calibri"/>
                <a:cs typeface="Calibri"/>
              </a:rPr>
              <a:t>Gonzalez</a:t>
            </a:r>
            <a:r>
              <a:rPr sz="1200" spc="-25" dirty="0">
                <a:solidFill>
                  <a:srgbClr val="FFFFFF"/>
                </a:solidFill>
                <a:latin typeface="Calibri"/>
                <a:cs typeface="Calibri"/>
              </a:rPr>
              <a:t> </a:t>
            </a:r>
            <a:r>
              <a:rPr sz="1200" dirty="0">
                <a:solidFill>
                  <a:srgbClr val="FFFFFF"/>
                </a:solidFill>
                <a:latin typeface="Calibri"/>
                <a:cs typeface="Calibri"/>
              </a:rPr>
              <a:t>&amp;</a:t>
            </a:r>
            <a:r>
              <a:rPr sz="1200" spc="-50" dirty="0">
                <a:solidFill>
                  <a:srgbClr val="FFFFFF"/>
                </a:solidFill>
                <a:latin typeface="Calibri"/>
                <a:cs typeface="Calibri"/>
              </a:rPr>
              <a:t> </a:t>
            </a:r>
            <a:r>
              <a:rPr sz="1200" spc="-10" dirty="0">
                <a:solidFill>
                  <a:srgbClr val="FFFFFF"/>
                </a:solidFill>
                <a:latin typeface="Calibri"/>
                <a:cs typeface="Calibri"/>
              </a:rPr>
              <a:t>Woods,</a:t>
            </a:r>
            <a:r>
              <a:rPr sz="1200" spc="-25" dirty="0">
                <a:solidFill>
                  <a:srgbClr val="FFFFFF"/>
                </a:solidFill>
                <a:latin typeface="Calibri"/>
                <a:cs typeface="Calibri"/>
              </a:rPr>
              <a:t> </a:t>
            </a:r>
            <a:r>
              <a:rPr sz="1200" dirty="0">
                <a:solidFill>
                  <a:srgbClr val="FFFFFF"/>
                </a:solidFill>
                <a:latin typeface="Calibri"/>
                <a:cs typeface="Calibri"/>
              </a:rPr>
              <a:t>Digital</a:t>
            </a:r>
            <a:r>
              <a:rPr sz="1200" spc="-35" dirty="0">
                <a:solidFill>
                  <a:srgbClr val="FFFFFF"/>
                </a:solidFill>
                <a:latin typeface="Calibri"/>
                <a:cs typeface="Calibri"/>
              </a:rPr>
              <a:t> </a:t>
            </a:r>
            <a:r>
              <a:rPr sz="1200" dirty="0">
                <a:solidFill>
                  <a:srgbClr val="FFFFFF"/>
                </a:solidFill>
                <a:latin typeface="Calibri"/>
                <a:cs typeface="Calibri"/>
              </a:rPr>
              <a:t>Image</a:t>
            </a:r>
            <a:r>
              <a:rPr sz="1200" spc="-70" dirty="0">
                <a:solidFill>
                  <a:srgbClr val="FFFFFF"/>
                </a:solidFill>
                <a:latin typeface="Calibri"/>
                <a:cs typeface="Calibri"/>
              </a:rPr>
              <a:t> </a:t>
            </a:r>
            <a:r>
              <a:rPr sz="1200" dirty="0">
                <a:solidFill>
                  <a:srgbClr val="FFFFFF"/>
                </a:solidFill>
                <a:latin typeface="Calibri"/>
                <a:cs typeface="Calibri"/>
              </a:rPr>
              <a:t>Processing </a:t>
            </a:r>
            <a:r>
              <a:rPr sz="1200" spc="-10" dirty="0">
                <a:solidFill>
                  <a:srgbClr val="FFFFFF"/>
                </a:solidFill>
                <a:latin typeface="Calibri"/>
                <a:cs typeface="Calibri"/>
              </a:rPr>
              <a:t>(2002)</a:t>
            </a:r>
            <a:endParaRPr sz="120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2287270">
              <a:lnSpc>
                <a:spcPct val="100000"/>
              </a:lnSpc>
              <a:spcBef>
                <a:spcPts val="90"/>
              </a:spcBef>
            </a:pPr>
            <a:r>
              <a:rPr dirty="0"/>
              <a:t>Image</a:t>
            </a:r>
            <a:r>
              <a:rPr spc="-145" dirty="0"/>
              <a:t> </a:t>
            </a:r>
            <a:r>
              <a:rPr spc="-10" dirty="0"/>
              <a:t>Sensing</a:t>
            </a:r>
          </a:p>
        </p:txBody>
      </p:sp>
      <p:sp>
        <p:nvSpPr>
          <p:cNvPr id="3" name="object 3"/>
          <p:cNvSpPr txBox="1"/>
          <p:nvPr/>
        </p:nvSpPr>
        <p:spPr>
          <a:xfrm>
            <a:off x="536244" y="1609420"/>
            <a:ext cx="7588250" cy="2561590"/>
          </a:xfrm>
          <a:prstGeom prst="rect">
            <a:avLst/>
          </a:prstGeom>
        </p:spPr>
        <p:txBody>
          <a:bodyPr vert="horz" wrap="square" lIns="0" tIns="12065" rIns="0" bIns="0" rtlCol="0">
            <a:spAutoFit/>
          </a:bodyPr>
          <a:lstStyle/>
          <a:p>
            <a:pPr marL="12700" marR="398780">
              <a:lnSpc>
                <a:spcPct val="100000"/>
              </a:lnSpc>
              <a:spcBef>
                <a:spcPts val="95"/>
              </a:spcBef>
            </a:pPr>
            <a:r>
              <a:rPr sz="3200" dirty="0">
                <a:latin typeface="Calibri"/>
                <a:cs typeface="Calibri"/>
              </a:rPr>
              <a:t>Incoming</a:t>
            </a:r>
            <a:r>
              <a:rPr sz="3200" spc="-40" dirty="0">
                <a:latin typeface="Calibri"/>
                <a:cs typeface="Calibri"/>
              </a:rPr>
              <a:t> </a:t>
            </a:r>
            <a:r>
              <a:rPr sz="3200" dirty="0">
                <a:latin typeface="Calibri"/>
                <a:cs typeface="Calibri"/>
              </a:rPr>
              <a:t>energy</a:t>
            </a:r>
            <a:r>
              <a:rPr sz="3200" spc="-75" dirty="0">
                <a:latin typeface="Calibri"/>
                <a:cs typeface="Calibri"/>
              </a:rPr>
              <a:t> </a:t>
            </a:r>
            <a:r>
              <a:rPr sz="3200" dirty="0">
                <a:latin typeface="Calibri"/>
                <a:cs typeface="Calibri"/>
              </a:rPr>
              <a:t>lands</a:t>
            </a:r>
            <a:r>
              <a:rPr sz="3200" spc="-65" dirty="0">
                <a:latin typeface="Calibri"/>
                <a:cs typeface="Calibri"/>
              </a:rPr>
              <a:t> </a:t>
            </a:r>
            <a:r>
              <a:rPr sz="3200" dirty="0">
                <a:latin typeface="Calibri"/>
                <a:cs typeface="Calibri"/>
              </a:rPr>
              <a:t>on</a:t>
            </a:r>
            <a:r>
              <a:rPr sz="3200" spc="-70" dirty="0">
                <a:latin typeface="Calibri"/>
                <a:cs typeface="Calibri"/>
              </a:rPr>
              <a:t> </a:t>
            </a:r>
            <a:r>
              <a:rPr sz="3200" dirty="0">
                <a:latin typeface="Calibri"/>
                <a:cs typeface="Calibri"/>
              </a:rPr>
              <a:t>a</a:t>
            </a:r>
            <a:r>
              <a:rPr sz="3200" spc="-90" dirty="0">
                <a:latin typeface="Calibri"/>
                <a:cs typeface="Calibri"/>
              </a:rPr>
              <a:t> </a:t>
            </a:r>
            <a:r>
              <a:rPr sz="3200" dirty="0">
                <a:latin typeface="Calibri"/>
                <a:cs typeface="Calibri"/>
              </a:rPr>
              <a:t>sensor</a:t>
            </a:r>
            <a:r>
              <a:rPr sz="3200" spc="-60" dirty="0">
                <a:latin typeface="Calibri"/>
                <a:cs typeface="Calibri"/>
              </a:rPr>
              <a:t> </a:t>
            </a:r>
            <a:r>
              <a:rPr sz="3200" spc="-10" dirty="0">
                <a:latin typeface="Calibri"/>
                <a:cs typeface="Calibri"/>
              </a:rPr>
              <a:t>material </a:t>
            </a:r>
            <a:r>
              <a:rPr sz="3200" dirty="0">
                <a:latin typeface="Calibri"/>
                <a:cs typeface="Calibri"/>
              </a:rPr>
              <a:t>responsive</a:t>
            </a:r>
            <a:r>
              <a:rPr sz="3200" spc="-55" dirty="0">
                <a:latin typeface="Calibri"/>
                <a:cs typeface="Calibri"/>
              </a:rPr>
              <a:t> </a:t>
            </a:r>
            <a:r>
              <a:rPr sz="3200" dirty="0">
                <a:latin typeface="Calibri"/>
                <a:cs typeface="Calibri"/>
              </a:rPr>
              <a:t>to</a:t>
            </a:r>
            <a:r>
              <a:rPr sz="3200" spc="-90" dirty="0">
                <a:latin typeface="Calibri"/>
                <a:cs typeface="Calibri"/>
              </a:rPr>
              <a:t> </a:t>
            </a:r>
            <a:r>
              <a:rPr sz="3200" dirty="0">
                <a:latin typeface="Calibri"/>
                <a:cs typeface="Calibri"/>
              </a:rPr>
              <a:t>that</a:t>
            </a:r>
            <a:r>
              <a:rPr sz="3200" spc="-80" dirty="0">
                <a:latin typeface="Calibri"/>
                <a:cs typeface="Calibri"/>
              </a:rPr>
              <a:t> </a:t>
            </a:r>
            <a:r>
              <a:rPr sz="3200" dirty="0">
                <a:latin typeface="Calibri"/>
                <a:cs typeface="Calibri"/>
              </a:rPr>
              <a:t>type</a:t>
            </a:r>
            <a:r>
              <a:rPr sz="3200" spc="-70" dirty="0">
                <a:latin typeface="Calibri"/>
                <a:cs typeface="Calibri"/>
              </a:rPr>
              <a:t> </a:t>
            </a:r>
            <a:r>
              <a:rPr sz="3200" dirty="0">
                <a:latin typeface="Calibri"/>
                <a:cs typeface="Calibri"/>
              </a:rPr>
              <a:t>of</a:t>
            </a:r>
            <a:r>
              <a:rPr sz="3200" spc="-85" dirty="0">
                <a:latin typeface="Calibri"/>
                <a:cs typeface="Calibri"/>
              </a:rPr>
              <a:t> </a:t>
            </a:r>
            <a:r>
              <a:rPr sz="3200" dirty="0">
                <a:latin typeface="Calibri"/>
                <a:cs typeface="Calibri"/>
              </a:rPr>
              <a:t>energy</a:t>
            </a:r>
            <a:r>
              <a:rPr sz="3200" spc="-50" dirty="0">
                <a:latin typeface="Calibri"/>
                <a:cs typeface="Calibri"/>
              </a:rPr>
              <a:t> </a:t>
            </a:r>
            <a:r>
              <a:rPr sz="3200" dirty="0">
                <a:latin typeface="Calibri"/>
                <a:cs typeface="Calibri"/>
              </a:rPr>
              <a:t>and</a:t>
            </a:r>
            <a:r>
              <a:rPr sz="3200" spc="-70" dirty="0">
                <a:latin typeface="Calibri"/>
                <a:cs typeface="Calibri"/>
              </a:rPr>
              <a:t> </a:t>
            </a:r>
            <a:r>
              <a:rPr sz="3200" spc="-20" dirty="0">
                <a:latin typeface="Calibri"/>
                <a:cs typeface="Calibri"/>
              </a:rPr>
              <a:t>this generates</a:t>
            </a:r>
            <a:r>
              <a:rPr sz="3200" spc="-50" dirty="0">
                <a:latin typeface="Calibri"/>
                <a:cs typeface="Calibri"/>
              </a:rPr>
              <a:t> </a:t>
            </a:r>
            <a:r>
              <a:rPr sz="3200" dirty="0">
                <a:latin typeface="Calibri"/>
                <a:cs typeface="Calibri"/>
              </a:rPr>
              <a:t>a</a:t>
            </a:r>
            <a:r>
              <a:rPr sz="3200" spc="-55" dirty="0">
                <a:latin typeface="Calibri"/>
                <a:cs typeface="Calibri"/>
              </a:rPr>
              <a:t> </a:t>
            </a:r>
            <a:r>
              <a:rPr sz="3200" spc="-10" dirty="0">
                <a:latin typeface="Calibri"/>
                <a:cs typeface="Calibri"/>
              </a:rPr>
              <a:t>voltage</a:t>
            </a:r>
            <a:endParaRPr sz="3200">
              <a:latin typeface="Calibri"/>
              <a:cs typeface="Calibri"/>
            </a:endParaRPr>
          </a:p>
          <a:p>
            <a:pPr marL="12700" marR="5080">
              <a:lnSpc>
                <a:spcPct val="100000"/>
              </a:lnSpc>
              <a:spcBef>
                <a:spcPts val="770"/>
              </a:spcBef>
            </a:pPr>
            <a:r>
              <a:rPr sz="3200" dirty="0">
                <a:latin typeface="Calibri"/>
                <a:cs typeface="Calibri"/>
              </a:rPr>
              <a:t>Collections</a:t>
            </a:r>
            <a:r>
              <a:rPr sz="3200" spc="-80" dirty="0">
                <a:latin typeface="Calibri"/>
                <a:cs typeface="Calibri"/>
              </a:rPr>
              <a:t> </a:t>
            </a:r>
            <a:r>
              <a:rPr sz="3200" dirty="0">
                <a:latin typeface="Calibri"/>
                <a:cs typeface="Calibri"/>
              </a:rPr>
              <a:t>of</a:t>
            </a:r>
            <a:r>
              <a:rPr sz="3200" spc="-105" dirty="0">
                <a:latin typeface="Calibri"/>
                <a:cs typeface="Calibri"/>
              </a:rPr>
              <a:t> </a:t>
            </a:r>
            <a:r>
              <a:rPr sz="3200" dirty="0">
                <a:latin typeface="Calibri"/>
                <a:cs typeface="Calibri"/>
              </a:rPr>
              <a:t>sensors</a:t>
            </a:r>
            <a:r>
              <a:rPr sz="3200" spc="-80" dirty="0">
                <a:latin typeface="Calibri"/>
                <a:cs typeface="Calibri"/>
              </a:rPr>
              <a:t> </a:t>
            </a:r>
            <a:r>
              <a:rPr sz="3200" dirty="0">
                <a:latin typeface="Calibri"/>
                <a:cs typeface="Calibri"/>
              </a:rPr>
              <a:t>are</a:t>
            </a:r>
            <a:r>
              <a:rPr sz="3200" spc="-90" dirty="0">
                <a:latin typeface="Calibri"/>
                <a:cs typeface="Calibri"/>
              </a:rPr>
              <a:t> </a:t>
            </a:r>
            <a:r>
              <a:rPr sz="3200" spc="-10" dirty="0">
                <a:latin typeface="Calibri"/>
                <a:cs typeface="Calibri"/>
              </a:rPr>
              <a:t>arranged</a:t>
            </a:r>
            <a:r>
              <a:rPr sz="3200" spc="-60" dirty="0">
                <a:latin typeface="Calibri"/>
                <a:cs typeface="Calibri"/>
              </a:rPr>
              <a:t> </a:t>
            </a:r>
            <a:r>
              <a:rPr sz="3200" dirty="0">
                <a:latin typeface="Calibri"/>
                <a:cs typeface="Calibri"/>
              </a:rPr>
              <a:t>to</a:t>
            </a:r>
            <a:r>
              <a:rPr sz="3200" spc="-100" dirty="0">
                <a:latin typeface="Calibri"/>
                <a:cs typeface="Calibri"/>
              </a:rPr>
              <a:t> </a:t>
            </a:r>
            <a:r>
              <a:rPr sz="3200" spc="-10" dirty="0">
                <a:latin typeface="Calibri"/>
                <a:cs typeface="Calibri"/>
              </a:rPr>
              <a:t>capture images</a:t>
            </a:r>
            <a:endParaRPr sz="3200">
              <a:latin typeface="Calibri"/>
              <a:cs typeface="Calibri"/>
            </a:endParaRPr>
          </a:p>
        </p:txBody>
      </p:sp>
      <p:pic>
        <p:nvPicPr>
          <p:cNvPr id="4" name="object 4"/>
          <p:cNvPicPr/>
          <p:nvPr/>
        </p:nvPicPr>
        <p:blipFill>
          <a:blip r:embed="rId2" cstate="print"/>
          <a:stretch>
            <a:fillRect/>
          </a:stretch>
        </p:blipFill>
        <p:spPr>
          <a:xfrm>
            <a:off x="5615671" y="3981780"/>
            <a:ext cx="2776010" cy="2437307"/>
          </a:xfrm>
          <a:prstGeom prst="rect">
            <a:avLst/>
          </a:prstGeom>
        </p:spPr>
      </p:pic>
      <p:pic>
        <p:nvPicPr>
          <p:cNvPr id="5" name="object 5"/>
          <p:cNvPicPr/>
          <p:nvPr/>
        </p:nvPicPr>
        <p:blipFill>
          <a:blip r:embed="rId3" cstate="print"/>
          <a:stretch>
            <a:fillRect/>
          </a:stretch>
        </p:blipFill>
        <p:spPr>
          <a:xfrm>
            <a:off x="539308" y="6055663"/>
            <a:ext cx="4691420" cy="203186"/>
          </a:xfrm>
          <a:prstGeom prst="rect">
            <a:avLst/>
          </a:prstGeom>
        </p:spPr>
      </p:pic>
      <p:pic>
        <p:nvPicPr>
          <p:cNvPr id="6" name="object 6"/>
          <p:cNvPicPr/>
          <p:nvPr/>
        </p:nvPicPr>
        <p:blipFill>
          <a:blip r:embed="rId4" cstate="print"/>
          <a:stretch>
            <a:fillRect/>
          </a:stretch>
        </p:blipFill>
        <p:spPr>
          <a:xfrm>
            <a:off x="1847622" y="4174235"/>
            <a:ext cx="3118043" cy="1327404"/>
          </a:xfrm>
          <a:prstGeom prst="rect">
            <a:avLst/>
          </a:prstGeom>
        </p:spPr>
      </p:pic>
      <p:sp>
        <p:nvSpPr>
          <p:cNvPr id="7" name="object 7"/>
          <p:cNvSpPr txBox="1"/>
          <p:nvPr/>
        </p:nvSpPr>
        <p:spPr>
          <a:xfrm>
            <a:off x="2036826" y="5608116"/>
            <a:ext cx="144018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Imaging</a:t>
            </a:r>
            <a:r>
              <a:rPr sz="1800" spc="-40" dirty="0">
                <a:latin typeface="Calibri"/>
                <a:cs typeface="Calibri"/>
              </a:rPr>
              <a:t> </a:t>
            </a:r>
            <a:r>
              <a:rPr sz="1800" spc="-10" dirty="0">
                <a:latin typeface="Calibri"/>
                <a:cs typeface="Calibri"/>
              </a:rPr>
              <a:t>Sensor</a:t>
            </a:r>
            <a:endParaRPr sz="1800">
              <a:latin typeface="Calibri"/>
              <a:cs typeface="Calibri"/>
            </a:endParaRPr>
          </a:p>
        </p:txBody>
      </p:sp>
      <p:sp>
        <p:nvSpPr>
          <p:cNvPr id="8" name="object 8"/>
          <p:cNvSpPr txBox="1"/>
          <p:nvPr/>
        </p:nvSpPr>
        <p:spPr>
          <a:xfrm>
            <a:off x="1706626" y="6348171"/>
            <a:ext cx="2037714"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Line</a:t>
            </a:r>
            <a:r>
              <a:rPr sz="1800" spc="-15" dirty="0">
                <a:latin typeface="Calibri"/>
                <a:cs typeface="Calibri"/>
              </a:rPr>
              <a:t> </a:t>
            </a:r>
            <a:r>
              <a:rPr sz="1800" dirty="0">
                <a:latin typeface="Calibri"/>
                <a:cs typeface="Calibri"/>
              </a:rPr>
              <a:t>of</a:t>
            </a:r>
            <a:r>
              <a:rPr sz="1800" spc="-25" dirty="0">
                <a:latin typeface="Calibri"/>
                <a:cs typeface="Calibri"/>
              </a:rPr>
              <a:t> </a:t>
            </a:r>
            <a:r>
              <a:rPr sz="1800" dirty="0">
                <a:latin typeface="Calibri"/>
                <a:cs typeface="Calibri"/>
              </a:rPr>
              <a:t>Image</a:t>
            </a:r>
            <a:r>
              <a:rPr sz="1800" spc="-15" dirty="0">
                <a:latin typeface="Calibri"/>
                <a:cs typeface="Calibri"/>
              </a:rPr>
              <a:t> </a:t>
            </a:r>
            <a:r>
              <a:rPr sz="1800" spc="-10" dirty="0">
                <a:latin typeface="Calibri"/>
                <a:cs typeface="Calibri"/>
              </a:rPr>
              <a:t>Sensors</a:t>
            </a:r>
            <a:endParaRPr sz="1800">
              <a:latin typeface="Calibri"/>
              <a:cs typeface="Calibri"/>
            </a:endParaRPr>
          </a:p>
        </p:txBody>
      </p:sp>
      <p:sp>
        <p:nvSpPr>
          <p:cNvPr id="9" name="object 9"/>
          <p:cNvSpPr txBox="1"/>
          <p:nvPr/>
        </p:nvSpPr>
        <p:spPr>
          <a:xfrm>
            <a:off x="5786120" y="6480454"/>
            <a:ext cx="214693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Array</a:t>
            </a:r>
            <a:r>
              <a:rPr sz="1800" spc="-40" dirty="0">
                <a:latin typeface="Calibri"/>
                <a:cs typeface="Calibri"/>
              </a:rPr>
              <a:t> </a:t>
            </a:r>
            <a:r>
              <a:rPr sz="1800" dirty="0">
                <a:latin typeface="Calibri"/>
                <a:cs typeface="Calibri"/>
              </a:rPr>
              <a:t>of</a:t>
            </a:r>
            <a:r>
              <a:rPr sz="1800" spc="-40" dirty="0">
                <a:latin typeface="Calibri"/>
                <a:cs typeface="Calibri"/>
              </a:rPr>
              <a:t> </a:t>
            </a:r>
            <a:r>
              <a:rPr sz="1800" dirty="0">
                <a:latin typeface="Calibri"/>
                <a:cs typeface="Calibri"/>
              </a:rPr>
              <a:t>Image</a:t>
            </a:r>
            <a:r>
              <a:rPr sz="1800" spc="-25" dirty="0">
                <a:latin typeface="Calibri"/>
                <a:cs typeface="Calibri"/>
              </a:rPr>
              <a:t> </a:t>
            </a:r>
            <a:r>
              <a:rPr sz="1800" spc="-10" dirty="0">
                <a:latin typeface="Calibri"/>
                <a:cs typeface="Calibri"/>
              </a:rPr>
              <a:t>Sensors</a:t>
            </a:r>
            <a:endParaRPr sz="1800">
              <a:latin typeface="Calibri"/>
              <a:cs typeface="Calibri"/>
            </a:endParaRPr>
          </a:p>
        </p:txBody>
      </p:sp>
      <p:grpSp>
        <p:nvGrpSpPr>
          <p:cNvPr id="10" name="object 10"/>
          <p:cNvGrpSpPr/>
          <p:nvPr/>
        </p:nvGrpSpPr>
        <p:grpSpPr>
          <a:xfrm>
            <a:off x="-6096" y="1624583"/>
            <a:ext cx="262255" cy="5233670"/>
            <a:chOff x="-6096" y="1624583"/>
            <a:chExt cx="262255" cy="5233670"/>
          </a:xfrm>
        </p:grpSpPr>
        <p:pic>
          <p:nvPicPr>
            <p:cNvPr id="11" name="object 11"/>
            <p:cNvPicPr/>
            <p:nvPr/>
          </p:nvPicPr>
          <p:blipFill>
            <a:blip r:embed="rId5" cstate="print"/>
            <a:stretch>
              <a:fillRect/>
            </a:stretch>
          </p:blipFill>
          <p:spPr>
            <a:xfrm>
              <a:off x="0" y="6662926"/>
              <a:ext cx="256032" cy="195073"/>
            </a:xfrm>
            <a:prstGeom prst="rect">
              <a:avLst/>
            </a:prstGeom>
          </p:spPr>
        </p:pic>
        <p:sp>
          <p:nvSpPr>
            <p:cNvPr id="12" name="object 12"/>
            <p:cNvSpPr/>
            <p:nvPr/>
          </p:nvSpPr>
          <p:spPr>
            <a:xfrm>
              <a:off x="0" y="1630679"/>
              <a:ext cx="250190" cy="5035550"/>
            </a:xfrm>
            <a:custGeom>
              <a:avLst/>
              <a:gdLst/>
              <a:ahLst/>
              <a:cxnLst/>
              <a:rect l="l" t="t" r="r" b="b"/>
              <a:pathLst>
                <a:path w="250190" h="5035550">
                  <a:moveTo>
                    <a:pt x="249936" y="0"/>
                  </a:moveTo>
                  <a:lnTo>
                    <a:pt x="0" y="0"/>
                  </a:lnTo>
                  <a:lnTo>
                    <a:pt x="0" y="5035296"/>
                  </a:lnTo>
                  <a:lnTo>
                    <a:pt x="249936" y="5035296"/>
                  </a:lnTo>
                  <a:lnTo>
                    <a:pt x="249936" y="0"/>
                  </a:lnTo>
                  <a:close/>
                </a:path>
              </a:pathLst>
            </a:custGeom>
            <a:solidFill>
              <a:srgbClr val="C0504D"/>
            </a:solidFill>
          </p:spPr>
          <p:txBody>
            <a:bodyPr wrap="square" lIns="0" tIns="0" rIns="0" bIns="0" rtlCol="0"/>
            <a:lstStyle/>
            <a:p>
              <a:endParaRPr/>
            </a:p>
          </p:txBody>
        </p:sp>
        <p:sp>
          <p:nvSpPr>
            <p:cNvPr id="13" name="object 13"/>
            <p:cNvSpPr/>
            <p:nvPr/>
          </p:nvSpPr>
          <p:spPr>
            <a:xfrm>
              <a:off x="0" y="1630679"/>
              <a:ext cx="250190" cy="5035550"/>
            </a:xfrm>
            <a:custGeom>
              <a:avLst/>
              <a:gdLst/>
              <a:ahLst/>
              <a:cxnLst/>
              <a:rect l="l" t="t" r="r" b="b"/>
              <a:pathLst>
                <a:path w="250190" h="5035550">
                  <a:moveTo>
                    <a:pt x="0" y="5035296"/>
                  </a:moveTo>
                  <a:lnTo>
                    <a:pt x="249936" y="5035296"/>
                  </a:lnTo>
                  <a:lnTo>
                    <a:pt x="249936" y="0"/>
                  </a:lnTo>
                  <a:lnTo>
                    <a:pt x="0" y="0"/>
                  </a:lnTo>
                </a:path>
              </a:pathLst>
            </a:custGeom>
            <a:ln w="12192">
              <a:solidFill>
                <a:srgbClr val="000000"/>
              </a:solidFill>
            </a:ln>
          </p:spPr>
          <p:txBody>
            <a:bodyPr wrap="square" lIns="0" tIns="0" rIns="0" bIns="0" rtlCol="0"/>
            <a:lstStyle/>
            <a:p>
              <a:endParaRPr/>
            </a:p>
          </p:txBody>
        </p:sp>
      </p:grpSp>
      <p:sp>
        <p:nvSpPr>
          <p:cNvPr id="14" name="object 14"/>
          <p:cNvSpPr txBox="1"/>
          <p:nvPr/>
        </p:nvSpPr>
        <p:spPr>
          <a:xfrm>
            <a:off x="10159" y="1636776"/>
            <a:ext cx="208915" cy="5029200"/>
          </a:xfrm>
          <a:prstGeom prst="rect">
            <a:avLst/>
          </a:prstGeom>
        </p:spPr>
        <p:txBody>
          <a:bodyPr vert="vert270" wrap="square" lIns="0" tIns="12700" rIns="0" bIns="0" rtlCol="0">
            <a:spAutoFit/>
          </a:bodyPr>
          <a:lstStyle/>
          <a:p>
            <a:pPr marL="587375">
              <a:lnSpc>
                <a:spcPct val="100000"/>
              </a:lnSpc>
              <a:spcBef>
                <a:spcPts val="100"/>
              </a:spcBef>
            </a:pPr>
            <a:r>
              <a:rPr sz="1200" dirty="0">
                <a:solidFill>
                  <a:srgbClr val="FFFFFF"/>
                </a:solidFill>
                <a:latin typeface="Calibri"/>
                <a:cs typeface="Calibri"/>
              </a:rPr>
              <a:t>Images</a:t>
            </a:r>
            <a:r>
              <a:rPr sz="1200" spc="-65" dirty="0">
                <a:solidFill>
                  <a:srgbClr val="FFFFFF"/>
                </a:solidFill>
                <a:latin typeface="Calibri"/>
                <a:cs typeface="Calibri"/>
              </a:rPr>
              <a:t> </a:t>
            </a:r>
            <a:r>
              <a:rPr sz="1200" dirty="0">
                <a:solidFill>
                  <a:srgbClr val="FFFFFF"/>
                </a:solidFill>
                <a:latin typeface="Calibri"/>
                <a:cs typeface="Calibri"/>
              </a:rPr>
              <a:t>taken</a:t>
            </a:r>
            <a:r>
              <a:rPr sz="1200" spc="-30" dirty="0">
                <a:solidFill>
                  <a:srgbClr val="FFFFFF"/>
                </a:solidFill>
                <a:latin typeface="Calibri"/>
                <a:cs typeface="Calibri"/>
              </a:rPr>
              <a:t> </a:t>
            </a:r>
            <a:r>
              <a:rPr sz="1200" dirty="0">
                <a:solidFill>
                  <a:srgbClr val="FFFFFF"/>
                </a:solidFill>
                <a:latin typeface="Calibri"/>
                <a:cs typeface="Calibri"/>
              </a:rPr>
              <a:t>from</a:t>
            </a:r>
            <a:r>
              <a:rPr sz="1200" spc="-35" dirty="0">
                <a:solidFill>
                  <a:srgbClr val="FFFFFF"/>
                </a:solidFill>
                <a:latin typeface="Calibri"/>
                <a:cs typeface="Calibri"/>
              </a:rPr>
              <a:t> </a:t>
            </a:r>
            <a:r>
              <a:rPr sz="1200" dirty="0">
                <a:solidFill>
                  <a:srgbClr val="FFFFFF"/>
                </a:solidFill>
                <a:latin typeface="Calibri"/>
                <a:cs typeface="Calibri"/>
              </a:rPr>
              <a:t>Gonzalez</a:t>
            </a:r>
            <a:r>
              <a:rPr sz="1200" spc="-25" dirty="0">
                <a:solidFill>
                  <a:srgbClr val="FFFFFF"/>
                </a:solidFill>
                <a:latin typeface="Calibri"/>
                <a:cs typeface="Calibri"/>
              </a:rPr>
              <a:t> </a:t>
            </a:r>
            <a:r>
              <a:rPr sz="1200" dirty="0">
                <a:solidFill>
                  <a:srgbClr val="FFFFFF"/>
                </a:solidFill>
                <a:latin typeface="Calibri"/>
                <a:cs typeface="Calibri"/>
              </a:rPr>
              <a:t>&amp;</a:t>
            </a:r>
            <a:r>
              <a:rPr sz="1200" spc="-50" dirty="0">
                <a:solidFill>
                  <a:srgbClr val="FFFFFF"/>
                </a:solidFill>
                <a:latin typeface="Calibri"/>
                <a:cs typeface="Calibri"/>
              </a:rPr>
              <a:t> </a:t>
            </a:r>
            <a:r>
              <a:rPr sz="1200" spc="-10" dirty="0">
                <a:solidFill>
                  <a:srgbClr val="FFFFFF"/>
                </a:solidFill>
                <a:latin typeface="Calibri"/>
                <a:cs typeface="Calibri"/>
              </a:rPr>
              <a:t>Woods,</a:t>
            </a:r>
            <a:r>
              <a:rPr sz="1200" spc="-25" dirty="0">
                <a:solidFill>
                  <a:srgbClr val="FFFFFF"/>
                </a:solidFill>
                <a:latin typeface="Calibri"/>
                <a:cs typeface="Calibri"/>
              </a:rPr>
              <a:t> </a:t>
            </a:r>
            <a:r>
              <a:rPr sz="1200" dirty="0">
                <a:solidFill>
                  <a:srgbClr val="FFFFFF"/>
                </a:solidFill>
                <a:latin typeface="Calibri"/>
                <a:cs typeface="Calibri"/>
              </a:rPr>
              <a:t>Digital</a:t>
            </a:r>
            <a:r>
              <a:rPr sz="1200" spc="-35" dirty="0">
                <a:solidFill>
                  <a:srgbClr val="FFFFFF"/>
                </a:solidFill>
                <a:latin typeface="Calibri"/>
                <a:cs typeface="Calibri"/>
              </a:rPr>
              <a:t> </a:t>
            </a:r>
            <a:r>
              <a:rPr sz="1200" dirty="0">
                <a:solidFill>
                  <a:srgbClr val="FFFFFF"/>
                </a:solidFill>
                <a:latin typeface="Calibri"/>
                <a:cs typeface="Calibri"/>
              </a:rPr>
              <a:t>Image</a:t>
            </a:r>
            <a:r>
              <a:rPr sz="1200" spc="-70" dirty="0">
                <a:solidFill>
                  <a:srgbClr val="FFFFFF"/>
                </a:solidFill>
                <a:latin typeface="Calibri"/>
                <a:cs typeface="Calibri"/>
              </a:rPr>
              <a:t> </a:t>
            </a:r>
            <a:r>
              <a:rPr sz="1200" dirty="0">
                <a:solidFill>
                  <a:srgbClr val="FFFFFF"/>
                </a:solidFill>
                <a:latin typeface="Calibri"/>
                <a:cs typeface="Calibri"/>
              </a:rPr>
              <a:t>Processing </a:t>
            </a:r>
            <a:r>
              <a:rPr sz="1200" spc="-10" dirty="0">
                <a:solidFill>
                  <a:srgbClr val="FFFFFF"/>
                </a:solidFill>
                <a:latin typeface="Calibri"/>
                <a:cs typeface="Calibri"/>
              </a:rPr>
              <a:t>(2002)</a:t>
            </a:r>
            <a:endParaRPr sz="1200">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902969">
              <a:lnSpc>
                <a:spcPct val="100000"/>
              </a:lnSpc>
              <a:spcBef>
                <a:spcPts val="90"/>
              </a:spcBef>
            </a:pPr>
            <a:r>
              <a:rPr dirty="0"/>
              <a:t>Idea</a:t>
            </a:r>
            <a:r>
              <a:rPr spc="-105" dirty="0"/>
              <a:t> </a:t>
            </a:r>
            <a:r>
              <a:rPr dirty="0"/>
              <a:t>behind</a:t>
            </a:r>
            <a:r>
              <a:rPr spc="-110" dirty="0"/>
              <a:t> </a:t>
            </a:r>
            <a:r>
              <a:rPr dirty="0"/>
              <a:t>image</a:t>
            </a:r>
            <a:r>
              <a:rPr spc="-105" dirty="0"/>
              <a:t> </a:t>
            </a:r>
            <a:r>
              <a:rPr spc="-10" dirty="0"/>
              <a:t>sensing</a:t>
            </a:r>
          </a:p>
        </p:txBody>
      </p:sp>
      <p:sp>
        <p:nvSpPr>
          <p:cNvPr id="3" name="object 3"/>
          <p:cNvSpPr txBox="1">
            <a:spLocks noGrp="1"/>
          </p:cNvSpPr>
          <p:nvPr>
            <p:ph type="body" idx="1"/>
          </p:nvPr>
        </p:nvSpPr>
        <p:spPr>
          <a:prstGeom prst="rect">
            <a:avLst/>
          </a:prstGeom>
        </p:spPr>
        <p:txBody>
          <a:bodyPr vert="horz" wrap="square" lIns="0" tIns="60325" rIns="0" bIns="0" rtlCol="0">
            <a:spAutoFit/>
          </a:bodyPr>
          <a:lstStyle/>
          <a:p>
            <a:pPr marL="356870" marR="5080" indent="-344805">
              <a:lnSpc>
                <a:spcPct val="90000"/>
              </a:lnSpc>
              <a:spcBef>
                <a:spcPts val="475"/>
              </a:spcBef>
              <a:buFont typeface="Arial MT"/>
              <a:buChar char="•"/>
              <a:tabLst>
                <a:tab pos="356870" algn="l"/>
              </a:tabLst>
            </a:pPr>
            <a:r>
              <a:rPr dirty="0"/>
              <a:t>The</a:t>
            </a:r>
            <a:r>
              <a:rPr spc="-75" dirty="0"/>
              <a:t> </a:t>
            </a:r>
            <a:r>
              <a:rPr dirty="0"/>
              <a:t>idea</a:t>
            </a:r>
            <a:r>
              <a:rPr spc="-90" dirty="0"/>
              <a:t> </a:t>
            </a:r>
            <a:r>
              <a:rPr dirty="0"/>
              <a:t>is</a:t>
            </a:r>
            <a:r>
              <a:rPr spc="-85" dirty="0"/>
              <a:t> </a:t>
            </a:r>
            <a:r>
              <a:rPr dirty="0"/>
              <a:t>simple:</a:t>
            </a:r>
            <a:r>
              <a:rPr spc="-70" dirty="0"/>
              <a:t> </a:t>
            </a:r>
            <a:r>
              <a:rPr dirty="0"/>
              <a:t>Incoming</a:t>
            </a:r>
            <a:r>
              <a:rPr spc="-40" dirty="0"/>
              <a:t> </a:t>
            </a:r>
            <a:r>
              <a:rPr dirty="0"/>
              <a:t>energy</a:t>
            </a:r>
            <a:r>
              <a:rPr spc="-50" dirty="0"/>
              <a:t> </a:t>
            </a:r>
            <a:r>
              <a:rPr spc="-25" dirty="0"/>
              <a:t>is </a:t>
            </a:r>
            <a:r>
              <a:rPr spc="-20" dirty="0"/>
              <a:t>transformed</a:t>
            </a:r>
            <a:r>
              <a:rPr spc="-25" dirty="0"/>
              <a:t> </a:t>
            </a:r>
            <a:r>
              <a:rPr dirty="0"/>
              <a:t>into</a:t>
            </a:r>
            <a:r>
              <a:rPr spc="-110" dirty="0"/>
              <a:t> </a:t>
            </a:r>
            <a:r>
              <a:rPr dirty="0"/>
              <a:t>a</a:t>
            </a:r>
            <a:r>
              <a:rPr spc="-60" dirty="0"/>
              <a:t> </a:t>
            </a:r>
            <a:r>
              <a:rPr dirty="0"/>
              <a:t>voltage</a:t>
            </a:r>
            <a:r>
              <a:rPr spc="-95" dirty="0"/>
              <a:t> </a:t>
            </a:r>
            <a:r>
              <a:rPr dirty="0"/>
              <a:t>by</a:t>
            </a:r>
            <a:r>
              <a:rPr spc="-50" dirty="0"/>
              <a:t> </a:t>
            </a:r>
            <a:r>
              <a:rPr dirty="0"/>
              <a:t>the</a:t>
            </a:r>
            <a:r>
              <a:rPr spc="-80" dirty="0"/>
              <a:t> </a:t>
            </a:r>
            <a:r>
              <a:rPr spc="-10" dirty="0"/>
              <a:t>combination </a:t>
            </a:r>
            <a:r>
              <a:rPr dirty="0"/>
              <a:t>of</a:t>
            </a:r>
            <a:r>
              <a:rPr spc="-80" dirty="0"/>
              <a:t> </a:t>
            </a:r>
            <a:r>
              <a:rPr dirty="0"/>
              <a:t>input</a:t>
            </a:r>
            <a:r>
              <a:rPr spc="-50" dirty="0"/>
              <a:t> </a:t>
            </a:r>
            <a:r>
              <a:rPr dirty="0"/>
              <a:t>electrical</a:t>
            </a:r>
            <a:r>
              <a:rPr spc="-65" dirty="0"/>
              <a:t> </a:t>
            </a:r>
            <a:r>
              <a:rPr dirty="0"/>
              <a:t>power</a:t>
            </a:r>
            <a:r>
              <a:rPr spc="-55" dirty="0"/>
              <a:t> </a:t>
            </a:r>
            <a:r>
              <a:rPr dirty="0"/>
              <a:t>and</a:t>
            </a:r>
            <a:r>
              <a:rPr spc="-55" dirty="0"/>
              <a:t> </a:t>
            </a:r>
            <a:r>
              <a:rPr dirty="0"/>
              <a:t>sensor</a:t>
            </a:r>
            <a:r>
              <a:rPr spc="-80" dirty="0"/>
              <a:t> </a:t>
            </a:r>
            <a:r>
              <a:rPr spc="-10" dirty="0"/>
              <a:t>material </a:t>
            </a:r>
            <a:r>
              <a:rPr dirty="0"/>
              <a:t>that</a:t>
            </a:r>
            <a:r>
              <a:rPr spc="-70" dirty="0"/>
              <a:t> </a:t>
            </a:r>
            <a:r>
              <a:rPr dirty="0"/>
              <a:t>is</a:t>
            </a:r>
            <a:r>
              <a:rPr spc="-80" dirty="0"/>
              <a:t> </a:t>
            </a:r>
            <a:r>
              <a:rPr dirty="0"/>
              <a:t>responsive</a:t>
            </a:r>
            <a:r>
              <a:rPr spc="-45" dirty="0"/>
              <a:t> </a:t>
            </a:r>
            <a:r>
              <a:rPr dirty="0"/>
              <a:t>to</a:t>
            </a:r>
            <a:r>
              <a:rPr spc="-75" dirty="0"/>
              <a:t> </a:t>
            </a:r>
            <a:r>
              <a:rPr dirty="0"/>
              <a:t>the</a:t>
            </a:r>
            <a:r>
              <a:rPr spc="-80" dirty="0"/>
              <a:t> </a:t>
            </a:r>
            <a:r>
              <a:rPr dirty="0"/>
              <a:t>particular</a:t>
            </a:r>
            <a:r>
              <a:rPr spc="-45" dirty="0"/>
              <a:t> </a:t>
            </a:r>
            <a:r>
              <a:rPr dirty="0"/>
              <a:t>type</a:t>
            </a:r>
            <a:r>
              <a:rPr spc="-50" dirty="0"/>
              <a:t> </a:t>
            </a:r>
            <a:r>
              <a:rPr spc="-25" dirty="0"/>
              <a:t>of </a:t>
            </a:r>
            <a:r>
              <a:rPr dirty="0"/>
              <a:t>energy</a:t>
            </a:r>
            <a:r>
              <a:rPr spc="-80" dirty="0"/>
              <a:t> </a:t>
            </a:r>
            <a:r>
              <a:rPr dirty="0"/>
              <a:t>being</a:t>
            </a:r>
            <a:r>
              <a:rPr spc="-95" dirty="0"/>
              <a:t> </a:t>
            </a:r>
            <a:r>
              <a:rPr spc="-10" dirty="0"/>
              <a:t>detected.</a:t>
            </a:r>
          </a:p>
          <a:p>
            <a:pPr marL="356870" marR="132080" indent="-344805">
              <a:lnSpc>
                <a:spcPct val="90000"/>
              </a:lnSpc>
              <a:spcBef>
                <a:spcPts val="770"/>
              </a:spcBef>
              <a:buChar char="•"/>
              <a:tabLst>
                <a:tab pos="356870" algn="l"/>
                <a:tab pos="448309" algn="l"/>
              </a:tabLst>
            </a:pPr>
            <a:r>
              <a:rPr dirty="0">
                <a:latin typeface="Arial MT"/>
                <a:cs typeface="Arial MT"/>
              </a:rPr>
              <a:t>	</a:t>
            </a:r>
            <a:r>
              <a:rPr dirty="0"/>
              <a:t>The</a:t>
            </a:r>
            <a:r>
              <a:rPr spc="-75" dirty="0"/>
              <a:t> </a:t>
            </a:r>
            <a:r>
              <a:rPr dirty="0"/>
              <a:t>output</a:t>
            </a:r>
            <a:r>
              <a:rPr spc="-65" dirty="0"/>
              <a:t> </a:t>
            </a:r>
            <a:r>
              <a:rPr dirty="0"/>
              <a:t>voltage</a:t>
            </a:r>
            <a:r>
              <a:rPr spc="-75" dirty="0"/>
              <a:t> </a:t>
            </a:r>
            <a:r>
              <a:rPr spc="-25" dirty="0"/>
              <a:t>waveform</a:t>
            </a:r>
            <a:r>
              <a:rPr spc="-55" dirty="0"/>
              <a:t> </a:t>
            </a:r>
            <a:r>
              <a:rPr dirty="0"/>
              <a:t>is</a:t>
            </a:r>
            <a:r>
              <a:rPr spc="-90" dirty="0"/>
              <a:t> </a:t>
            </a:r>
            <a:r>
              <a:rPr dirty="0"/>
              <a:t>the</a:t>
            </a:r>
            <a:r>
              <a:rPr spc="-90" dirty="0"/>
              <a:t> </a:t>
            </a:r>
            <a:r>
              <a:rPr spc="-10" dirty="0"/>
              <a:t>response </a:t>
            </a:r>
            <a:r>
              <a:rPr dirty="0"/>
              <a:t>of</a:t>
            </a:r>
            <a:r>
              <a:rPr spc="-80" dirty="0"/>
              <a:t> </a:t>
            </a:r>
            <a:r>
              <a:rPr dirty="0"/>
              <a:t>the</a:t>
            </a:r>
            <a:r>
              <a:rPr spc="-60" dirty="0"/>
              <a:t> </a:t>
            </a:r>
            <a:r>
              <a:rPr dirty="0"/>
              <a:t>sensor(s),</a:t>
            </a:r>
            <a:r>
              <a:rPr spc="-20" dirty="0"/>
              <a:t> </a:t>
            </a:r>
            <a:r>
              <a:rPr dirty="0"/>
              <a:t>and</a:t>
            </a:r>
            <a:r>
              <a:rPr spc="-55" dirty="0"/>
              <a:t> </a:t>
            </a:r>
            <a:r>
              <a:rPr dirty="0"/>
              <a:t>a</a:t>
            </a:r>
            <a:r>
              <a:rPr spc="-75" dirty="0"/>
              <a:t> </a:t>
            </a:r>
            <a:r>
              <a:rPr dirty="0"/>
              <a:t>digital</a:t>
            </a:r>
            <a:r>
              <a:rPr spc="-65" dirty="0"/>
              <a:t> </a:t>
            </a:r>
            <a:r>
              <a:rPr dirty="0"/>
              <a:t>quantity</a:t>
            </a:r>
            <a:r>
              <a:rPr spc="-65" dirty="0"/>
              <a:t> </a:t>
            </a:r>
            <a:r>
              <a:rPr spc="-35" dirty="0"/>
              <a:t>is </a:t>
            </a:r>
            <a:r>
              <a:rPr dirty="0"/>
              <a:t>obtained</a:t>
            </a:r>
            <a:r>
              <a:rPr spc="-65" dirty="0"/>
              <a:t> </a:t>
            </a:r>
            <a:r>
              <a:rPr dirty="0"/>
              <a:t>from</a:t>
            </a:r>
            <a:r>
              <a:rPr spc="-90" dirty="0"/>
              <a:t> </a:t>
            </a:r>
            <a:r>
              <a:rPr dirty="0"/>
              <a:t>each</a:t>
            </a:r>
            <a:r>
              <a:rPr spc="-80" dirty="0"/>
              <a:t> </a:t>
            </a:r>
            <a:r>
              <a:rPr dirty="0"/>
              <a:t>sensor</a:t>
            </a:r>
            <a:r>
              <a:rPr spc="-70" dirty="0"/>
              <a:t> </a:t>
            </a:r>
            <a:r>
              <a:rPr dirty="0"/>
              <a:t>by</a:t>
            </a:r>
            <a:r>
              <a:rPr spc="-90" dirty="0"/>
              <a:t> </a:t>
            </a:r>
            <a:r>
              <a:rPr dirty="0"/>
              <a:t>digitizing</a:t>
            </a:r>
            <a:r>
              <a:rPr spc="-110" dirty="0"/>
              <a:t> </a:t>
            </a:r>
            <a:r>
              <a:rPr spc="-25" dirty="0"/>
              <a:t>its </a:t>
            </a:r>
            <a:r>
              <a:rPr spc="-10" dirty="0"/>
              <a:t>response.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4912" y="682082"/>
            <a:ext cx="5404126" cy="5846956"/>
          </a:xfrm>
          <a:prstGeom prst="rect">
            <a:avLst/>
          </a:prstGeom>
        </p:spPr>
      </p:pic>
      <p:sp>
        <p:nvSpPr>
          <p:cNvPr id="3" name="object 3"/>
          <p:cNvSpPr txBox="1">
            <a:spLocks noGrp="1"/>
          </p:cNvSpPr>
          <p:nvPr>
            <p:ph type="title"/>
          </p:nvPr>
        </p:nvSpPr>
        <p:spPr>
          <a:xfrm>
            <a:off x="1307972" y="26619"/>
            <a:ext cx="1654810" cy="300355"/>
          </a:xfrm>
          <a:prstGeom prst="rect">
            <a:avLst/>
          </a:prstGeom>
        </p:spPr>
        <p:txBody>
          <a:bodyPr vert="horz" wrap="square" lIns="0" tIns="12700" rIns="0" bIns="0" rtlCol="0">
            <a:spAutoFit/>
          </a:bodyPr>
          <a:lstStyle/>
          <a:p>
            <a:pPr marL="12700">
              <a:lnSpc>
                <a:spcPct val="100000"/>
              </a:lnSpc>
              <a:spcBef>
                <a:spcPts val="100"/>
              </a:spcBef>
            </a:pPr>
            <a:r>
              <a:rPr sz="1800" b="1" i="1" dirty="0">
                <a:solidFill>
                  <a:srgbClr val="C0504D"/>
                </a:solidFill>
                <a:latin typeface="Arial"/>
                <a:cs typeface="Arial"/>
              </a:rPr>
              <a:t>Image</a:t>
            </a:r>
            <a:r>
              <a:rPr sz="1800" b="1" i="1" spc="-10" dirty="0">
                <a:solidFill>
                  <a:srgbClr val="C0504D"/>
                </a:solidFill>
                <a:latin typeface="Arial"/>
                <a:cs typeface="Arial"/>
              </a:rPr>
              <a:t> Sensors</a:t>
            </a:r>
            <a:endParaRPr sz="1800">
              <a:latin typeface="Arial"/>
              <a:cs typeface="Arial"/>
            </a:endParaRPr>
          </a:p>
        </p:txBody>
      </p:sp>
      <p:sp>
        <p:nvSpPr>
          <p:cNvPr id="4" name="object 4"/>
          <p:cNvSpPr txBox="1"/>
          <p:nvPr/>
        </p:nvSpPr>
        <p:spPr>
          <a:xfrm>
            <a:off x="6921500" y="1392758"/>
            <a:ext cx="123888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Single</a:t>
            </a:r>
            <a:r>
              <a:rPr sz="1800" spc="-55" dirty="0">
                <a:latin typeface="Calibri"/>
                <a:cs typeface="Calibri"/>
              </a:rPr>
              <a:t> </a:t>
            </a:r>
            <a:r>
              <a:rPr sz="1800" spc="-10" dirty="0">
                <a:latin typeface="Calibri"/>
                <a:cs typeface="Calibri"/>
              </a:rPr>
              <a:t>sensor</a:t>
            </a:r>
            <a:endParaRPr sz="1800">
              <a:latin typeface="Calibri"/>
              <a:cs typeface="Calibri"/>
            </a:endParaRPr>
          </a:p>
        </p:txBody>
      </p:sp>
      <p:sp>
        <p:nvSpPr>
          <p:cNvPr id="5" name="object 5"/>
          <p:cNvSpPr txBox="1"/>
          <p:nvPr/>
        </p:nvSpPr>
        <p:spPr>
          <a:xfrm>
            <a:off x="6894068" y="2536393"/>
            <a:ext cx="107124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Line</a:t>
            </a:r>
            <a:r>
              <a:rPr sz="1800" spc="-35" dirty="0">
                <a:latin typeface="Calibri"/>
                <a:cs typeface="Calibri"/>
              </a:rPr>
              <a:t> </a:t>
            </a:r>
            <a:r>
              <a:rPr sz="1800" spc="-10" dirty="0">
                <a:latin typeface="Calibri"/>
                <a:cs typeface="Calibri"/>
              </a:rPr>
              <a:t>sensor</a:t>
            </a:r>
            <a:endParaRPr sz="1800">
              <a:latin typeface="Calibri"/>
              <a:cs typeface="Calibri"/>
            </a:endParaRPr>
          </a:p>
        </p:txBody>
      </p:sp>
      <p:sp>
        <p:nvSpPr>
          <p:cNvPr id="6" name="object 6"/>
          <p:cNvSpPr txBox="1"/>
          <p:nvPr/>
        </p:nvSpPr>
        <p:spPr>
          <a:xfrm>
            <a:off x="6915404" y="4594682"/>
            <a:ext cx="118110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Array</a:t>
            </a:r>
            <a:r>
              <a:rPr sz="1800" spc="-100" dirty="0">
                <a:latin typeface="Calibri"/>
                <a:cs typeface="Calibri"/>
              </a:rPr>
              <a:t> </a:t>
            </a:r>
            <a:r>
              <a:rPr sz="1800" spc="-10" dirty="0">
                <a:latin typeface="Calibri"/>
                <a:cs typeface="Calibri"/>
              </a:rPr>
              <a:t>sensor</a:t>
            </a:r>
            <a:endParaRPr sz="1800">
              <a:latin typeface="Calibri"/>
              <a:cs typeface="Calibri"/>
            </a:endParaRPr>
          </a:p>
        </p:txBody>
      </p:sp>
      <p:sp>
        <p:nvSpPr>
          <p:cNvPr id="7" name="object 7"/>
          <p:cNvSpPr txBox="1"/>
          <p:nvPr/>
        </p:nvSpPr>
        <p:spPr>
          <a:xfrm>
            <a:off x="6473952" y="6488074"/>
            <a:ext cx="2496820" cy="331470"/>
          </a:xfrm>
          <a:prstGeom prst="rect">
            <a:avLst/>
          </a:prstGeom>
        </p:spPr>
        <p:txBody>
          <a:bodyPr vert="horz" wrap="square" lIns="0" tIns="13335" rIns="0" bIns="0" rtlCol="0">
            <a:spAutoFit/>
          </a:bodyPr>
          <a:lstStyle/>
          <a:p>
            <a:pPr marL="38100" marR="30480">
              <a:lnSpc>
                <a:spcPct val="100000"/>
              </a:lnSpc>
              <a:spcBef>
                <a:spcPts val="105"/>
              </a:spcBef>
            </a:pPr>
            <a:r>
              <a:rPr sz="1000" dirty="0">
                <a:latin typeface="Calibri"/>
                <a:cs typeface="Calibri"/>
              </a:rPr>
              <a:t>(Images</a:t>
            </a:r>
            <a:r>
              <a:rPr sz="1000" spc="-60" dirty="0">
                <a:latin typeface="Calibri"/>
                <a:cs typeface="Calibri"/>
              </a:rPr>
              <a:t> </a:t>
            </a:r>
            <a:r>
              <a:rPr sz="1000" dirty="0">
                <a:latin typeface="Calibri"/>
                <a:cs typeface="Calibri"/>
              </a:rPr>
              <a:t>from</a:t>
            </a:r>
            <a:r>
              <a:rPr sz="1000" spc="-5" dirty="0">
                <a:latin typeface="Calibri"/>
                <a:cs typeface="Calibri"/>
              </a:rPr>
              <a:t> </a:t>
            </a:r>
            <a:r>
              <a:rPr sz="1000" dirty="0">
                <a:latin typeface="Calibri"/>
                <a:cs typeface="Calibri"/>
              </a:rPr>
              <a:t>Rafael</a:t>
            </a:r>
            <a:r>
              <a:rPr sz="1000" spc="-35" dirty="0">
                <a:latin typeface="Calibri"/>
                <a:cs typeface="Calibri"/>
              </a:rPr>
              <a:t> </a:t>
            </a:r>
            <a:r>
              <a:rPr sz="1000" dirty="0">
                <a:latin typeface="Calibri"/>
                <a:cs typeface="Calibri"/>
              </a:rPr>
              <a:t>C.</a:t>
            </a:r>
            <a:r>
              <a:rPr sz="1000" spc="15" dirty="0">
                <a:latin typeface="Calibri"/>
                <a:cs typeface="Calibri"/>
              </a:rPr>
              <a:t> </a:t>
            </a:r>
            <a:r>
              <a:rPr sz="1000" dirty="0">
                <a:latin typeface="Calibri"/>
                <a:cs typeface="Calibri"/>
              </a:rPr>
              <a:t>Gonzalez</a:t>
            </a:r>
            <a:r>
              <a:rPr sz="1000" spc="-35" dirty="0">
                <a:latin typeface="Calibri"/>
                <a:cs typeface="Calibri"/>
              </a:rPr>
              <a:t> </a:t>
            </a:r>
            <a:r>
              <a:rPr sz="1000" dirty="0">
                <a:latin typeface="Calibri"/>
                <a:cs typeface="Calibri"/>
              </a:rPr>
              <a:t>and</a:t>
            </a:r>
            <a:r>
              <a:rPr sz="1000" spc="5" dirty="0">
                <a:latin typeface="Calibri"/>
                <a:cs typeface="Calibri"/>
              </a:rPr>
              <a:t> </a:t>
            </a:r>
            <a:r>
              <a:rPr sz="1000" dirty="0">
                <a:latin typeface="Calibri"/>
                <a:cs typeface="Calibri"/>
              </a:rPr>
              <a:t>Richard</a:t>
            </a:r>
            <a:r>
              <a:rPr sz="1000" spc="-55" dirty="0">
                <a:latin typeface="Calibri"/>
                <a:cs typeface="Calibri"/>
              </a:rPr>
              <a:t> </a:t>
            </a:r>
            <a:r>
              <a:rPr sz="1000" spc="-25" dirty="0">
                <a:latin typeface="Calibri"/>
                <a:cs typeface="Calibri"/>
              </a:rPr>
              <a:t>E.</a:t>
            </a:r>
            <a:r>
              <a:rPr sz="1000" dirty="0">
                <a:latin typeface="Calibri"/>
                <a:cs typeface="Calibri"/>
              </a:rPr>
              <a:t> Wood,</a:t>
            </a:r>
            <a:r>
              <a:rPr sz="1000" spc="-10" dirty="0">
                <a:latin typeface="Calibri"/>
                <a:cs typeface="Calibri"/>
              </a:rPr>
              <a:t> </a:t>
            </a:r>
            <a:r>
              <a:rPr sz="1000" dirty="0">
                <a:latin typeface="Calibri"/>
                <a:cs typeface="Calibri"/>
              </a:rPr>
              <a:t>Digital</a:t>
            </a:r>
            <a:r>
              <a:rPr sz="1000" spc="-45" dirty="0">
                <a:latin typeface="Calibri"/>
                <a:cs typeface="Calibri"/>
              </a:rPr>
              <a:t> </a:t>
            </a:r>
            <a:r>
              <a:rPr sz="1000" dirty="0">
                <a:latin typeface="Calibri"/>
                <a:cs typeface="Calibri"/>
              </a:rPr>
              <a:t>Image</a:t>
            </a:r>
            <a:r>
              <a:rPr sz="1000" spc="-20" dirty="0">
                <a:latin typeface="Calibri"/>
                <a:cs typeface="Calibri"/>
              </a:rPr>
              <a:t> </a:t>
            </a:r>
            <a:r>
              <a:rPr sz="1000" dirty="0">
                <a:latin typeface="Calibri"/>
                <a:cs typeface="Calibri"/>
              </a:rPr>
              <a:t>Processing,</a:t>
            </a:r>
            <a:r>
              <a:rPr sz="1000" spc="-55" dirty="0">
                <a:latin typeface="Calibri"/>
                <a:cs typeface="Calibri"/>
              </a:rPr>
              <a:t> </a:t>
            </a:r>
            <a:r>
              <a:rPr sz="1000" dirty="0">
                <a:latin typeface="Calibri"/>
                <a:cs typeface="Calibri"/>
              </a:rPr>
              <a:t>2</a:t>
            </a:r>
            <a:r>
              <a:rPr sz="975" baseline="25641" dirty="0">
                <a:latin typeface="Calibri"/>
                <a:cs typeface="Calibri"/>
              </a:rPr>
              <a:t>nd</a:t>
            </a:r>
            <a:r>
              <a:rPr sz="975" spc="135" baseline="25641" dirty="0">
                <a:latin typeface="Calibri"/>
                <a:cs typeface="Calibri"/>
              </a:rPr>
              <a:t> </a:t>
            </a:r>
            <a:r>
              <a:rPr sz="1000" spc="-10" dirty="0">
                <a:latin typeface="Calibri"/>
                <a:cs typeface="Calibri"/>
              </a:rPr>
              <a:t>Edition.</a:t>
            </a:r>
            <a:endParaRPr sz="100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00066" y="1377737"/>
            <a:ext cx="7669681" cy="3538656"/>
          </a:xfrm>
          <a:prstGeom prst="rect">
            <a:avLst/>
          </a:prstGeom>
        </p:spPr>
      </p:pic>
      <p:sp>
        <p:nvSpPr>
          <p:cNvPr id="3" name="object 3"/>
          <p:cNvSpPr txBox="1">
            <a:spLocks noGrp="1"/>
          </p:cNvSpPr>
          <p:nvPr>
            <p:ph type="title"/>
          </p:nvPr>
        </p:nvSpPr>
        <p:spPr>
          <a:prstGeom prst="rect">
            <a:avLst/>
          </a:prstGeom>
        </p:spPr>
        <p:txBody>
          <a:bodyPr vert="horz" wrap="square" lIns="0" tIns="136448" rIns="0" bIns="0" rtlCol="0">
            <a:spAutoFit/>
          </a:bodyPr>
          <a:lstStyle/>
          <a:p>
            <a:pPr marL="872490">
              <a:lnSpc>
                <a:spcPct val="100000"/>
              </a:lnSpc>
              <a:spcBef>
                <a:spcPts val="100"/>
              </a:spcBef>
            </a:pPr>
            <a:r>
              <a:rPr sz="1800" b="1" i="1" dirty="0">
                <a:solidFill>
                  <a:srgbClr val="C0504D"/>
                </a:solidFill>
                <a:latin typeface="Arial"/>
                <a:cs typeface="Arial"/>
              </a:rPr>
              <a:t>Image</a:t>
            </a:r>
            <a:r>
              <a:rPr sz="1800" b="1" i="1" spc="-15" dirty="0">
                <a:solidFill>
                  <a:srgbClr val="C0504D"/>
                </a:solidFill>
                <a:latin typeface="Arial"/>
                <a:cs typeface="Arial"/>
              </a:rPr>
              <a:t> </a:t>
            </a:r>
            <a:r>
              <a:rPr sz="1800" b="1" i="1" dirty="0">
                <a:solidFill>
                  <a:srgbClr val="C0504D"/>
                </a:solidFill>
                <a:latin typeface="Arial"/>
                <a:cs typeface="Arial"/>
              </a:rPr>
              <a:t>Sensors</a:t>
            </a:r>
            <a:r>
              <a:rPr sz="1800" b="1" i="1" spc="-40" dirty="0">
                <a:solidFill>
                  <a:srgbClr val="C0504D"/>
                </a:solidFill>
                <a:latin typeface="Arial"/>
                <a:cs typeface="Arial"/>
              </a:rPr>
              <a:t> </a:t>
            </a:r>
            <a:r>
              <a:rPr sz="1800" b="1" i="1" dirty="0">
                <a:solidFill>
                  <a:srgbClr val="C0504D"/>
                </a:solidFill>
                <a:latin typeface="Arial"/>
                <a:cs typeface="Arial"/>
              </a:rPr>
              <a:t>: Single</a:t>
            </a:r>
            <a:r>
              <a:rPr sz="1800" b="1" i="1" spc="-15" dirty="0">
                <a:solidFill>
                  <a:srgbClr val="C0504D"/>
                </a:solidFill>
                <a:latin typeface="Arial"/>
                <a:cs typeface="Arial"/>
              </a:rPr>
              <a:t> </a:t>
            </a:r>
            <a:r>
              <a:rPr sz="1800" b="1" i="1" spc="-10" dirty="0">
                <a:solidFill>
                  <a:srgbClr val="C0504D"/>
                </a:solidFill>
                <a:latin typeface="Arial"/>
                <a:cs typeface="Arial"/>
              </a:rPr>
              <a:t>Sensor</a:t>
            </a:r>
            <a:endParaRPr sz="1800">
              <a:latin typeface="Arial"/>
              <a:cs typeface="Arial"/>
            </a:endParaRPr>
          </a:p>
        </p:txBody>
      </p:sp>
      <p:sp>
        <p:nvSpPr>
          <p:cNvPr id="4" name="object 4"/>
          <p:cNvSpPr txBox="1"/>
          <p:nvPr/>
        </p:nvSpPr>
        <p:spPr>
          <a:xfrm>
            <a:off x="6473952" y="6488074"/>
            <a:ext cx="2496820" cy="331470"/>
          </a:xfrm>
          <a:prstGeom prst="rect">
            <a:avLst/>
          </a:prstGeom>
        </p:spPr>
        <p:txBody>
          <a:bodyPr vert="horz" wrap="square" lIns="0" tIns="13335" rIns="0" bIns="0" rtlCol="0">
            <a:spAutoFit/>
          </a:bodyPr>
          <a:lstStyle/>
          <a:p>
            <a:pPr marL="38100" marR="30480">
              <a:lnSpc>
                <a:spcPct val="100000"/>
              </a:lnSpc>
              <a:spcBef>
                <a:spcPts val="105"/>
              </a:spcBef>
            </a:pPr>
            <a:r>
              <a:rPr sz="1000" dirty="0">
                <a:latin typeface="Calibri"/>
                <a:cs typeface="Calibri"/>
              </a:rPr>
              <a:t>(Images</a:t>
            </a:r>
            <a:r>
              <a:rPr sz="1000" spc="-60" dirty="0">
                <a:latin typeface="Calibri"/>
                <a:cs typeface="Calibri"/>
              </a:rPr>
              <a:t> </a:t>
            </a:r>
            <a:r>
              <a:rPr sz="1000" dirty="0">
                <a:latin typeface="Calibri"/>
                <a:cs typeface="Calibri"/>
              </a:rPr>
              <a:t>from</a:t>
            </a:r>
            <a:r>
              <a:rPr sz="1000" spc="-5" dirty="0">
                <a:latin typeface="Calibri"/>
                <a:cs typeface="Calibri"/>
              </a:rPr>
              <a:t> </a:t>
            </a:r>
            <a:r>
              <a:rPr sz="1000" dirty="0">
                <a:latin typeface="Calibri"/>
                <a:cs typeface="Calibri"/>
              </a:rPr>
              <a:t>Rafael</a:t>
            </a:r>
            <a:r>
              <a:rPr sz="1000" spc="-35" dirty="0">
                <a:latin typeface="Calibri"/>
                <a:cs typeface="Calibri"/>
              </a:rPr>
              <a:t> </a:t>
            </a:r>
            <a:r>
              <a:rPr sz="1000" dirty="0">
                <a:latin typeface="Calibri"/>
                <a:cs typeface="Calibri"/>
              </a:rPr>
              <a:t>C.</a:t>
            </a:r>
            <a:r>
              <a:rPr sz="1000" spc="15" dirty="0">
                <a:latin typeface="Calibri"/>
                <a:cs typeface="Calibri"/>
              </a:rPr>
              <a:t> </a:t>
            </a:r>
            <a:r>
              <a:rPr sz="1000" dirty="0">
                <a:latin typeface="Calibri"/>
                <a:cs typeface="Calibri"/>
              </a:rPr>
              <a:t>Gonzalez</a:t>
            </a:r>
            <a:r>
              <a:rPr sz="1000" spc="-35" dirty="0">
                <a:latin typeface="Calibri"/>
                <a:cs typeface="Calibri"/>
              </a:rPr>
              <a:t> </a:t>
            </a:r>
            <a:r>
              <a:rPr sz="1000" dirty="0">
                <a:latin typeface="Calibri"/>
                <a:cs typeface="Calibri"/>
              </a:rPr>
              <a:t>and</a:t>
            </a:r>
            <a:r>
              <a:rPr sz="1000" spc="5" dirty="0">
                <a:latin typeface="Calibri"/>
                <a:cs typeface="Calibri"/>
              </a:rPr>
              <a:t> </a:t>
            </a:r>
            <a:r>
              <a:rPr sz="1000" dirty="0">
                <a:latin typeface="Calibri"/>
                <a:cs typeface="Calibri"/>
              </a:rPr>
              <a:t>Richard</a:t>
            </a:r>
            <a:r>
              <a:rPr sz="1000" spc="-55" dirty="0">
                <a:latin typeface="Calibri"/>
                <a:cs typeface="Calibri"/>
              </a:rPr>
              <a:t> </a:t>
            </a:r>
            <a:r>
              <a:rPr sz="1000" spc="-25" dirty="0">
                <a:latin typeface="Calibri"/>
                <a:cs typeface="Calibri"/>
              </a:rPr>
              <a:t>E.</a:t>
            </a:r>
            <a:r>
              <a:rPr sz="1000" dirty="0">
                <a:latin typeface="Calibri"/>
                <a:cs typeface="Calibri"/>
              </a:rPr>
              <a:t> Wood,</a:t>
            </a:r>
            <a:r>
              <a:rPr sz="1000" spc="-10" dirty="0">
                <a:latin typeface="Calibri"/>
                <a:cs typeface="Calibri"/>
              </a:rPr>
              <a:t> </a:t>
            </a:r>
            <a:r>
              <a:rPr sz="1000" dirty="0">
                <a:latin typeface="Calibri"/>
                <a:cs typeface="Calibri"/>
              </a:rPr>
              <a:t>Digital</a:t>
            </a:r>
            <a:r>
              <a:rPr sz="1000" spc="-45" dirty="0">
                <a:latin typeface="Calibri"/>
                <a:cs typeface="Calibri"/>
              </a:rPr>
              <a:t> </a:t>
            </a:r>
            <a:r>
              <a:rPr sz="1000" dirty="0">
                <a:latin typeface="Calibri"/>
                <a:cs typeface="Calibri"/>
              </a:rPr>
              <a:t>Image</a:t>
            </a:r>
            <a:r>
              <a:rPr sz="1000" spc="-20" dirty="0">
                <a:latin typeface="Calibri"/>
                <a:cs typeface="Calibri"/>
              </a:rPr>
              <a:t> </a:t>
            </a:r>
            <a:r>
              <a:rPr sz="1000" dirty="0">
                <a:latin typeface="Calibri"/>
                <a:cs typeface="Calibri"/>
              </a:rPr>
              <a:t>Processing,</a:t>
            </a:r>
            <a:r>
              <a:rPr sz="1000" spc="-55" dirty="0">
                <a:latin typeface="Calibri"/>
                <a:cs typeface="Calibri"/>
              </a:rPr>
              <a:t> </a:t>
            </a:r>
            <a:r>
              <a:rPr sz="1000" dirty="0">
                <a:latin typeface="Calibri"/>
                <a:cs typeface="Calibri"/>
              </a:rPr>
              <a:t>2</a:t>
            </a:r>
            <a:r>
              <a:rPr sz="975" baseline="25641" dirty="0">
                <a:latin typeface="Calibri"/>
                <a:cs typeface="Calibri"/>
              </a:rPr>
              <a:t>nd</a:t>
            </a:r>
            <a:r>
              <a:rPr sz="975" spc="135" baseline="25641" dirty="0">
                <a:latin typeface="Calibri"/>
                <a:cs typeface="Calibri"/>
              </a:rPr>
              <a:t> </a:t>
            </a:r>
            <a:r>
              <a:rPr sz="1000" spc="-10" dirty="0">
                <a:latin typeface="Calibri"/>
                <a:cs typeface="Calibri"/>
              </a:rPr>
              <a:t>Edition.</a:t>
            </a:r>
            <a:endParaRPr sz="100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2424430">
              <a:lnSpc>
                <a:spcPct val="100000"/>
              </a:lnSpc>
              <a:spcBef>
                <a:spcPts val="90"/>
              </a:spcBef>
            </a:pPr>
            <a:r>
              <a:rPr dirty="0"/>
              <a:t>Single</a:t>
            </a:r>
            <a:r>
              <a:rPr spc="-90" dirty="0"/>
              <a:t> </a:t>
            </a:r>
            <a:r>
              <a:rPr spc="-10" dirty="0"/>
              <a:t>sensor</a:t>
            </a:r>
          </a:p>
        </p:txBody>
      </p:sp>
      <p:sp>
        <p:nvSpPr>
          <p:cNvPr id="3" name="object 3"/>
          <p:cNvSpPr txBox="1"/>
          <p:nvPr/>
        </p:nvSpPr>
        <p:spPr>
          <a:xfrm>
            <a:off x="1069644" y="1462532"/>
            <a:ext cx="7722234" cy="3867785"/>
          </a:xfrm>
          <a:prstGeom prst="rect">
            <a:avLst/>
          </a:prstGeom>
        </p:spPr>
        <p:txBody>
          <a:bodyPr vert="horz" wrap="square" lIns="0" tIns="12700" rIns="0" bIns="0" rtlCol="0">
            <a:spAutoFit/>
          </a:bodyPr>
          <a:lstStyle/>
          <a:p>
            <a:pPr marL="12700" marR="98425" algn="just">
              <a:lnSpc>
                <a:spcPct val="100000"/>
              </a:lnSpc>
              <a:spcBef>
                <a:spcPts val="100"/>
              </a:spcBef>
            </a:pPr>
            <a:r>
              <a:rPr sz="1800" dirty="0">
                <a:latin typeface="Calibri"/>
                <a:cs typeface="Calibri"/>
              </a:rPr>
              <a:t>Figure</a:t>
            </a:r>
            <a:r>
              <a:rPr sz="1800" spc="-25" dirty="0">
                <a:latin typeface="Calibri"/>
                <a:cs typeface="Calibri"/>
              </a:rPr>
              <a:t> </a:t>
            </a:r>
            <a:r>
              <a:rPr sz="1800" dirty="0">
                <a:latin typeface="Calibri"/>
                <a:cs typeface="Calibri"/>
              </a:rPr>
              <a:t>shows</a:t>
            </a:r>
            <a:r>
              <a:rPr sz="1800" spc="-35" dirty="0">
                <a:latin typeface="Calibri"/>
                <a:cs typeface="Calibri"/>
              </a:rPr>
              <a:t> </a:t>
            </a:r>
            <a:r>
              <a:rPr sz="1800" dirty="0">
                <a:latin typeface="Calibri"/>
                <a:cs typeface="Calibri"/>
              </a:rPr>
              <a:t>the</a:t>
            </a:r>
            <a:r>
              <a:rPr sz="1800" spc="-40" dirty="0">
                <a:latin typeface="Calibri"/>
                <a:cs typeface="Calibri"/>
              </a:rPr>
              <a:t> </a:t>
            </a:r>
            <a:r>
              <a:rPr sz="1800" spc="-10" dirty="0">
                <a:latin typeface="Calibri"/>
                <a:cs typeface="Calibri"/>
              </a:rPr>
              <a:t>components</a:t>
            </a:r>
            <a:r>
              <a:rPr sz="1800" spc="-20" dirty="0">
                <a:latin typeface="Calibri"/>
                <a:cs typeface="Calibri"/>
              </a:rPr>
              <a:t> </a:t>
            </a:r>
            <a:r>
              <a:rPr sz="1800" dirty="0">
                <a:latin typeface="Calibri"/>
                <a:cs typeface="Calibri"/>
              </a:rPr>
              <a:t>of</a:t>
            </a:r>
            <a:r>
              <a:rPr sz="1800" spc="-60" dirty="0">
                <a:latin typeface="Calibri"/>
                <a:cs typeface="Calibri"/>
              </a:rPr>
              <a:t> </a:t>
            </a:r>
            <a:r>
              <a:rPr sz="1800" dirty="0">
                <a:latin typeface="Calibri"/>
                <a:cs typeface="Calibri"/>
              </a:rPr>
              <a:t>a</a:t>
            </a:r>
            <a:r>
              <a:rPr sz="1800" spc="-50" dirty="0">
                <a:latin typeface="Calibri"/>
                <a:cs typeface="Calibri"/>
              </a:rPr>
              <a:t> </a:t>
            </a:r>
            <a:r>
              <a:rPr sz="1800" dirty="0">
                <a:latin typeface="Calibri"/>
                <a:cs typeface="Calibri"/>
              </a:rPr>
              <a:t>single</a:t>
            </a:r>
            <a:r>
              <a:rPr sz="1800" spc="-20" dirty="0">
                <a:latin typeface="Calibri"/>
                <a:cs typeface="Calibri"/>
              </a:rPr>
              <a:t> </a:t>
            </a:r>
            <a:r>
              <a:rPr sz="1800" spc="-25" dirty="0">
                <a:latin typeface="Calibri"/>
                <a:cs typeface="Calibri"/>
              </a:rPr>
              <a:t>sensor.</a:t>
            </a:r>
            <a:r>
              <a:rPr sz="1800" spc="-10" dirty="0">
                <a:latin typeface="Calibri"/>
                <a:cs typeface="Calibri"/>
              </a:rPr>
              <a:t> Perhaps</a:t>
            </a:r>
            <a:r>
              <a:rPr sz="1800" spc="-40" dirty="0">
                <a:latin typeface="Calibri"/>
                <a:cs typeface="Calibri"/>
              </a:rPr>
              <a:t> </a:t>
            </a:r>
            <a:r>
              <a:rPr sz="1800" dirty="0">
                <a:latin typeface="Calibri"/>
                <a:cs typeface="Calibri"/>
              </a:rPr>
              <a:t>the</a:t>
            </a:r>
            <a:r>
              <a:rPr sz="1800" spc="-20" dirty="0">
                <a:latin typeface="Calibri"/>
                <a:cs typeface="Calibri"/>
              </a:rPr>
              <a:t> </a:t>
            </a:r>
            <a:r>
              <a:rPr sz="1800" dirty="0">
                <a:latin typeface="Calibri"/>
                <a:cs typeface="Calibri"/>
              </a:rPr>
              <a:t>most</a:t>
            </a:r>
            <a:r>
              <a:rPr sz="1800" spc="-60" dirty="0">
                <a:latin typeface="Calibri"/>
                <a:cs typeface="Calibri"/>
              </a:rPr>
              <a:t> </a:t>
            </a:r>
            <a:r>
              <a:rPr sz="1800" dirty="0">
                <a:latin typeface="Calibri"/>
                <a:cs typeface="Calibri"/>
              </a:rPr>
              <a:t>familiar</a:t>
            </a:r>
            <a:r>
              <a:rPr sz="1800" spc="-50" dirty="0">
                <a:latin typeface="Calibri"/>
                <a:cs typeface="Calibri"/>
              </a:rPr>
              <a:t> </a:t>
            </a:r>
            <a:r>
              <a:rPr sz="1800" spc="-10" dirty="0">
                <a:latin typeface="Calibri"/>
                <a:cs typeface="Calibri"/>
              </a:rPr>
              <a:t>sensor </a:t>
            </a:r>
            <a:r>
              <a:rPr sz="1800" dirty="0">
                <a:latin typeface="Calibri"/>
                <a:cs typeface="Calibri"/>
              </a:rPr>
              <a:t>of</a:t>
            </a:r>
            <a:r>
              <a:rPr sz="1800" spc="-50" dirty="0">
                <a:latin typeface="Calibri"/>
                <a:cs typeface="Calibri"/>
              </a:rPr>
              <a:t> </a:t>
            </a:r>
            <a:r>
              <a:rPr sz="1800" dirty="0">
                <a:latin typeface="Calibri"/>
                <a:cs typeface="Calibri"/>
              </a:rPr>
              <a:t>this</a:t>
            </a:r>
            <a:r>
              <a:rPr sz="1800" spc="-35" dirty="0">
                <a:latin typeface="Calibri"/>
                <a:cs typeface="Calibri"/>
              </a:rPr>
              <a:t> </a:t>
            </a:r>
            <a:r>
              <a:rPr sz="1800" dirty="0">
                <a:latin typeface="Calibri"/>
                <a:cs typeface="Calibri"/>
              </a:rPr>
              <a:t>type</a:t>
            </a:r>
            <a:r>
              <a:rPr sz="1800" spc="-30" dirty="0">
                <a:latin typeface="Calibri"/>
                <a:cs typeface="Calibri"/>
              </a:rPr>
              <a:t> </a:t>
            </a:r>
            <a:r>
              <a:rPr sz="1800" dirty="0">
                <a:latin typeface="Calibri"/>
                <a:cs typeface="Calibri"/>
              </a:rPr>
              <a:t>is</a:t>
            </a:r>
            <a:r>
              <a:rPr sz="1800" spc="-55" dirty="0">
                <a:latin typeface="Calibri"/>
                <a:cs typeface="Calibri"/>
              </a:rPr>
              <a:t> </a:t>
            </a:r>
            <a:r>
              <a:rPr sz="1800" dirty="0">
                <a:latin typeface="Calibri"/>
                <a:cs typeface="Calibri"/>
              </a:rPr>
              <a:t>the</a:t>
            </a:r>
            <a:r>
              <a:rPr sz="1800" spc="-10" dirty="0">
                <a:latin typeface="Calibri"/>
                <a:cs typeface="Calibri"/>
              </a:rPr>
              <a:t> </a:t>
            </a:r>
            <a:r>
              <a:rPr sz="1800" dirty="0">
                <a:latin typeface="Calibri"/>
                <a:cs typeface="Calibri"/>
              </a:rPr>
              <a:t>photodiode,</a:t>
            </a:r>
            <a:r>
              <a:rPr sz="1800" spc="-5" dirty="0">
                <a:latin typeface="Calibri"/>
                <a:cs typeface="Calibri"/>
              </a:rPr>
              <a:t> </a:t>
            </a:r>
            <a:r>
              <a:rPr sz="1800" dirty="0">
                <a:latin typeface="Calibri"/>
                <a:cs typeface="Calibri"/>
              </a:rPr>
              <a:t>which</a:t>
            </a:r>
            <a:r>
              <a:rPr sz="1800" spc="-35" dirty="0">
                <a:latin typeface="Calibri"/>
                <a:cs typeface="Calibri"/>
              </a:rPr>
              <a:t> </a:t>
            </a:r>
            <a:r>
              <a:rPr sz="1800" dirty="0">
                <a:latin typeface="Calibri"/>
                <a:cs typeface="Calibri"/>
              </a:rPr>
              <a:t>is</a:t>
            </a:r>
            <a:r>
              <a:rPr sz="1800" spc="-50" dirty="0">
                <a:latin typeface="Calibri"/>
                <a:cs typeface="Calibri"/>
              </a:rPr>
              <a:t> </a:t>
            </a:r>
            <a:r>
              <a:rPr sz="1800" spc="-10" dirty="0">
                <a:latin typeface="Calibri"/>
                <a:cs typeface="Calibri"/>
              </a:rPr>
              <a:t>constructed</a:t>
            </a:r>
            <a:r>
              <a:rPr sz="1800" spc="5" dirty="0">
                <a:latin typeface="Calibri"/>
                <a:cs typeface="Calibri"/>
              </a:rPr>
              <a:t> </a:t>
            </a:r>
            <a:r>
              <a:rPr sz="1800" dirty="0">
                <a:latin typeface="Calibri"/>
                <a:cs typeface="Calibri"/>
              </a:rPr>
              <a:t>of</a:t>
            </a:r>
            <a:r>
              <a:rPr sz="1800" spc="-65" dirty="0">
                <a:latin typeface="Calibri"/>
                <a:cs typeface="Calibri"/>
              </a:rPr>
              <a:t> </a:t>
            </a:r>
            <a:r>
              <a:rPr sz="1800" dirty="0">
                <a:latin typeface="Calibri"/>
                <a:cs typeface="Calibri"/>
              </a:rPr>
              <a:t>silicon</a:t>
            </a:r>
            <a:r>
              <a:rPr sz="1800" spc="-15" dirty="0">
                <a:latin typeface="Calibri"/>
                <a:cs typeface="Calibri"/>
              </a:rPr>
              <a:t> </a:t>
            </a:r>
            <a:r>
              <a:rPr sz="1800" dirty="0">
                <a:latin typeface="Calibri"/>
                <a:cs typeface="Calibri"/>
              </a:rPr>
              <a:t>materials</a:t>
            </a:r>
            <a:r>
              <a:rPr sz="1800" spc="-35" dirty="0">
                <a:latin typeface="Calibri"/>
                <a:cs typeface="Calibri"/>
              </a:rPr>
              <a:t> </a:t>
            </a:r>
            <a:r>
              <a:rPr sz="1800" dirty="0">
                <a:latin typeface="Calibri"/>
                <a:cs typeface="Calibri"/>
              </a:rPr>
              <a:t>and</a:t>
            </a:r>
            <a:r>
              <a:rPr sz="1800" spc="-35" dirty="0">
                <a:latin typeface="Calibri"/>
                <a:cs typeface="Calibri"/>
              </a:rPr>
              <a:t> </a:t>
            </a:r>
            <a:r>
              <a:rPr sz="1800" spc="-10" dirty="0">
                <a:latin typeface="Calibri"/>
                <a:cs typeface="Calibri"/>
              </a:rPr>
              <a:t>whose </a:t>
            </a:r>
            <a:r>
              <a:rPr sz="1800" dirty="0">
                <a:latin typeface="Calibri"/>
                <a:cs typeface="Calibri"/>
              </a:rPr>
              <a:t>output</a:t>
            </a:r>
            <a:r>
              <a:rPr sz="1800" spc="-35" dirty="0">
                <a:latin typeface="Calibri"/>
                <a:cs typeface="Calibri"/>
              </a:rPr>
              <a:t> </a:t>
            </a:r>
            <a:r>
              <a:rPr sz="1800" dirty="0">
                <a:latin typeface="Calibri"/>
                <a:cs typeface="Calibri"/>
              </a:rPr>
              <a:t>voltage</a:t>
            </a:r>
            <a:r>
              <a:rPr sz="1800" spc="-45" dirty="0">
                <a:latin typeface="Calibri"/>
                <a:cs typeface="Calibri"/>
              </a:rPr>
              <a:t> </a:t>
            </a:r>
            <a:r>
              <a:rPr sz="1800" spc="-10" dirty="0">
                <a:latin typeface="Calibri"/>
                <a:cs typeface="Calibri"/>
              </a:rPr>
              <a:t>waveform</a:t>
            </a:r>
            <a:r>
              <a:rPr sz="1800" spc="-70" dirty="0">
                <a:latin typeface="Calibri"/>
                <a:cs typeface="Calibri"/>
              </a:rPr>
              <a:t> </a:t>
            </a:r>
            <a:r>
              <a:rPr sz="1800" dirty="0">
                <a:latin typeface="Calibri"/>
                <a:cs typeface="Calibri"/>
              </a:rPr>
              <a:t>is</a:t>
            </a:r>
            <a:r>
              <a:rPr sz="1800" spc="-60" dirty="0">
                <a:latin typeface="Calibri"/>
                <a:cs typeface="Calibri"/>
              </a:rPr>
              <a:t> </a:t>
            </a:r>
            <a:r>
              <a:rPr sz="1800" dirty="0">
                <a:latin typeface="Calibri"/>
                <a:cs typeface="Calibri"/>
              </a:rPr>
              <a:t>proportional</a:t>
            </a:r>
            <a:r>
              <a:rPr sz="1800" spc="-50" dirty="0">
                <a:latin typeface="Calibri"/>
                <a:cs typeface="Calibri"/>
              </a:rPr>
              <a:t> </a:t>
            </a:r>
            <a:r>
              <a:rPr sz="1800" dirty="0">
                <a:latin typeface="Calibri"/>
                <a:cs typeface="Calibri"/>
              </a:rPr>
              <a:t>to</a:t>
            </a:r>
            <a:r>
              <a:rPr sz="1800" spc="-65" dirty="0">
                <a:latin typeface="Calibri"/>
                <a:cs typeface="Calibri"/>
              </a:rPr>
              <a:t> </a:t>
            </a:r>
            <a:r>
              <a:rPr sz="1800" spc="-10" dirty="0">
                <a:latin typeface="Calibri"/>
                <a:cs typeface="Calibri"/>
              </a:rPr>
              <a:t>light.</a:t>
            </a:r>
            <a:endParaRPr sz="1800">
              <a:latin typeface="Calibri"/>
              <a:cs typeface="Calibri"/>
            </a:endParaRPr>
          </a:p>
          <a:p>
            <a:pPr marL="12700" marR="299720" indent="51435">
              <a:lnSpc>
                <a:spcPct val="100000"/>
              </a:lnSpc>
              <a:spcBef>
                <a:spcPts val="2160"/>
              </a:spcBef>
            </a:pPr>
            <a:r>
              <a:rPr sz="1800" dirty="0">
                <a:latin typeface="Calibri"/>
                <a:cs typeface="Calibri"/>
              </a:rPr>
              <a:t>The</a:t>
            </a:r>
            <a:r>
              <a:rPr sz="1800" spc="-30" dirty="0">
                <a:latin typeface="Calibri"/>
                <a:cs typeface="Calibri"/>
              </a:rPr>
              <a:t> </a:t>
            </a:r>
            <a:r>
              <a:rPr sz="1800" dirty="0">
                <a:latin typeface="Calibri"/>
                <a:cs typeface="Calibri"/>
              </a:rPr>
              <a:t>use</a:t>
            </a:r>
            <a:r>
              <a:rPr sz="1800" spc="-20"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a</a:t>
            </a:r>
            <a:r>
              <a:rPr sz="1800" spc="-35" dirty="0">
                <a:latin typeface="Calibri"/>
                <a:cs typeface="Calibri"/>
              </a:rPr>
              <a:t> </a:t>
            </a:r>
            <a:r>
              <a:rPr sz="1800" dirty="0">
                <a:latin typeface="Calibri"/>
                <a:cs typeface="Calibri"/>
              </a:rPr>
              <a:t>filter</a:t>
            </a:r>
            <a:r>
              <a:rPr sz="1800" spc="-15" dirty="0">
                <a:latin typeface="Calibri"/>
                <a:cs typeface="Calibri"/>
              </a:rPr>
              <a:t> </a:t>
            </a:r>
            <a:r>
              <a:rPr sz="1800" dirty="0">
                <a:latin typeface="Calibri"/>
                <a:cs typeface="Calibri"/>
              </a:rPr>
              <a:t>in</a:t>
            </a:r>
            <a:r>
              <a:rPr sz="1800" spc="-25" dirty="0">
                <a:latin typeface="Calibri"/>
                <a:cs typeface="Calibri"/>
              </a:rPr>
              <a:t> </a:t>
            </a:r>
            <a:r>
              <a:rPr sz="1800" dirty="0">
                <a:latin typeface="Calibri"/>
                <a:cs typeface="Calibri"/>
              </a:rPr>
              <a:t>front</a:t>
            </a:r>
            <a:r>
              <a:rPr sz="1800" spc="-15" dirty="0">
                <a:latin typeface="Calibri"/>
                <a:cs typeface="Calibri"/>
              </a:rPr>
              <a:t> </a:t>
            </a:r>
            <a:r>
              <a:rPr sz="1800" dirty="0">
                <a:latin typeface="Calibri"/>
                <a:cs typeface="Calibri"/>
              </a:rPr>
              <a:t>of</a:t>
            </a:r>
            <a:r>
              <a:rPr sz="1800" spc="-55" dirty="0">
                <a:latin typeface="Calibri"/>
                <a:cs typeface="Calibri"/>
              </a:rPr>
              <a:t> </a:t>
            </a:r>
            <a:r>
              <a:rPr sz="1800" dirty="0">
                <a:latin typeface="Calibri"/>
                <a:cs typeface="Calibri"/>
              </a:rPr>
              <a:t>a</a:t>
            </a:r>
            <a:r>
              <a:rPr sz="1800" spc="-15" dirty="0">
                <a:latin typeface="Calibri"/>
                <a:cs typeface="Calibri"/>
              </a:rPr>
              <a:t> </a:t>
            </a:r>
            <a:r>
              <a:rPr sz="1800" dirty="0">
                <a:latin typeface="Calibri"/>
                <a:cs typeface="Calibri"/>
              </a:rPr>
              <a:t>sensor</a:t>
            </a:r>
            <a:r>
              <a:rPr sz="1800" spc="-15" dirty="0">
                <a:latin typeface="Calibri"/>
                <a:cs typeface="Calibri"/>
              </a:rPr>
              <a:t> </a:t>
            </a:r>
            <a:r>
              <a:rPr sz="1800" spc="-10" dirty="0">
                <a:latin typeface="Calibri"/>
                <a:cs typeface="Calibri"/>
              </a:rPr>
              <a:t>improves</a:t>
            </a:r>
            <a:r>
              <a:rPr sz="1800" spc="-25" dirty="0">
                <a:latin typeface="Calibri"/>
                <a:cs typeface="Calibri"/>
              </a:rPr>
              <a:t> </a:t>
            </a:r>
            <a:r>
              <a:rPr sz="1800" spc="-10" dirty="0">
                <a:latin typeface="Calibri"/>
                <a:cs typeface="Calibri"/>
              </a:rPr>
              <a:t>selectivity.</a:t>
            </a:r>
            <a:r>
              <a:rPr sz="1800" spc="-15" dirty="0">
                <a:latin typeface="Calibri"/>
                <a:cs typeface="Calibri"/>
              </a:rPr>
              <a:t> </a:t>
            </a:r>
            <a:r>
              <a:rPr sz="1800" dirty="0">
                <a:latin typeface="Calibri"/>
                <a:cs typeface="Calibri"/>
              </a:rPr>
              <a:t>For</a:t>
            </a:r>
            <a:r>
              <a:rPr sz="1800" spc="-30" dirty="0">
                <a:latin typeface="Calibri"/>
                <a:cs typeface="Calibri"/>
              </a:rPr>
              <a:t> </a:t>
            </a:r>
            <a:r>
              <a:rPr sz="1800" spc="-10" dirty="0">
                <a:latin typeface="Calibri"/>
                <a:cs typeface="Calibri"/>
              </a:rPr>
              <a:t>example,</a:t>
            </a:r>
            <a:r>
              <a:rPr sz="1800" spc="-5" dirty="0">
                <a:latin typeface="Calibri"/>
                <a:cs typeface="Calibri"/>
              </a:rPr>
              <a:t> </a:t>
            </a:r>
            <a:r>
              <a:rPr sz="1800" dirty="0">
                <a:latin typeface="Calibri"/>
                <a:cs typeface="Calibri"/>
              </a:rPr>
              <a:t>a</a:t>
            </a:r>
            <a:r>
              <a:rPr sz="1800" spc="-30" dirty="0">
                <a:latin typeface="Calibri"/>
                <a:cs typeface="Calibri"/>
              </a:rPr>
              <a:t> </a:t>
            </a:r>
            <a:r>
              <a:rPr sz="1800" spc="-10" dirty="0">
                <a:latin typeface="Calibri"/>
                <a:cs typeface="Calibri"/>
              </a:rPr>
              <a:t>green </a:t>
            </a:r>
            <a:r>
              <a:rPr sz="1800" dirty="0">
                <a:latin typeface="Calibri"/>
                <a:cs typeface="Calibri"/>
              </a:rPr>
              <a:t>(pass)</a:t>
            </a:r>
            <a:r>
              <a:rPr sz="1800" spc="-20" dirty="0">
                <a:latin typeface="Calibri"/>
                <a:cs typeface="Calibri"/>
              </a:rPr>
              <a:t> </a:t>
            </a:r>
            <a:r>
              <a:rPr sz="1800" dirty="0">
                <a:latin typeface="Calibri"/>
                <a:cs typeface="Calibri"/>
              </a:rPr>
              <a:t>filter</a:t>
            </a:r>
            <a:r>
              <a:rPr sz="1800" spc="-25" dirty="0">
                <a:latin typeface="Calibri"/>
                <a:cs typeface="Calibri"/>
              </a:rPr>
              <a:t> </a:t>
            </a:r>
            <a:r>
              <a:rPr sz="1800" dirty="0">
                <a:latin typeface="Calibri"/>
                <a:cs typeface="Calibri"/>
              </a:rPr>
              <a:t>in</a:t>
            </a:r>
            <a:r>
              <a:rPr sz="1800" spc="-35" dirty="0">
                <a:latin typeface="Calibri"/>
                <a:cs typeface="Calibri"/>
              </a:rPr>
              <a:t> </a:t>
            </a:r>
            <a:r>
              <a:rPr sz="1800" dirty="0">
                <a:latin typeface="Calibri"/>
                <a:cs typeface="Calibri"/>
              </a:rPr>
              <a:t>front</a:t>
            </a:r>
            <a:r>
              <a:rPr sz="1800" spc="-45" dirty="0">
                <a:latin typeface="Calibri"/>
                <a:cs typeface="Calibri"/>
              </a:rPr>
              <a:t> </a:t>
            </a:r>
            <a:r>
              <a:rPr sz="1800" dirty="0">
                <a:latin typeface="Calibri"/>
                <a:cs typeface="Calibri"/>
              </a:rPr>
              <a:t>of</a:t>
            </a:r>
            <a:r>
              <a:rPr sz="1800" spc="-50" dirty="0">
                <a:latin typeface="Calibri"/>
                <a:cs typeface="Calibri"/>
              </a:rPr>
              <a:t> </a:t>
            </a:r>
            <a:r>
              <a:rPr sz="1800" dirty="0">
                <a:latin typeface="Calibri"/>
                <a:cs typeface="Calibri"/>
              </a:rPr>
              <a:t>a</a:t>
            </a:r>
            <a:r>
              <a:rPr sz="1800" spc="-40" dirty="0">
                <a:latin typeface="Calibri"/>
                <a:cs typeface="Calibri"/>
              </a:rPr>
              <a:t> </a:t>
            </a:r>
            <a:r>
              <a:rPr sz="1800" dirty="0">
                <a:latin typeface="Calibri"/>
                <a:cs typeface="Calibri"/>
              </a:rPr>
              <a:t>light</a:t>
            </a:r>
            <a:r>
              <a:rPr sz="1800" spc="-5" dirty="0">
                <a:latin typeface="Calibri"/>
                <a:cs typeface="Calibri"/>
              </a:rPr>
              <a:t> </a:t>
            </a:r>
            <a:r>
              <a:rPr sz="1800" dirty="0">
                <a:latin typeface="Calibri"/>
                <a:cs typeface="Calibri"/>
              </a:rPr>
              <a:t>sensor</a:t>
            </a:r>
            <a:r>
              <a:rPr sz="1800" spc="-25" dirty="0">
                <a:latin typeface="Calibri"/>
                <a:cs typeface="Calibri"/>
              </a:rPr>
              <a:t> </a:t>
            </a:r>
            <a:r>
              <a:rPr sz="1800" spc="-20" dirty="0">
                <a:latin typeface="Calibri"/>
                <a:cs typeface="Calibri"/>
              </a:rPr>
              <a:t>favors</a:t>
            </a:r>
            <a:r>
              <a:rPr sz="1800" spc="-75" dirty="0">
                <a:latin typeface="Calibri"/>
                <a:cs typeface="Calibri"/>
              </a:rPr>
              <a:t> </a:t>
            </a:r>
            <a:r>
              <a:rPr sz="1800" dirty="0">
                <a:latin typeface="Calibri"/>
                <a:cs typeface="Calibri"/>
              </a:rPr>
              <a:t>light</a:t>
            </a:r>
            <a:r>
              <a:rPr sz="1800" spc="-5" dirty="0">
                <a:latin typeface="Calibri"/>
                <a:cs typeface="Calibri"/>
              </a:rPr>
              <a:t> </a:t>
            </a:r>
            <a:r>
              <a:rPr sz="1800" dirty="0">
                <a:latin typeface="Calibri"/>
                <a:cs typeface="Calibri"/>
              </a:rPr>
              <a:t>in</a:t>
            </a:r>
            <a:r>
              <a:rPr sz="1800" spc="-35"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green</a:t>
            </a:r>
            <a:r>
              <a:rPr sz="1800" spc="15" dirty="0">
                <a:latin typeface="Calibri"/>
                <a:cs typeface="Calibri"/>
              </a:rPr>
              <a:t> </a:t>
            </a:r>
            <a:r>
              <a:rPr sz="1800" dirty="0">
                <a:latin typeface="Calibri"/>
                <a:cs typeface="Calibri"/>
              </a:rPr>
              <a:t>band</a:t>
            </a:r>
            <a:r>
              <a:rPr sz="1800" spc="-15" dirty="0">
                <a:latin typeface="Calibri"/>
                <a:cs typeface="Calibri"/>
              </a:rPr>
              <a:t> </a:t>
            </a:r>
            <a:r>
              <a:rPr sz="1800" dirty="0">
                <a:latin typeface="Calibri"/>
                <a:cs typeface="Calibri"/>
              </a:rPr>
              <a:t>of</a:t>
            </a:r>
            <a:r>
              <a:rPr sz="1800" spc="-60" dirty="0">
                <a:latin typeface="Calibri"/>
                <a:cs typeface="Calibri"/>
              </a:rPr>
              <a:t> </a:t>
            </a:r>
            <a:r>
              <a:rPr sz="1800" dirty="0">
                <a:latin typeface="Calibri"/>
                <a:cs typeface="Calibri"/>
              </a:rPr>
              <a:t>the</a:t>
            </a:r>
            <a:r>
              <a:rPr sz="1800" spc="-15" dirty="0">
                <a:latin typeface="Calibri"/>
                <a:cs typeface="Calibri"/>
              </a:rPr>
              <a:t> </a:t>
            </a:r>
            <a:r>
              <a:rPr sz="1800" spc="-10" dirty="0">
                <a:latin typeface="Calibri"/>
                <a:cs typeface="Calibri"/>
              </a:rPr>
              <a:t>color spectrum.</a:t>
            </a:r>
            <a:endParaRPr sz="1800">
              <a:latin typeface="Calibri"/>
              <a:cs typeface="Calibri"/>
            </a:endParaRPr>
          </a:p>
          <a:p>
            <a:pPr marL="64135">
              <a:lnSpc>
                <a:spcPct val="100000"/>
              </a:lnSpc>
              <a:spcBef>
                <a:spcPts val="2165"/>
              </a:spcBef>
            </a:pPr>
            <a:r>
              <a:rPr sz="1800" dirty="0">
                <a:latin typeface="Calibri"/>
                <a:cs typeface="Calibri"/>
              </a:rPr>
              <a:t>As</a:t>
            </a:r>
            <a:r>
              <a:rPr sz="1800" spc="-40" dirty="0">
                <a:latin typeface="Calibri"/>
                <a:cs typeface="Calibri"/>
              </a:rPr>
              <a:t> </a:t>
            </a:r>
            <a:r>
              <a:rPr sz="1800" dirty="0">
                <a:latin typeface="Calibri"/>
                <a:cs typeface="Calibri"/>
              </a:rPr>
              <a:t>a</a:t>
            </a:r>
            <a:r>
              <a:rPr sz="1800" spc="-55" dirty="0">
                <a:latin typeface="Calibri"/>
                <a:cs typeface="Calibri"/>
              </a:rPr>
              <a:t> </a:t>
            </a:r>
            <a:r>
              <a:rPr sz="1800" spc="-10" dirty="0">
                <a:latin typeface="Calibri"/>
                <a:cs typeface="Calibri"/>
              </a:rPr>
              <a:t>consequence,</a:t>
            </a:r>
            <a:r>
              <a:rPr sz="1800" spc="15" dirty="0">
                <a:latin typeface="Calibri"/>
                <a:cs typeface="Calibri"/>
              </a:rPr>
              <a:t> </a:t>
            </a:r>
            <a:r>
              <a:rPr sz="1800" dirty="0">
                <a:latin typeface="Calibri"/>
                <a:cs typeface="Calibri"/>
              </a:rPr>
              <a:t>the</a:t>
            </a:r>
            <a:r>
              <a:rPr sz="1800" spc="-15" dirty="0">
                <a:latin typeface="Calibri"/>
                <a:cs typeface="Calibri"/>
              </a:rPr>
              <a:t> </a:t>
            </a:r>
            <a:r>
              <a:rPr sz="1800" dirty="0">
                <a:latin typeface="Calibri"/>
                <a:cs typeface="Calibri"/>
              </a:rPr>
              <a:t>sensor</a:t>
            </a:r>
            <a:r>
              <a:rPr sz="1800" spc="-35" dirty="0">
                <a:latin typeface="Calibri"/>
                <a:cs typeface="Calibri"/>
              </a:rPr>
              <a:t> </a:t>
            </a:r>
            <a:r>
              <a:rPr sz="1800" dirty="0">
                <a:latin typeface="Calibri"/>
                <a:cs typeface="Calibri"/>
              </a:rPr>
              <a:t>output</a:t>
            </a:r>
            <a:r>
              <a:rPr sz="1800" spc="-35" dirty="0">
                <a:latin typeface="Calibri"/>
                <a:cs typeface="Calibri"/>
              </a:rPr>
              <a:t> </a:t>
            </a:r>
            <a:r>
              <a:rPr sz="1800" dirty="0">
                <a:latin typeface="Calibri"/>
                <a:cs typeface="Calibri"/>
              </a:rPr>
              <a:t>will</a:t>
            </a:r>
            <a:r>
              <a:rPr sz="1800" spc="-40" dirty="0">
                <a:latin typeface="Calibri"/>
                <a:cs typeface="Calibri"/>
              </a:rPr>
              <a:t> </a:t>
            </a:r>
            <a:r>
              <a:rPr sz="1800" dirty="0">
                <a:latin typeface="Calibri"/>
                <a:cs typeface="Calibri"/>
              </a:rPr>
              <a:t>be</a:t>
            </a:r>
            <a:r>
              <a:rPr sz="1800" spc="-35" dirty="0">
                <a:latin typeface="Calibri"/>
                <a:cs typeface="Calibri"/>
              </a:rPr>
              <a:t> </a:t>
            </a:r>
            <a:r>
              <a:rPr sz="1800" spc="-10" dirty="0">
                <a:latin typeface="Calibri"/>
                <a:cs typeface="Calibri"/>
              </a:rPr>
              <a:t>stronger</a:t>
            </a:r>
            <a:r>
              <a:rPr sz="1800" spc="-15" dirty="0">
                <a:latin typeface="Calibri"/>
                <a:cs typeface="Calibri"/>
              </a:rPr>
              <a:t> </a:t>
            </a:r>
            <a:r>
              <a:rPr sz="1800" dirty="0">
                <a:latin typeface="Calibri"/>
                <a:cs typeface="Calibri"/>
              </a:rPr>
              <a:t>for</a:t>
            </a:r>
            <a:r>
              <a:rPr sz="1800" spc="-50" dirty="0">
                <a:latin typeface="Calibri"/>
                <a:cs typeface="Calibri"/>
              </a:rPr>
              <a:t> </a:t>
            </a:r>
            <a:r>
              <a:rPr sz="1800" dirty="0">
                <a:latin typeface="Calibri"/>
                <a:cs typeface="Calibri"/>
              </a:rPr>
              <a:t>green</a:t>
            </a:r>
            <a:r>
              <a:rPr sz="1800" spc="-20" dirty="0">
                <a:latin typeface="Calibri"/>
                <a:cs typeface="Calibri"/>
              </a:rPr>
              <a:t> </a:t>
            </a:r>
            <a:r>
              <a:rPr sz="1800" dirty="0">
                <a:latin typeface="Calibri"/>
                <a:cs typeface="Calibri"/>
              </a:rPr>
              <a:t>light</a:t>
            </a:r>
            <a:r>
              <a:rPr sz="1800" spc="-15" dirty="0">
                <a:latin typeface="Calibri"/>
                <a:cs typeface="Calibri"/>
              </a:rPr>
              <a:t> </a:t>
            </a:r>
            <a:r>
              <a:rPr sz="1800" dirty="0">
                <a:latin typeface="Calibri"/>
                <a:cs typeface="Calibri"/>
              </a:rPr>
              <a:t>than</a:t>
            </a:r>
            <a:r>
              <a:rPr sz="1800" spc="-35" dirty="0">
                <a:latin typeface="Calibri"/>
                <a:cs typeface="Calibri"/>
              </a:rPr>
              <a:t> </a:t>
            </a:r>
            <a:r>
              <a:rPr sz="1800" dirty="0">
                <a:latin typeface="Calibri"/>
                <a:cs typeface="Calibri"/>
              </a:rPr>
              <a:t>for</a:t>
            </a:r>
            <a:r>
              <a:rPr sz="1800" spc="-30" dirty="0">
                <a:latin typeface="Calibri"/>
                <a:cs typeface="Calibri"/>
              </a:rPr>
              <a:t> </a:t>
            </a:r>
            <a:r>
              <a:rPr sz="1800" spc="-10" dirty="0">
                <a:latin typeface="Calibri"/>
                <a:cs typeface="Calibri"/>
              </a:rPr>
              <a:t>other</a:t>
            </a:r>
            <a:endParaRPr sz="1800">
              <a:latin typeface="Calibri"/>
              <a:cs typeface="Calibri"/>
            </a:endParaRPr>
          </a:p>
          <a:p>
            <a:pPr marL="12700">
              <a:lnSpc>
                <a:spcPct val="100000"/>
              </a:lnSpc>
            </a:pPr>
            <a:r>
              <a:rPr sz="1800" spc="-10" dirty="0">
                <a:latin typeface="Calibri"/>
                <a:cs typeface="Calibri"/>
              </a:rPr>
              <a:t>components</a:t>
            </a:r>
            <a:r>
              <a:rPr sz="1800" spc="-20" dirty="0">
                <a:latin typeface="Calibri"/>
                <a:cs typeface="Calibri"/>
              </a:rPr>
              <a:t> </a:t>
            </a:r>
            <a:r>
              <a:rPr sz="1800" dirty="0">
                <a:latin typeface="Calibri"/>
                <a:cs typeface="Calibri"/>
              </a:rPr>
              <a:t>in</a:t>
            </a:r>
            <a:r>
              <a:rPr sz="1800" spc="-35"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visible</a:t>
            </a:r>
            <a:r>
              <a:rPr sz="1800" spc="-15" dirty="0">
                <a:latin typeface="Calibri"/>
                <a:cs typeface="Calibri"/>
              </a:rPr>
              <a:t> </a:t>
            </a:r>
            <a:r>
              <a:rPr sz="1800" spc="-10" dirty="0">
                <a:latin typeface="Calibri"/>
                <a:cs typeface="Calibri"/>
              </a:rPr>
              <a:t>spectrum.</a:t>
            </a:r>
            <a:endParaRPr sz="1800">
              <a:latin typeface="Calibri"/>
              <a:cs typeface="Calibri"/>
            </a:endParaRPr>
          </a:p>
          <a:p>
            <a:pPr marL="12700" marR="142240">
              <a:lnSpc>
                <a:spcPct val="100000"/>
              </a:lnSpc>
              <a:spcBef>
                <a:spcPts val="2165"/>
              </a:spcBef>
            </a:pPr>
            <a:r>
              <a:rPr sz="1800" dirty="0">
                <a:latin typeface="Calibri"/>
                <a:cs typeface="Calibri"/>
              </a:rPr>
              <a:t>In</a:t>
            </a:r>
            <a:r>
              <a:rPr sz="1800" spc="-40" dirty="0">
                <a:latin typeface="Calibri"/>
                <a:cs typeface="Calibri"/>
              </a:rPr>
              <a:t> </a:t>
            </a:r>
            <a:r>
              <a:rPr sz="1800" dirty="0">
                <a:latin typeface="Calibri"/>
                <a:cs typeface="Calibri"/>
              </a:rPr>
              <a:t>order</a:t>
            </a:r>
            <a:r>
              <a:rPr sz="1800" spc="-45" dirty="0">
                <a:latin typeface="Calibri"/>
                <a:cs typeface="Calibri"/>
              </a:rPr>
              <a:t> </a:t>
            </a:r>
            <a:r>
              <a:rPr sz="1800" dirty="0">
                <a:latin typeface="Calibri"/>
                <a:cs typeface="Calibri"/>
              </a:rPr>
              <a:t>to</a:t>
            </a:r>
            <a:r>
              <a:rPr sz="1800" spc="-40" dirty="0">
                <a:latin typeface="Calibri"/>
                <a:cs typeface="Calibri"/>
              </a:rPr>
              <a:t> </a:t>
            </a:r>
            <a:r>
              <a:rPr sz="1800" spc="-10" dirty="0">
                <a:latin typeface="Calibri"/>
                <a:cs typeface="Calibri"/>
              </a:rPr>
              <a:t>generate</a:t>
            </a:r>
            <a:r>
              <a:rPr sz="1800" spc="30" dirty="0">
                <a:latin typeface="Calibri"/>
                <a:cs typeface="Calibri"/>
              </a:rPr>
              <a:t> </a:t>
            </a:r>
            <a:r>
              <a:rPr sz="1800" dirty="0">
                <a:latin typeface="Calibri"/>
                <a:cs typeface="Calibri"/>
              </a:rPr>
              <a:t>a</a:t>
            </a:r>
            <a:r>
              <a:rPr sz="1800" spc="-25" dirty="0">
                <a:latin typeface="Calibri"/>
                <a:cs typeface="Calibri"/>
              </a:rPr>
              <a:t> </a:t>
            </a:r>
            <a:r>
              <a:rPr sz="1800" dirty="0">
                <a:latin typeface="Calibri"/>
                <a:cs typeface="Calibri"/>
              </a:rPr>
              <a:t>2-D</a:t>
            </a:r>
            <a:r>
              <a:rPr sz="1800" spc="-45" dirty="0">
                <a:latin typeface="Calibri"/>
                <a:cs typeface="Calibri"/>
              </a:rPr>
              <a:t> </a:t>
            </a:r>
            <a:r>
              <a:rPr sz="1800" dirty="0">
                <a:latin typeface="Calibri"/>
                <a:cs typeface="Calibri"/>
              </a:rPr>
              <a:t>image</a:t>
            </a:r>
            <a:r>
              <a:rPr sz="1800" spc="-15" dirty="0">
                <a:latin typeface="Calibri"/>
                <a:cs typeface="Calibri"/>
              </a:rPr>
              <a:t> </a:t>
            </a:r>
            <a:r>
              <a:rPr sz="1800" dirty="0">
                <a:latin typeface="Calibri"/>
                <a:cs typeface="Calibri"/>
              </a:rPr>
              <a:t>using</a:t>
            </a:r>
            <a:r>
              <a:rPr sz="1800" spc="-15" dirty="0">
                <a:latin typeface="Calibri"/>
                <a:cs typeface="Calibri"/>
              </a:rPr>
              <a:t> </a:t>
            </a:r>
            <a:r>
              <a:rPr sz="1800" dirty="0">
                <a:latin typeface="Calibri"/>
                <a:cs typeface="Calibri"/>
              </a:rPr>
              <a:t>a</a:t>
            </a:r>
            <a:r>
              <a:rPr sz="1800" spc="-45" dirty="0">
                <a:latin typeface="Calibri"/>
                <a:cs typeface="Calibri"/>
              </a:rPr>
              <a:t> </a:t>
            </a:r>
            <a:r>
              <a:rPr sz="1800" dirty="0">
                <a:latin typeface="Calibri"/>
                <a:cs typeface="Calibri"/>
              </a:rPr>
              <a:t>single</a:t>
            </a:r>
            <a:r>
              <a:rPr sz="1800" spc="-15" dirty="0">
                <a:latin typeface="Calibri"/>
                <a:cs typeface="Calibri"/>
              </a:rPr>
              <a:t> </a:t>
            </a:r>
            <a:r>
              <a:rPr sz="1800" spc="-20" dirty="0">
                <a:latin typeface="Calibri"/>
                <a:cs typeface="Calibri"/>
              </a:rPr>
              <a:t>sensor,</a:t>
            </a:r>
            <a:r>
              <a:rPr sz="1800" spc="-15" dirty="0">
                <a:latin typeface="Calibri"/>
                <a:cs typeface="Calibri"/>
              </a:rPr>
              <a:t> </a:t>
            </a:r>
            <a:r>
              <a:rPr sz="1800" dirty="0">
                <a:latin typeface="Calibri"/>
                <a:cs typeface="Calibri"/>
              </a:rPr>
              <a:t>there</a:t>
            </a:r>
            <a:r>
              <a:rPr sz="1800" spc="-35" dirty="0">
                <a:latin typeface="Calibri"/>
                <a:cs typeface="Calibri"/>
              </a:rPr>
              <a:t> </a:t>
            </a:r>
            <a:r>
              <a:rPr sz="1800" dirty="0">
                <a:latin typeface="Calibri"/>
                <a:cs typeface="Calibri"/>
              </a:rPr>
              <a:t>has</a:t>
            </a:r>
            <a:r>
              <a:rPr sz="1800" spc="-30" dirty="0">
                <a:latin typeface="Calibri"/>
                <a:cs typeface="Calibri"/>
              </a:rPr>
              <a:t> </a:t>
            </a:r>
            <a:r>
              <a:rPr sz="1800" dirty="0">
                <a:latin typeface="Calibri"/>
                <a:cs typeface="Calibri"/>
              </a:rPr>
              <a:t>to</a:t>
            </a:r>
            <a:r>
              <a:rPr sz="1800" spc="-40" dirty="0">
                <a:latin typeface="Calibri"/>
                <a:cs typeface="Calibri"/>
              </a:rPr>
              <a:t> </a:t>
            </a:r>
            <a:r>
              <a:rPr sz="1800" dirty="0">
                <a:latin typeface="Calibri"/>
                <a:cs typeface="Calibri"/>
              </a:rPr>
              <a:t>be</a:t>
            </a:r>
            <a:r>
              <a:rPr sz="1800" spc="-15" dirty="0">
                <a:latin typeface="Calibri"/>
                <a:cs typeface="Calibri"/>
              </a:rPr>
              <a:t> </a:t>
            </a:r>
            <a:r>
              <a:rPr sz="1800" spc="-10" dirty="0">
                <a:latin typeface="Calibri"/>
                <a:cs typeface="Calibri"/>
              </a:rPr>
              <a:t>relative </a:t>
            </a:r>
            <a:r>
              <a:rPr sz="1800" dirty="0">
                <a:latin typeface="Calibri"/>
                <a:cs typeface="Calibri"/>
              </a:rPr>
              <a:t>displacements</a:t>
            </a:r>
            <a:r>
              <a:rPr sz="1800" spc="10" dirty="0">
                <a:latin typeface="Calibri"/>
                <a:cs typeface="Calibri"/>
              </a:rPr>
              <a:t> </a:t>
            </a:r>
            <a:r>
              <a:rPr sz="1800" dirty="0">
                <a:latin typeface="Calibri"/>
                <a:cs typeface="Calibri"/>
              </a:rPr>
              <a:t>in</a:t>
            </a:r>
            <a:r>
              <a:rPr sz="1800" spc="-50" dirty="0">
                <a:latin typeface="Calibri"/>
                <a:cs typeface="Calibri"/>
              </a:rPr>
              <a:t> </a:t>
            </a:r>
            <a:r>
              <a:rPr sz="1800" dirty="0">
                <a:latin typeface="Calibri"/>
                <a:cs typeface="Calibri"/>
              </a:rPr>
              <a:t>both</a:t>
            </a:r>
            <a:r>
              <a:rPr sz="1800" spc="-70" dirty="0">
                <a:latin typeface="Calibri"/>
                <a:cs typeface="Calibri"/>
              </a:rPr>
              <a:t> </a:t>
            </a:r>
            <a:r>
              <a:rPr sz="1800" dirty="0">
                <a:latin typeface="Calibri"/>
                <a:cs typeface="Calibri"/>
              </a:rPr>
              <a:t>the</a:t>
            </a:r>
            <a:r>
              <a:rPr sz="1800" spc="-25" dirty="0">
                <a:latin typeface="Calibri"/>
                <a:cs typeface="Calibri"/>
              </a:rPr>
              <a:t> </a:t>
            </a:r>
            <a:r>
              <a:rPr sz="1800" dirty="0">
                <a:latin typeface="Calibri"/>
                <a:cs typeface="Calibri"/>
              </a:rPr>
              <a:t>x-</a:t>
            </a:r>
            <a:r>
              <a:rPr sz="1800" spc="-55" dirty="0">
                <a:latin typeface="Calibri"/>
                <a:cs typeface="Calibri"/>
              </a:rPr>
              <a:t> </a:t>
            </a:r>
            <a:r>
              <a:rPr sz="1800" dirty="0">
                <a:latin typeface="Calibri"/>
                <a:cs typeface="Calibri"/>
              </a:rPr>
              <a:t>and</a:t>
            </a:r>
            <a:r>
              <a:rPr sz="1800" spc="-50" dirty="0">
                <a:latin typeface="Calibri"/>
                <a:cs typeface="Calibri"/>
              </a:rPr>
              <a:t> </a:t>
            </a:r>
            <a:r>
              <a:rPr sz="1800" dirty="0">
                <a:latin typeface="Calibri"/>
                <a:cs typeface="Calibri"/>
              </a:rPr>
              <a:t>y-directions</a:t>
            </a:r>
            <a:r>
              <a:rPr sz="1800" spc="-25" dirty="0">
                <a:latin typeface="Calibri"/>
                <a:cs typeface="Calibri"/>
              </a:rPr>
              <a:t> </a:t>
            </a:r>
            <a:r>
              <a:rPr sz="1800" dirty="0">
                <a:latin typeface="Calibri"/>
                <a:cs typeface="Calibri"/>
              </a:rPr>
              <a:t>between</a:t>
            </a:r>
            <a:r>
              <a:rPr sz="1800" spc="-25"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sensor</a:t>
            </a:r>
            <a:r>
              <a:rPr sz="1800" spc="-40" dirty="0">
                <a:latin typeface="Calibri"/>
                <a:cs typeface="Calibri"/>
              </a:rPr>
              <a:t> </a:t>
            </a:r>
            <a:r>
              <a:rPr sz="1800" dirty="0">
                <a:latin typeface="Calibri"/>
                <a:cs typeface="Calibri"/>
              </a:rPr>
              <a:t>and</a:t>
            </a:r>
            <a:r>
              <a:rPr sz="1800" spc="-45"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area</a:t>
            </a:r>
            <a:r>
              <a:rPr sz="1800" spc="-60" dirty="0">
                <a:latin typeface="Calibri"/>
                <a:cs typeface="Calibri"/>
              </a:rPr>
              <a:t> </a:t>
            </a:r>
            <a:r>
              <a:rPr sz="1800" spc="-25" dirty="0">
                <a:latin typeface="Calibri"/>
                <a:cs typeface="Calibri"/>
              </a:rPr>
              <a:t>to </a:t>
            </a:r>
            <a:r>
              <a:rPr sz="1800" dirty="0">
                <a:latin typeface="Calibri"/>
                <a:cs typeface="Calibri"/>
              </a:rPr>
              <a:t>be</a:t>
            </a:r>
            <a:r>
              <a:rPr sz="1800" spc="-15" dirty="0">
                <a:latin typeface="Calibri"/>
                <a:cs typeface="Calibri"/>
              </a:rPr>
              <a:t> </a:t>
            </a:r>
            <a:r>
              <a:rPr sz="1800" spc="-10" dirty="0">
                <a:latin typeface="Calibri"/>
                <a:cs typeface="Calibri"/>
              </a:rPr>
              <a:t>imaged</a:t>
            </a:r>
            <a:endParaRPr sz="180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67068" y="762281"/>
            <a:ext cx="8029575" cy="5048250"/>
            <a:chOff x="1067068" y="762281"/>
            <a:chExt cx="8029575" cy="5048250"/>
          </a:xfrm>
        </p:grpSpPr>
        <p:pic>
          <p:nvPicPr>
            <p:cNvPr id="3" name="object 3"/>
            <p:cNvPicPr/>
            <p:nvPr/>
          </p:nvPicPr>
          <p:blipFill>
            <a:blip r:embed="rId2" cstate="print"/>
            <a:stretch>
              <a:fillRect/>
            </a:stretch>
          </p:blipFill>
          <p:spPr>
            <a:xfrm>
              <a:off x="1067068" y="762281"/>
              <a:ext cx="8029139" cy="5047757"/>
            </a:xfrm>
            <a:prstGeom prst="rect">
              <a:avLst/>
            </a:prstGeom>
          </p:spPr>
        </p:pic>
        <p:pic>
          <p:nvPicPr>
            <p:cNvPr id="4" name="object 4"/>
            <p:cNvPicPr/>
            <p:nvPr/>
          </p:nvPicPr>
          <p:blipFill>
            <a:blip r:embed="rId3" cstate="print"/>
            <a:stretch>
              <a:fillRect/>
            </a:stretch>
          </p:blipFill>
          <p:spPr>
            <a:xfrm>
              <a:off x="2286000" y="4191000"/>
              <a:ext cx="1371600" cy="1371600"/>
            </a:xfrm>
            <a:prstGeom prst="rect">
              <a:avLst/>
            </a:prstGeom>
          </p:spPr>
        </p:pic>
      </p:grpSp>
      <p:sp>
        <p:nvSpPr>
          <p:cNvPr id="5" name="object 5"/>
          <p:cNvSpPr txBox="1"/>
          <p:nvPr/>
        </p:nvSpPr>
        <p:spPr>
          <a:xfrm>
            <a:off x="1199794" y="103378"/>
            <a:ext cx="3169285" cy="299720"/>
          </a:xfrm>
          <a:prstGeom prst="rect">
            <a:avLst/>
          </a:prstGeom>
        </p:spPr>
        <p:txBody>
          <a:bodyPr vert="horz" wrap="square" lIns="0" tIns="12700" rIns="0" bIns="0" rtlCol="0">
            <a:spAutoFit/>
          </a:bodyPr>
          <a:lstStyle/>
          <a:p>
            <a:pPr marL="12700">
              <a:lnSpc>
                <a:spcPct val="100000"/>
              </a:lnSpc>
              <a:spcBef>
                <a:spcPts val="100"/>
              </a:spcBef>
            </a:pPr>
            <a:r>
              <a:rPr sz="1800" b="1" i="1" dirty="0">
                <a:solidFill>
                  <a:srgbClr val="C0504D"/>
                </a:solidFill>
                <a:latin typeface="Arial"/>
                <a:cs typeface="Arial"/>
              </a:rPr>
              <a:t>Image</a:t>
            </a:r>
            <a:r>
              <a:rPr sz="1800" b="1" i="1" spc="-20" dirty="0">
                <a:solidFill>
                  <a:srgbClr val="C0504D"/>
                </a:solidFill>
                <a:latin typeface="Arial"/>
                <a:cs typeface="Arial"/>
              </a:rPr>
              <a:t> </a:t>
            </a:r>
            <a:r>
              <a:rPr sz="1800" b="1" i="1" dirty="0">
                <a:solidFill>
                  <a:srgbClr val="C0504D"/>
                </a:solidFill>
                <a:latin typeface="Arial"/>
                <a:cs typeface="Arial"/>
              </a:rPr>
              <a:t>Sensors</a:t>
            </a:r>
            <a:r>
              <a:rPr sz="1800" b="1" i="1" spc="-45" dirty="0">
                <a:solidFill>
                  <a:srgbClr val="C0504D"/>
                </a:solidFill>
                <a:latin typeface="Arial"/>
                <a:cs typeface="Arial"/>
              </a:rPr>
              <a:t> </a:t>
            </a:r>
            <a:r>
              <a:rPr sz="1800" b="1" i="1" dirty="0">
                <a:solidFill>
                  <a:srgbClr val="C0504D"/>
                </a:solidFill>
                <a:latin typeface="Arial"/>
                <a:cs typeface="Arial"/>
              </a:rPr>
              <a:t>: Line</a:t>
            </a:r>
            <a:r>
              <a:rPr sz="1800" b="1" i="1" spc="-20" dirty="0">
                <a:solidFill>
                  <a:srgbClr val="C0504D"/>
                </a:solidFill>
                <a:latin typeface="Arial"/>
                <a:cs typeface="Arial"/>
              </a:rPr>
              <a:t> </a:t>
            </a:r>
            <a:r>
              <a:rPr sz="1800" b="1" i="1" spc="-10" dirty="0">
                <a:solidFill>
                  <a:srgbClr val="C0504D"/>
                </a:solidFill>
                <a:latin typeface="Arial"/>
                <a:cs typeface="Arial"/>
              </a:rPr>
              <a:t>Sensor</a:t>
            </a:r>
            <a:endParaRPr sz="1800">
              <a:latin typeface="Arial"/>
              <a:cs typeface="Arial"/>
            </a:endParaRPr>
          </a:p>
        </p:txBody>
      </p:sp>
      <p:sp>
        <p:nvSpPr>
          <p:cNvPr id="6" name="object 6"/>
          <p:cNvSpPr txBox="1"/>
          <p:nvPr/>
        </p:nvSpPr>
        <p:spPr>
          <a:xfrm>
            <a:off x="1384172" y="5662371"/>
            <a:ext cx="6975475" cy="558165"/>
          </a:xfrm>
          <a:prstGeom prst="rect">
            <a:avLst/>
          </a:prstGeom>
        </p:spPr>
        <p:txBody>
          <a:bodyPr vert="horz" wrap="square" lIns="0" tIns="11430" rIns="0" bIns="0" rtlCol="0">
            <a:spAutoFit/>
          </a:bodyPr>
          <a:lstStyle/>
          <a:p>
            <a:pPr marL="12700">
              <a:lnSpc>
                <a:spcPts val="2100"/>
              </a:lnSpc>
              <a:spcBef>
                <a:spcPts val="90"/>
              </a:spcBef>
            </a:pPr>
            <a:r>
              <a:rPr sz="2000" dirty="0">
                <a:latin typeface="Calibri"/>
                <a:cs typeface="Calibri"/>
              </a:rPr>
              <a:t>Fingerprint</a:t>
            </a:r>
            <a:r>
              <a:rPr sz="2000" spc="-95" dirty="0">
                <a:latin typeface="Calibri"/>
                <a:cs typeface="Calibri"/>
              </a:rPr>
              <a:t> </a:t>
            </a:r>
            <a:r>
              <a:rPr sz="2000" dirty="0">
                <a:latin typeface="Calibri"/>
                <a:cs typeface="Calibri"/>
              </a:rPr>
              <a:t>sweep</a:t>
            </a:r>
            <a:r>
              <a:rPr sz="2000" spc="-90" dirty="0">
                <a:latin typeface="Calibri"/>
                <a:cs typeface="Calibri"/>
              </a:rPr>
              <a:t> </a:t>
            </a:r>
            <a:r>
              <a:rPr sz="2000" spc="-10" dirty="0">
                <a:latin typeface="Calibri"/>
                <a:cs typeface="Calibri"/>
              </a:rPr>
              <a:t>sensor</a:t>
            </a:r>
            <a:endParaRPr sz="2000">
              <a:latin typeface="Calibri"/>
              <a:cs typeface="Calibri"/>
            </a:endParaRPr>
          </a:p>
          <a:p>
            <a:pPr marL="3632835">
              <a:lnSpc>
                <a:spcPts val="2100"/>
              </a:lnSpc>
            </a:pPr>
            <a:r>
              <a:rPr sz="2000" spc="-10" dirty="0">
                <a:latin typeface="Calibri"/>
                <a:cs typeface="Calibri"/>
              </a:rPr>
              <a:t>Computerized</a:t>
            </a:r>
            <a:r>
              <a:rPr sz="2000" spc="-20" dirty="0">
                <a:latin typeface="Calibri"/>
                <a:cs typeface="Calibri"/>
              </a:rPr>
              <a:t> </a:t>
            </a:r>
            <a:r>
              <a:rPr sz="2000" dirty="0">
                <a:latin typeface="Calibri"/>
                <a:cs typeface="Calibri"/>
              </a:rPr>
              <a:t>Axial</a:t>
            </a:r>
            <a:r>
              <a:rPr sz="2000" spc="-70" dirty="0">
                <a:latin typeface="Calibri"/>
                <a:cs typeface="Calibri"/>
              </a:rPr>
              <a:t> </a:t>
            </a:r>
            <a:r>
              <a:rPr sz="2000" spc="-10" dirty="0">
                <a:latin typeface="Calibri"/>
                <a:cs typeface="Calibri"/>
              </a:rPr>
              <a:t>Tomography</a:t>
            </a:r>
            <a:endParaRPr sz="2000">
              <a:latin typeface="Calibri"/>
              <a:cs typeface="Calibri"/>
            </a:endParaRPr>
          </a:p>
        </p:txBody>
      </p:sp>
      <p:sp>
        <p:nvSpPr>
          <p:cNvPr id="7" name="object 7"/>
          <p:cNvSpPr txBox="1"/>
          <p:nvPr/>
        </p:nvSpPr>
        <p:spPr>
          <a:xfrm>
            <a:off x="6473952" y="6488074"/>
            <a:ext cx="2496820" cy="331470"/>
          </a:xfrm>
          <a:prstGeom prst="rect">
            <a:avLst/>
          </a:prstGeom>
        </p:spPr>
        <p:txBody>
          <a:bodyPr vert="horz" wrap="square" lIns="0" tIns="13335" rIns="0" bIns="0" rtlCol="0">
            <a:spAutoFit/>
          </a:bodyPr>
          <a:lstStyle/>
          <a:p>
            <a:pPr marL="38100" marR="30480">
              <a:lnSpc>
                <a:spcPct val="100000"/>
              </a:lnSpc>
              <a:spcBef>
                <a:spcPts val="105"/>
              </a:spcBef>
            </a:pPr>
            <a:r>
              <a:rPr sz="1000" dirty="0">
                <a:latin typeface="Calibri"/>
                <a:cs typeface="Calibri"/>
              </a:rPr>
              <a:t>(Images</a:t>
            </a:r>
            <a:r>
              <a:rPr sz="1000" spc="-60" dirty="0">
                <a:latin typeface="Calibri"/>
                <a:cs typeface="Calibri"/>
              </a:rPr>
              <a:t> </a:t>
            </a:r>
            <a:r>
              <a:rPr sz="1000" dirty="0">
                <a:latin typeface="Calibri"/>
                <a:cs typeface="Calibri"/>
              </a:rPr>
              <a:t>from</a:t>
            </a:r>
            <a:r>
              <a:rPr sz="1000" spc="-5" dirty="0">
                <a:latin typeface="Calibri"/>
                <a:cs typeface="Calibri"/>
              </a:rPr>
              <a:t> </a:t>
            </a:r>
            <a:r>
              <a:rPr sz="1000" dirty="0">
                <a:latin typeface="Calibri"/>
                <a:cs typeface="Calibri"/>
              </a:rPr>
              <a:t>Rafael</a:t>
            </a:r>
            <a:r>
              <a:rPr sz="1000" spc="-35" dirty="0">
                <a:latin typeface="Calibri"/>
                <a:cs typeface="Calibri"/>
              </a:rPr>
              <a:t> </a:t>
            </a:r>
            <a:r>
              <a:rPr sz="1000" dirty="0">
                <a:latin typeface="Calibri"/>
                <a:cs typeface="Calibri"/>
              </a:rPr>
              <a:t>C.</a:t>
            </a:r>
            <a:r>
              <a:rPr sz="1000" spc="15" dirty="0">
                <a:latin typeface="Calibri"/>
                <a:cs typeface="Calibri"/>
              </a:rPr>
              <a:t> </a:t>
            </a:r>
            <a:r>
              <a:rPr sz="1000" dirty="0">
                <a:latin typeface="Calibri"/>
                <a:cs typeface="Calibri"/>
              </a:rPr>
              <a:t>Gonzalez</a:t>
            </a:r>
            <a:r>
              <a:rPr sz="1000" spc="-35" dirty="0">
                <a:latin typeface="Calibri"/>
                <a:cs typeface="Calibri"/>
              </a:rPr>
              <a:t> </a:t>
            </a:r>
            <a:r>
              <a:rPr sz="1000" dirty="0">
                <a:latin typeface="Calibri"/>
                <a:cs typeface="Calibri"/>
              </a:rPr>
              <a:t>and</a:t>
            </a:r>
            <a:r>
              <a:rPr sz="1000" spc="5" dirty="0">
                <a:latin typeface="Calibri"/>
                <a:cs typeface="Calibri"/>
              </a:rPr>
              <a:t> </a:t>
            </a:r>
            <a:r>
              <a:rPr sz="1000" dirty="0">
                <a:latin typeface="Calibri"/>
                <a:cs typeface="Calibri"/>
              </a:rPr>
              <a:t>Richard</a:t>
            </a:r>
            <a:r>
              <a:rPr sz="1000" spc="-55" dirty="0">
                <a:latin typeface="Calibri"/>
                <a:cs typeface="Calibri"/>
              </a:rPr>
              <a:t> </a:t>
            </a:r>
            <a:r>
              <a:rPr sz="1000" spc="-25" dirty="0">
                <a:latin typeface="Calibri"/>
                <a:cs typeface="Calibri"/>
              </a:rPr>
              <a:t>E.</a:t>
            </a:r>
            <a:r>
              <a:rPr sz="1000" dirty="0">
                <a:latin typeface="Calibri"/>
                <a:cs typeface="Calibri"/>
              </a:rPr>
              <a:t> Wood,</a:t>
            </a:r>
            <a:r>
              <a:rPr sz="1000" spc="-10" dirty="0">
                <a:latin typeface="Calibri"/>
                <a:cs typeface="Calibri"/>
              </a:rPr>
              <a:t> </a:t>
            </a:r>
            <a:r>
              <a:rPr sz="1000" dirty="0">
                <a:latin typeface="Calibri"/>
                <a:cs typeface="Calibri"/>
              </a:rPr>
              <a:t>Digital</a:t>
            </a:r>
            <a:r>
              <a:rPr sz="1000" spc="-45" dirty="0">
                <a:latin typeface="Calibri"/>
                <a:cs typeface="Calibri"/>
              </a:rPr>
              <a:t> </a:t>
            </a:r>
            <a:r>
              <a:rPr sz="1000" dirty="0">
                <a:latin typeface="Calibri"/>
                <a:cs typeface="Calibri"/>
              </a:rPr>
              <a:t>Image</a:t>
            </a:r>
            <a:r>
              <a:rPr sz="1000" spc="-20" dirty="0">
                <a:latin typeface="Calibri"/>
                <a:cs typeface="Calibri"/>
              </a:rPr>
              <a:t> </a:t>
            </a:r>
            <a:r>
              <a:rPr sz="1000" dirty="0">
                <a:latin typeface="Calibri"/>
                <a:cs typeface="Calibri"/>
              </a:rPr>
              <a:t>Processing,</a:t>
            </a:r>
            <a:r>
              <a:rPr sz="1000" spc="-55" dirty="0">
                <a:latin typeface="Calibri"/>
                <a:cs typeface="Calibri"/>
              </a:rPr>
              <a:t> </a:t>
            </a:r>
            <a:r>
              <a:rPr sz="1000" dirty="0">
                <a:latin typeface="Calibri"/>
                <a:cs typeface="Calibri"/>
              </a:rPr>
              <a:t>2</a:t>
            </a:r>
            <a:r>
              <a:rPr sz="975" baseline="25641" dirty="0">
                <a:latin typeface="Calibri"/>
                <a:cs typeface="Calibri"/>
              </a:rPr>
              <a:t>nd</a:t>
            </a:r>
            <a:r>
              <a:rPr sz="975" spc="135" baseline="25641" dirty="0">
                <a:latin typeface="Calibri"/>
                <a:cs typeface="Calibri"/>
              </a:rPr>
              <a:t> </a:t>
            </a:r>
            <a:r>
              <a:rPr sz="1000" spc="-10" dirty="0">
                <a:latin typeface="Calibri"/>
                <a:cs typeface="Calibri"/>
              </a:rPr>
              <a:t>Edition.</a:t>
            </a:r>
            <a:endParaRPr sz="1000">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80917" y="465200"/>
            <a:ext cx="2584450" cy="695325"/>
          </a:xfrm>
          <a:prstGeom prst="rect">
            <a:avLst/>
          </a:prstGeom>
        </p:spPr>
        <p:txBody>
          <a:bodyPr vert="horz" wrap="square" lIns="0" tIns="11430" rIns="0" bIns="0" rtlCol="0">
            <a:spAutoFit/>
          </a:bodyPr>
          <a:lstStyle/>
          <a:p>
            <a:pPr marL="12700">
              <a:lnSpc>
                <a:spcPct val="100000"/>
              </a:lnSpc>
              <a:spcBef>
                <a:spcPts val="90"/>
              </a:spcBef>
            </a:pPr>
            <a:r>
              <a:rPr dirty="0"/>
              <a:t>Line</a:t>
            </a:r>
            <a:r>
              <a:rPr spc="-80" dirty="0"/>
              <a:t> </a:t>
            </a:r>
            <a:r>
              <a:rPr spc="-10" dirty="0"/>
              <a:t>sensor</a:t>
            </a:r>
          </a:p>
        </p:txBody>
      </p:sp>
      <p:sp>
        <p:nvSpPr>
          <p:cNvPr id="3" name="object 3"/>
          <p:cNvSpPr txBox="1"/>
          <p:nvPr/>
        </p:nvSpPr>
        <p:spPr>
          <a:xfrm>
            <a:off x="536244" y="1389710"/>
            <a:ext cx="7490459" cy="38684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A</a:t>
            </a:r>
            <a:r>
              <a:rPr sz="1800" spc="-65" dirty="0">
                <a:latin typeface="Calibri"/>
                <a:cs typeface="Calibri"/>
              </a:rPr>
              <a:t> </a:t>
            </a:r>
            <a:r>
              <a:rPr sz="1800" dirty="0">
                <a:latin typeface="Calibri"/>
                <a:cs typeface="Calibri"/>
              </a:rPr>
              <a:t>geometry</a:t>
            </a:r>
            <a:r>
              <a:rPr sz="1800" spc="-10" dirty="0">
                <a:latin typeface="Calibri"/>
                <a:cs typeface="Calibri"/>
              </a:rPr>
              <a:t> </a:t>
            </a:r>
            <a:r>
              <a:rPr sz="1800" dirty="0">
                <a:latin typeface="Calibri"/>
                <a:cs typeface="Calibri"/>
              </a:rPr>
              <a:t>that</a:t>
            </a:r>
            <a:r>
              <a:rPr sz="1800" spc="-35" dirty="0">
                <a:latin typeface="Calibri"/>
                <a:cs typeface="Calibri"/>
              </a:rPr>
              <a:t> </a:t>
            </a:r>
            <a:r>
              <a:rPr sz="1800" dirty="0">
                <a:latin typeface="Calibri"/>
                <a:cs typeface="Calibri"/>
              </a:rPr>
              <a:t>is</a:t>
            </a:r>
            <a:r>
              <a:rPr sz="1800" spc="-60" dirty="0">
                <a:latin typeface="Calibri"/>
                <a:cs typeface="Calibri"/>
              </a:rPr>
              <a:t> </a:t>
            </a:r>
            <a:r>
              <a:rPr sz="1800" dirty="0">
                <a:latin typeface="Calibri"/>
                <a:cs typeface="Calibri"/>
              </a:rPr>
              <a:t>used</a:t>
            </a:r>
            <a:r>
              <a:rPr sz="1800" spc="-25" dirty="0">
                <a:latin typeface="Calibri"/>
                <a:cs typeface="Calibri"/>
              </a:rPr>
              <a:t> </a:t>
            </a:r>
            <a:r>
              <a:rPr sz="1800" dirty="0">
                <a:latin typeface="Calibri"/>
                <a:cs typeface="Calibri"/>
              </a:rPr>
              <a:t>much</a:t>
            </a:r>
            <a:r>
              <a:rPr sz="1800" spc="-40" dirty="0">
                <a:latin typeface="Calibri"/>
                <a:cs typeface="Calibri"/>
              </a:rPr>
              <a:t> </a:t>
            </a:r>
            <a:r>
              <a:rPr sz="1800" dirty="0">
                <a:latin typeface="Calibri"/>
                <a:cs typeface="Calibri"/>
              </a:rPr>
              <a:t>more</a:t>
            </a:r>
            <a:r>
              <a:rPr sz="1800" spc="-40" dirty="0">
                <a:latin typeface="Calibri"/>
                <a:cs typeface="Calibri"/>
              </a:rPr>
              <a:t> </a:t>
            </a:r>
            <a:r>
              <a:rPr sz="1800" spc="-10" dirty="0">
                <a:latin typeface="Calibri"/>
                <a:cs typeface="Calibri"/>
              </a:rPr>
              <a:t>frequently</a:t>
            </a:r>
            <a:r>
              <a:rPr sz="1800" spc="10" dirty="0">
                <a:latin typeface="Calibri"/>
                <a:cs typeface="Calibri"/>
              </a:rPr>
              <a:t> </a:t>
            </a:r>
            <a:r>
              <a:rPr sz="1800" dirty="0">
                <a:latin typeface="Calibri"/>
                <a:cs typeface="Calibri"/>
              </a:rPr>
              <a:t>than</a:t>
            </a:r>
            <a:r>
              <a:rPr sz="1800" spc="-45" dirty="0">
                <a:latin typeface="Calibri"/>
                <a:cs typeface="Calibri"/>
              </a:rPr>
              <a:t> </a:t>
            </a:r>
            <a:r>
              <a:rPr sz="1800" dirty="0">
                <a:latin typeface="Calibri"/>
                <a:cs typeface="Calibri"/>
              </a:rPr>
              <a:t>single</a:t>
            </a:r>
            <a:r>
              <a:rPr sz="1800" spc="-20" dirty="0">
                <a:latin typeface="Calibri"/>
                <a:cs typeface="Calibri"/>
              </a:rPr>
              <a:t> </a:t>
            </a:r>
            <a:r>
              <a:rPr sz="1800" dirty="0">
                <a:latin typeface="Calibri"/>
                <a:cs typeface="Calibri"/>
              </a:rPr>
              <a:t>sensors</a:t>
            </a:r>
            <a:r>
              <a:rPr sz="1800" spc="-45" dirty="0">
                <a:latin typeface="Calibri"/>
                <a:cs typeface="Calibri"/>
              </a:rPr>
              <a:t> </a:t>
            </a:r>
            <a:r>
              <a:rPr sz="1800" dirty="0">
                <a:latin typeface="Calibri"/>
                <a:cs typeface="Calibri"/>
              </a:rPr>
              <a:t>consists</a:t>
            </a:r>
            <a:r>
              <a:rPr sz="1800" spc="-25" dirty="0">
                <a:latin typeface="Calibri"/>
                <a:cs typeface="Calibri"/>
              </a:rPr>
              <a:t> </a:t>
            </a:r>
            <a:r>
              <a:rPr sz="1800" dirty="0">
                <a:latin typeface="Calibri"/>
                <a:cs typeface="Calibri"/>
              </a:rPr>
              <a:t>of</a:t>
            </a:r>
            <a:r>
              <a:rPr sz="1800" spc="-55" dirty="0">
                <a:latin typeface="Calibri"/>
                <a:cs typeface="Calibri"/>
              </a:rPr>
              <a:t> </a:t>
            </a:r>
            <a:r>
              <a:rPr sz="1800" spc="-25" dirty="0">
                <a:latin typeface="Calibri"/>
                <a:cs typeface="Calibri"/>
              </a:rPr>
              <a:t>an</a:t>
            </a:r>
            <a:endParaRPr sz="1800">
              <a:latin typeface="Calibri"/>
              <a:cs typeface="Calibri"/>
            </a:endParaRPr>
          </a:p>
          <a:p>
            <a:pPr marL="12700">
              <a:lnSpc>
                <a:spcPct val="100000"/>
              </a:lnSpc>
              <a:spcBef>
                <a:spcPts val="5"/>
              </a:spcBef>
            </a:pPr>
            <a:r>
              <a:rPr sz="1800" spc="-20" dirty="0">
                <a:latin typeface="Calibri"/>
                <a:cs typeface="Calibri"/>
              </a:rPr>
              <a:t>in-</a:t>
            </a:r>
            <a:r>
              <a:rPr sz="1800" dirty="0">
                <a:latin typeface="Calibri"/>
                <a:cs typeface="Calibri"/>
              </a:rPr>
              <a:t>line</a:t>
            </a:r>
            <a:r>
              <a:rPr sz="1800" spc="-15" dirty="0">
                <a:latin typeface="Calibri"/>
                <a:cs typeface="Calibri"/>
              </a:rPr>
              <a:t> </a:t>
            </a:r>
            <a:r>
              <a:rPr sz="1800" spc="-10" dirty="0">
                <a:latin typeface="Calibri"/>
                <a:cs typeface="Calibri"/>
              </a:rPr>
              <a:t>arrangement</a:t>
            </a:r>
            <a:r>
              <a:rPr sz="1800" spc="40" dirty="0">
                <a:latin typeface="Calibri"/>
                <a:cs typeface="Calibri"/>
              </a:rPr>
              <a:t> </a:t>
            </a:r>
            <a:r>
              <a:rPr sz="1800" dirty="0">
                <a:latin typeface="Calibri"/>
                <a:cs typeface="Calibri"/>
              </a:rPr>
              <a:t>of</a:t>
            </a:r>
            <a:r>
              <a:rPr sz="1800" spc="-45" dirty="0">
                <a:latin typeface="Calibri"/>
                <a:cs typeface="Calibri"/>
              </a:rPr>
              <a:t> </a:t>
            </a:r>
            <a:r>
              <a:rPr sz="1800" dirty="0">
                <a:latin typeface="Calibri"/>
                <a:cs typeface="Calibri"/>
              </a:rPr>
              <a:t>sensors</a:t>
            </a:r>
            <a:r>
              <a:rPr sz="1800" spc="-30" dirty="0">
                <a:latin typeface="Calibri"/>
                <a:cs typeface="Calibri"/>
              </a:rPr>
              <a:t> </a:t>
            </a:r>
            <a:r>
              <a:rPr sz="1800" dirty="0">
                <a:latin typeface="Calibri"/>
                <a:cs typeface="Calibri"/>
              </a:rPr>
              <a:t>in</a:t>
            </a:r>
            <a:r>
              <a:rPr sz="1800" spc="-30"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form</a:t>
            </a:r>
            <a:r>
              <a:rPr sz="1800" spc="-40" dirty="0">
                <a:latin typeface="Calibri"/>
                <a:cs typeface="Calibri"/>
              </a:rPr>
              <a:t> </a:t>
            </a:r>
            <a:r>
              <a:rPr sz="1800" dirty="0">
                <a:latin typeface="Calibri"/>
                <a:cs typeface="Calibri"/>
              </a:rPr>
              <a:t>of</a:t>
            </a:r>
            <a:r>
              <a:rPr sz="1800" spc="-50" dirty="0">
                <a:latin typeface="Calibri"/>
                <a:cs typeface="Calibri"/>
              </a:rPr>
              <a:t> </a:t>
            </a:r>
            <a:r>
              <a:rPr sz="1800" dirty="0">
                <a:latin typeface="Calibri"/>
                <a:cs typeface="Calibri"/>
              </a:rPr>
              <a:t>a</a:t>
            </a:r>
            <a:r>
              <a:rPr sz="1800" spc="-40" dirty="0">
                <a:latin typeface="Calibri"/>
                <a:cs typeface="Calibri"/>
              </a:rPr>
              <a:t> </a:t>
            </a:r>
            <a:r>
              <a:rPr sz="1800" dirty="0">
                <a:latin typeface="Calibri"/>
                <a:cs typeface="Calibri"/>
              </a:rPr>
              <a:t>sensor</a:t>
            </a:r>
            <a:r>
              <a:rPr sz="1800" spc="-25" dirty="0">
                <a:latin typeface="Calibri"/>
                <a:cs typeface="Calibri"/>
              </a:rPr>
              <a:t> </a:t>
            </a:r>
            <a:r>
              <a:rPr sz="1800" spc="-10" dirty="0">
                <a:latin typeface="Calibri"/>
                <a:cs typeface="Calibri"/>
              </a:rPr>
              <a:t>strip</a:t>
            </a:r>
            <a:endParaRPr sz="1800">
              <a:latin typeface="Calibri"/>
              <a:cs typeface="Calibri"/>
            </a:endParaRPr>
          </a:p>
          <a:p>
            <a:pPr marL="12700">
              <a:lnSpc>
                <a:spcPct val="100000"/>
              </a:lnSpc>
              <a:spcBef>
                <a:spcPts val="2160"/>
              </a:spcBef>
            </a:pPr>
            <a:r>
              <a:rPr sz="1800" dirty="0">
                <a:latin typeface="Calibri"/>
                <a:cs typeface="Calibri"/>
              </a:rPr>
              <a:t>strip</a:t>
            </a:r>
            <a:r>
              <a:rPr sz="1800" spc="-60" dirty="0">
                <a:latin typeface="Calibri"/>
                <a:cs typeface="Calibri"/>
              </a:rPr>
              <a:t> </a:t>
            </a:r>
            <a:r>
              <a:rPr sz="1800" spc="-10" dirty="0">
                <a:latin typeface="Calibri"/>
                <a:cs typeface="Calibri"/>
              </a:rPr>
              <a:t>provides</a:t>
            </a:r>
            <a:r>
              <a:rPr sz="1800" spc="-50" dirty="0">
                <a:latin typeface="Calibri"/>
                <a:cs typeface="Calibri"/>
              </a:rPr>
              <a:t> </a:t>
            </a:r>
            <a:r>
              <a:rPr sz="1800" dirty="0">
                <a:latin typeface="Calibri"/>
                <a:cs typeface="Calibri"/>
              </a:rPr>
              <a:t>imaging</a:t>
            </a:r>
            <a:r>
              <a:rPr sz="1800" spc="-30" dirty="0">
                <a:latin typeface="Calibri"/>
                <a:cs typeface="Calibri"/>
              </a:rPr>
              <a:t> </a:t>
            </a:r>
            <a:r>
              <a:rPr sz="1800" dirty="0">
                <a:latin typeface="Calibri"/>
                <a:cs typeface="Calibri"/>
              </a:rPr>
              <a:t>elements</a:t>
            </a:r>
            <a:r>
              <a:rPr sz="1800" spc="-15" dirty="0">
                <a:latin typeface="Calibri"/>
                <a:cs typeface="Calibri"/>
              </a:rPr>
              <a:t> </a:t>
            </a:r>
            <a:r>
              <a:rPr sz="1800" dirty="0">
                <a:latin typeface="Calibri"/>
                <a:cs typeface="Calibri"/>
              </a:rPr>
              <a:t>in</a:t>
            </a:r>
            <a:r>
              <a:rPr sz="1800" spc="-55" dirty="0">
                <a:latin typeface="Calibri"/>
                <a:cs typeface="Calibri"/>
              </a:rPr>
              <a:t> </a:t>
            </a:r>
            <a:r>
              <a:rPr sz="1800" dirty="0">
                <a:latin typeface="Calibri"/>
                <a:cs typeface="Calibri"/>
              </a:rPr>
              <a:t>one</a:t>
            </a:r>
            <a:r>
              <a:rPr sz="1800" spc="-55" dirty="0">
                <a:latin typeface="Calibri"/>
                <a:cs typeface="Calibri"/>
              </a:rPr>
              <a:t> </a:t>
            </a:r>
            <a:r>
              <a:rPr sz="1800" dirty="0">
                <a:latin typeface="Calibri"/>
                <a:cs typeface="Calibri"/>
              </a:rPr>
              <a:t>direction.</a:t>
            </a:r>
            <a:r>
              <a:rPr sz="1800" spc="-45" dirty="0">
                <a:latin typeface="Calibri"/>
                <a:cs typeface="Calibri"/>
              </a:rPr>
              <a:t> </a:t>
            </a:r>
            <a:r>
              <a:rPr sz="1800" dirty="0">
                <a:latin typeface="Calibri"/>
                <a:cs typeface="Calibri"/>
              </a:rPr>
              <a:t>Motion</a:t>
            </a:r>
            <a:r>
              <a:rPr sz="1800" spc="-60" dirty="0">
                <a:latin typeface="Calibri"/>
                <a:cs typeface="Calibri"/>
              </a:rPr>
              <a:t> </a:t>
            </a:r>
            <a:r>
              <a:rPr sz="1800" dirty="0">
                <a:latin typeface="Calibri"/>
                <a:cs typeface="Calibri"/>
              </a:rPr>
              <a:t>perpendicular</a:t>
            </a:r>
            <a:r>
              <a:rPr sz="1800" spc="15" dirty="0">
                <a:latin typeface="Calibri"/>
                <a:cs typeface="Calibri"/>
              </a:rPr>
              <a:t> </a:t>
            </a:r>
            <a:r>
              <a:rPr sz="1800" dirty="0">
                <a:latin typeface="Calibri"/>
                <a:cs typeface="Calibri"/>
              </a:rPr>
              <a:t>to</a:t>
            </a:r>
            <a:r>
              <a:rPr sz="1800" spc="-60" dirty="0">
                <a:latin typeface="Calibri"/>
                <a:cs typeface="Calibri"/>
              </a:rPr>
              <a:t> </a:t>
            </a:r>
            <a:r>
              <a:rPr sz="1800" spc="-25" dirty="0">
                <a:latin typeface="Calibri"/>
                <a:cs typeface="Calibri"/>
              </a:rPr>
              <a:t>the</a:t>
            </a:r>
            <a:endParaRPr sz="1800">
              <a:latin typeface="Calibri"/>
              <a:cs typeface="Calibri"/>
            </a:endParaRPr>
          </a:p>
          <a:p>
            <a:pPr marL="12700">
              <a:lnSpc>
                <a:spcPct val="100000"/>
              </a:lnSpc>
            </a:pPr>
            <a:r>
              <a:rPr sz="1800" dirty="0">
                <a:latin typeface="Calibri"/>
                <a:cs typeface="Calibri"/>
              </a:rPr>
              <a:t>strip</a:t>
            </a:r>
            <a:r>
              <a:rPr sz="1800" spc="-25" dirty="0">
                <a:latin typeface="Calibri"/>
                <a:cs typeface="Calibri"/>
              </a:rPr>
              <a:t> </a:t>
            </a:r>
            <a:r>
              <a:rPr sz="1800" spc="-10" dirty="0">
                <a:latin typeface="Calibri"/>
                <a:cs typeface="Calibri"/>
              </a:rPr>
              <a:t>provides</a:t>
            </a:r>
            <a:r>
              <a:rPr sz="1800" spc="-20" dirty="0">
                <a:latin typeface="Calibri"/>
                <a:cs typeface="Calibri"/>
              </a:rPr>
              <a:t> </a:t>
            </a:r>
            <a:r>
              <a:rPr sz="1800" dirty="0">
                <a:latin typeface="Calibri"/>
                <a:cs typeface="Calibri"/>
              </a:rPr>
              <a:t>imaging</a:t>
            </a:r>
            <a:r>
              <a:rPr sz="1800" spc="380" dirty="0">
                <a:latin typeface="Calibri"/>
                <a:cs typeface="Calibri"/>
              </a:rPr>
              <a:t> </a:t>
            </a:r>
            <a:r>
              <a:rPr sz="1800" dirty="0">
                <a:latin typeface="Calibri"/>
                <a:cs typeface="Calibri"/>
              </a:rPr>
              <a:t>in</a:t>
            </a:r>
            <a:r>
              <a:rPr sz="1800" spc="380" dirty="0">
                <a:latin typeface="Calibri"/>
                <a:cs typeface="Calibri"/>
              </a:rPr>
              <a:t> </a:t>
            </a:r>
            <a:r>
              <a:rPr sz="1800" dirty="0">
                <a:latin typeface="Calibri"/>
                <a:cs typeface="Calibri"/>
              </a:rPr>
              <a:t>the</a:t>
            </a:r>
            <a:r>
              <a:rPr sz="1800" spc="-15" dirty="0">
                <a:latin typeface="Calibri"/>
                <a:cs typeface="Calibri"/>
              </a:rPr>
              <a:t> </a:t>
            </a:r>
            <a:r>
              <a:rPr sz="1800" dirty="0">
                <a:latin typeface="Calibri"/>
                <a:cs typeface="Calibri"/>
              </a:rPr>
              <a:t>other</a:t>
            </a:r>
            <a:r>
              <a:rPr sz="1800" spc="-20" dirty="0">
                <a:latin typeface="Calibri"/>
                <a:cs typeface="Calibri"/>
              </a:rPr>
              <a:t> </a:t>
            </a:r>
            <a:r>
              <a:rPr sz="1800" spc="-10" dirty="0">
                <a:latin typeface="Calibri"/>
                <a:cs typeface="Calibri"/>
              </a:rPr>
              <a:t>direction</a:t>
            </a:r>
            <a:endParaRPr sz="1800">
              <a:latin typeface="Calibri"/>
              <a:cs typeface="Calibri"/>
            </a:endParaRPr>
          </a:p>
          <a:p>
            <a:pPr marL="12700" marR="118110">
              <a:lnSpc>
                <a:spcPct val="100000"/>
              </a:lnSpc>
              <a:spcBef>
                <a:spcPts val="2165"/>
              </a:spcBef>
            </a:pPr>
            <a:r>
              <a:rPr sz="1800" spc="-10" dirty="0">
                <a:latin typeface="Calibri"/>
                <a:cs typeface="Calibri"/>
              </a:rPr>
              <a:t>In-</a:t>
            </a:r>
            <a:r>
              <a:rPr sz="1800" dirty="0">
                <a:latin typeface="Calibri"/>
                <a:cs typeface="Calibri"/>
              </a:rPr>
              <a:t>line</a:t>
            </a:r>
            <a:r>
              <a:rPr sz="1800" spc="-25" dirty="0">
                <a:latin typeface="Calibri"/>
                <a:cs typeface="Calibri"/>
              </a:rPr>
              <a:t> </a:t>
            </a:r>
            <a:r>
              <a:rPr sz="1800" dirty="0">
                <a:latin typeface="Calibri"/>
                <a:cs typeface="Calibri"/>
              </a:rPr>
              <a:t>sensors</a:t>
            </a:r>
            <a:r>
              <a:rPr sz="1800" spc="-35" dirty="0">
                <a:latin typeface="Calibri"/>
                <a:cs typeface="Calibri"/>
              </a:rPr>
              <a:t> </a:t>
            </a:r>
            <a:r>
              <a:rPr sz="1800" dirty="0">
                <a:latin typeface="Calibri"/>
                <a:cs typeface="Calibri"/>
              </a:rPr>
              <a:t>are</a:t>
            </a:r>
            <a:r>
              <a:rPr sz="1800" spc="-40" dirty="0">
                <a:latin typeface="Calibri"/>
                <a:cs typeface="Calibri"/>
              </a:rPr>
              <a:t> </a:t>
            </a:r>
            <a:r>
              <a:rPr sz="1800" dirty="0">
                <a:latin typeface="Calibri"/>
                <a:cs typeface="Calibri"/>
              </a:rPr>
              <a:t>used</a:t>
            </a:r>
            <a:r>
              <a:rPr sz="1800" spc="-20" dirty="0">
                <a:latin typeface="Calibri"/>
                <a:cs typeface="Calibri"/>
              </a:rPr>
              <a:t> </a:t>
            </a:r>
            <a:r>
              <a:rPr sz="1800" dirty="0">
                <a:latin typeface="Calibri"/>
                <a:cs typeface="Calibri"/>
              </a:rPr>
              <a:t>routinely</a:t>
            </a:r>
            <a:r>
              <a:rPr sz="1800" spc="-35" dirty="0">
                <a:latin typeface="Calibri"/>
                <a:cs typeface="Calibri"/>
              </a:rPr>
              <a:t> </a:t>
            </a:r>
            <a:r>
              <a:rPr sz="1800" dirty="0">
                <a:latin typeface="Calibri"/>
                <a:cs typeface="Calibri"/>
              </a:rPr>
              <a:t>in</a:t>
            </a:r>
            <a:r>
              <a:rPr sz="1800" spc="-45" dirty="0">
                <a:latin typeface="Calibri"/>
                <a:cs typeface="Calibri"/>
              </a:rPr>
              <a:t> </a:t>
            </a:r>
            <a:r>
              <a:rPr sz="1800" dirty="0">
                <a:latin typeface="Calibri"/>
                <a:cs typeface="Calibri"/>
              </a:rPr>
              <a:t>airborne</a:t>
            </a:r>
            <a:r>
              <a:rPr sz="1800" spc="-20" dirty="0">
                <a:latin typeface="Calibri"/>
                <a:cs typeface="Calibri"/>
              </a:rPr>
              <a:t> </a:t>
            </a:r>
            <a:r>
              <a:rPr sz="1800" dirty="0">
                <a:latin typeface="Calibri"/>
                <a:cs typeface="Calibri"/>
              </a:rPr>
              <a:t>imaging</a:t>
            </a:r>
            <a:r>
              <a:rPr sz="1800" spc="-15" dirty="0">
                <a:latin typeface="Calibri"/>
                <a:cs typeface="Calibri"/>
              </a:rPr>
              <a:t> </a:t>
            </a:r>
            <a:r>
              <a:rPr sz="1800" spc="-10" dirty="0">
                <a:latin typeface="Calibri"/>
                <a:cs typeface="Calibri"/>
              </a:rPr>
              <a:t>applications, </a:t>
            </a:r>
            <a:r>
              <a:rPr sz="1800" dirty="0">
                <a:latin typeface="Calibri"/>
                <a:cs typeface="Calibri"/>
              </a:rPr>
              <a:t>in</a:t>
            </a:r>
            <a:r>
              <a:rPr sz="1800" spc="-45" dirty="0">
                <a:latin typeface="Calibri"/>
                <a:cs typeface="Calibri"/>
              </a:rPr>
              <a:t> </a:t>
            </a:r>
            <a:r>
              <a:rPr sz="1800" dirty="0">
                <a:latin typeface="Calibri"/>
                <a:cs typeface="Calibri"/>
              </a:rPr>
              <a:t>which</a:t>
            </a:r>
            <a:r>
              <a:rPr sz="1800" spc="-40" dirty="0">
                <a:latin typeface="Calibri"/>
                <a:cs typeface="Calibri"/>
              </a:rPr>
              <a:t> </a:t>
            </a:r>
            <a:r>
              <a:rPr sz="1800" spc="-25" dirty="0">
                <a:latin typeface="Calibri"/>
                <a:cs typeface="Calibri"/>
              </a:rPr>
              <a:t>the </a:t>
            </a:r>
            <a:r>
              <a:rPr sz="1800" dirty="0">
                <a:latin typeface="Calibri"/>
                <a:cs typeface="Calibri"/>
              </a:rPr>
              <a:t>imaging</a:t>
            </a:r>
            <a:r>
              <a:rPr sz="1800" spc="-10" dirty="0">
                <a:latin typeface="Calibri"/>
                <a:cs typeface="Calibri"/>
              </a:rPr>
              <a:t> system</a:t>
            </a:r>
            <a:r>
              <a:rPr sz="1800" spc="-25" dirty="0">
                <a:latin typeface="Calibri"/>
                <a:cs typeface="Calibri"/>
              </a:rPr>
              <a:t> </a:t>
            </a:r>
            <a:r>
              <a:rPr sz="1800" dirty="0">
                <a:latin typeface="Calibri"/>
                <a:cs typeface="Calibri"/>
              </a:rPr>
              <a:t>is</a:t>
            </a:r>
            <a:r>
              <a:rPr sz="1800" spc="-50" dirty="0">
                <a:latin typeface="Calibri"/>
                <a:cs typeface="Calibri"/>
              </a:rPr>
              <a:t> </a:t>
            </a:r>
            <a:r>
              <a:rPr sz="1800" dirty="0">
                <a:latin typeface="Calibri"/>
                <a:cs typeface="Calibri"/>
              </a:rPr>
              <a:t>mounted</a:t>
            </a:r>
            <a:r>
              <a:rPr sz="1800" spc="380" dirty="0">
                <a:latin typeface="Calibri"/>
                <a:cs typeface="Calibri"/>
              </a:rPr>
              <a:t> </a:t>
            </a:r>
            <a:r>
              <a:rPr sz="1800" dirty="0">
                <a:latin typeface="Calibri"/>
                <a:cs typeface="Calibri"/>
              </a:rPr>
              <a:t>on</a:t>
            </a:r>
            <a:r>
              <a:rPr sz="1800" spc="335" dirty="0">
                <a:latin typeface="Calibri"/>
                <a:cs typeface="Calibri"/>
              </a:rPr>
              <a:t> </a:t>
            </a:r>
            <a:r>
              <a:rPr sz="1800" dirty="0">
                <a:latin typeface="Calibri"/>
                <a:cs typeface="Calibri"/>
              </a:rPr>
              <a:t>an</a:t>
            </a:r>
            <a:r>
              <a:rPr sz="1800" spc="320" dirty="0">
                <a:latin typeface="Calibri"/>
                <a:cs typeface="Calibri"/>
              </a:rPr>
              <a:t> </a:t>
            </a:r>
            <a:r>
              <a:rPr sz="1800" dirty="0">
                <a:latin typeface="Calibri"/>
                <a:cs typeface="Calibri"/>
              </a:rPr>
              <a:t>aircraft</a:t>
            </a:r>
            <a:r>
              <a:rPr sz="1800" spc="-40" dirty="0">
                <a:latin typeface="Calibri"/>
                <a:cs typeface="Calibri"/>
              </a:rPr>
              <a:t> </a:t>
            </a:r>
            <a:r>
              <a:rPr sz="1800" dirty="0">
                <a:latin typeface="Calibri"/>
                <a:cs typeface="Calibri"/>
              </a:rPr>
              <a:t>that</a:t>
            </a:r>
            <a:r>
              <a:rPr sz="1800" spc="-25" dirty="0">
                <a:latin typeface="Calibri"/>
                <a:cs typeface="Calibri"/>
              </a:rPr>
              <a:t> </a:t>
            </a:r>
            <a:r>
              <a:rPr sz="1800" dirty="0">
                <a:latin typeface="Calibri"/>
                <a:cs typeface="Calibri"/>
              </a:rPr>
              <a:t>flies</a:t>
            </a:r>
            <a:r>
              <a:rPr sz="1800" spc="-10" dirty="0">
                <a:latin typeface="Calibri"/>
                <a:cs typeface="Calibri"/>
              </a:rPr>
              <a:t> </a:t>
            </a:r>
            <a:r>
              <a:rPr sz="1800" dirty="0">
                <a:latin typeface="Calibri"/>
                <a:cs typeface="Calibri"/>
              </a:rPr>
              <a:t>at</a:t>
            </a:r>
            <a:r>
              <a:rPr sz="1800" spc="-40" dirty="0">
                <a:latin typeface="Calibri"/>
                <a:cs typeface="Calibri"/>
              </a:rPr>
              <a:t> </a:t>
            </a:r>
            <a:r>
              <a:rPr sz="1800" dirty="0">
                <a:latin typeface="Calibri"/>
                <a:cs typeface="Calibri"/>
              </a:rPr>
              <a:t>a</a:t>
            </a:r>
            <a:r>
              <a:rPr sz="1800" spc="-40" dirty="0">
                <a:latin typeface="Calibri"/>
                <a:cs typeface="Calibri"/>
              </a:rPr>
              <a:t> </a:t>
            </a:r>
            <a:r>
              <a:rPr sz="1800" spc="-10" dirty="0">
                <a:latin typeface="Calibri"/>
                <a:cs typeface="Calibri"/>
              </a:rPr>
              <a:t>constant</a:t>
            </a:r>
            <a:r>
              <a:rPr sz="1800" spc="-5" dirty="0">
                <a:latin typeface="Calibri"/>
                <a:cs typeface="Calibri"/>
              </a:rPr>
              <a:t> </a:t>
            </a:r>
            <a:r>
              <a:rPr sz="1800" dirty="0">
                <a:latin typeface="Calibri"/>
                <a:cs typeface="Calibri"/>
              </a:rPr>
              <a:t>altitude</a:t>
            </a:r>
            <a:r>
              <a:rPr sz="1800" spc="-10" dirty="0">
                <a:latin typeface="Calibri"/>
                <a:cs typeface="Calibri"/>
              </a:rPr>
              <a:t> </a:t>
            </a:r>
            <a:r>
              <a:rPr sz="1800" spc="-25" dirty="0">
                <a:latin typeface="Calibri"/>
                <a:cs typeface="Calibri"/>
              </a:rPr>
              <a:t>and </a:t>
            </a:r>
            <a:r>
              <a:rPr sz="1800" dirty="0">
                <a:latin typeface="Calibri"/>
                <a:cs typeface="Calibri"/>
              </a:rPr>
              <a:t>speed</a:t>
            </a:r>
            <a:r>
              <a:rPr sz="1800" spc="-5" dirty="0">
                <a:latin typeface="Calibri"/>
                <a:cs typeface="Calibri"/>
              </a:rPr>
              <a:t> </a:t>
            </a:r>
            <a:r>
              <a:rPr sz="1800" dirty="0">
                <a:latin typeface="Calibri"/>
                <a:cs typeface="Calibri"/>
              </a:rPr>
              <a:t>over</a:t>
            </a:r>
            <a:r>
              <a:rPr sz="1800" spc="-50" dirty="0">
                <a:latin typeface="Calibri"/>
                <a:cs typeface="Calibri"/>
              </a:rPr>
              <a:t> </a:t>
            </a:r>
            <a:r>
              <a:rPr sz="1800" dirty="0">
                <a:latin typeface="Calibri"/>
                <a:cs typeface="Calibri"/>
              </a:rPr>
              <a:t>the</a:t>
            </a:r>
            <a:r>
              <a:rPr sz="1800" spc="-40" dirty="0">
                <a:latin typeface="Calibri"/>
                <a:cs typeface="Calibri"/>
              </a:rPr>
              <a:t> </a:t>
            </a:r>
            <a:r>
              <a:rPr sz="1800" spc="-10" dirty="0">
                <a:latin typeface="Calibri"/>
                <a:cs typeface="Calibri"/>
              </a:rPr>
              <a:t>geographical</a:t>
            </a:r>
            <a:r>
              <a:rPr sz="1800" dirty="0">
                <a:latin typeface="Calibri"/>
                <a:cs typeface="Calibri"/>
              </a:rPr>
              <a:t> area</a:t>
            </a:r>
            <a:r>
              <a:rPr sz="1800" spc="-30" dirty="0">
                <a:latin typeface="Calibri"/>
                <a:cs typeface="Calibri"/>
              </a:rPr>
              <a:t> </a:t>
            </a:r>
            <a:r>
              <a:rPr sz="1800" dirty="0">
                <a:latin typeface="Calibri"/>
                <a:cs typeface="Calibri"/>
              </a:rPr>
              <a:t>to</a:t>
            </a:r>
            <a:r>
              <a:rPr sz="1800" spc="-50" dirty="0">
                <a:latin typeface="Calibri"/>
                <a:cs typeface="Calibri"/>
              </a:rPr>
              <a:t> </a:t>
            </a:r>
            <a:r>
              <a:rPr sz="1800" dirty="0">
                <a:latin typeface="Calibri"/>
                <a:cs typeface="Calibri"/>
              </a:rPr>
              <a:t>be</a:t>
            </a:r>
            <a:r>
              <a:rPr sz="1800" spc="-40" dirty="0">
                <a:latin typeface="Calibri"/>
                <a:cs typeface="Calibri"/>
              </a:rPr>
              <a:t> </a:t>
            </a:r>
            <a:r>
              <a:rPr sz="1800" spc="-10" dirty="0">
                <a:latin typeface="Calibri"/>
                <a:cs typeface="Calibri"/>
              </a:rPr>
              <a:t>imaged</a:t>
            </a:r>
            <a:endParaRPr sz="1800">
              <a:latin typeface="Calibri"/>
              <a:cs typeface="Calibri"/>
            </a:endParaRPr>
          </a:p>
          <a:p>
            <a:pPr marL="12700" marR="68580">
              <a:lnSpc>
                <a:spcPct val="100000"/>
              </a:lnSpc>
              <a:spcBef>
                <a:spcPts val="2165"/>
              </a:spcBef>
            </a:pPr>
            <a:r>
              <a:rPr sz="1800" dirty="0">
                <a:latin typeface="Calibri"/>
                <a:cs typeface="Calibri"/>
              </a:rPr>
              <a:t>Sensor</a:t>
            </a:r>
            <a:r>
              <a:rPr sz="1800" spc="-30" dirty="0">
                <a:latin typeface="Calibri"/>
                <a:cs typeface="Calibri"/>
              </a:rPr>
              <a:t> </a:t>
            </a:r>
            <a:r>
              <a:rPr sz="1800" dirty="0">
                <a:latin typeface="Calibri"/>
                <a:cs typeface="Calibri"/>
              </a:rPr>
              <a:t>strips</a:t>
            </a:r>
            <a:r>
              <a:rPr sz="1800" spc="-10" dirty="0">
                <a:latin typeface="Calibri"/>
                <a:cs typeface="Calibri"/>
              </a:rPr>
              <a:t> mounted</a:t>
            </a:r>
            <a:r>
              <a:rPr sz="1800" spc="-15" dirty="0">
                <a:latin typeface="Calibri"/>
                <a:cs typeface="Calibri"/>
              </a:rPr>
              <a:t> </a:t>
            </a:r>
            <a:r>
              <a:rPr sz="1800" dirty="0">
                <a:latin typeface="Calibri"/>
                <a:cs typeface="Calibri"/>
              </a:rPr>
              <a:t>in</a:t>
            </a:r>
            <a:r>
              <a:rPr sz="1800" spc="-35" dirty="0">
                <a:latin typeface="Calibri"/>
                <a:cs typeface="Calibri"/>
              </a:rPr>
              <a:t> </a:t>
            </a:r>
            <a:r>
              <a:rPr sz="1800" dirty="0">
                <a:latin typeface="Calibri"/>
                <a:cs typeface="Calibri"/>
              </a:rPr>
              <a:t>a</a:t>
            </a:r>
            <a:r>
              <a:rPr sz="1800" spc="-45" dirty="0">
                <a:latin typeface="Calibri"/>
                <a:cs typeface="Calibri"/>
              </a:rPr>
              <a:t> </a:t>
            </a:r>
            <a:r>
              <a:rPr sz="1800" dirty="0">
                <a:latin typeface="Calibri"/>
                <a:cs typeface="Calibri"/>
              </a:rPr>
              <a:t>ring</a:t>
            </a:r>
            <a:r>
              <a:rPr sz="1800" spc="-30" dirty="0">
                <a:latin typeface="Calibri"/>
                <a:cs typeface="Calibri"/>
              </a:rPr>
              <a:t> </a:t>
            </a:r>
            <a:r>
              <a:rPr sz="1800" spc="-10" dirty="0">
                <a:latin typeface="Calibri"/>
                <a:cs typeface="Calibri"/>
              </a:rPr>
              <a:t>configuration</a:t>
            </a:r>
            <a:r>
              <a:rPr sz="1800" spc="10" dirty="0">
                <a:latin typeface="Calibri"/>
                <a:cs typeface="Calibri"/>
              </a:rPr>
              <a:t> </a:t>
            </a:r>
            <a:r>
              <a:rPr sz="1800" dirty="0">
                <a:latin typeface="Calibri"/>
                <a:cs typeface="Calibri"/>
              </a:rPr>
              <a:t>are</a:t>
            </a:r>
            <a:r>
              <a:rPr sz="1800" spc="-55" dirty="0">
                <a:latin typeface="Calibri"/>
                <a:cs typeface="Calibri"/>
              </a:rPr>
              <a:t> </a:t>
            </a:r>
            <a:r>
              <a:rPr sz="1800" dirty="0">
                <a:latin typeface="Calibri"/>
                <a:cs typeface="Calibri"/>
              </a:rPr>
              <a:t>used</a:t>
            </a:r>
            <a:r>
              <a:rPr sz="1800" spc="-10" dirty="0">
                <a:latin typeface="Calibri"/>
                <a:cs typeface="Calibri"/>
              </a:rPr>
              <a:t> </a:t>
            </a:r>
            <a:r>
              <a:rPr sz="1800" dirty="0">
                <a:latin typeface="Calibri"/>
                <a:cs typeface="Calibri"/>
              </a:rPr>
              <a:t>in</a:t>
            </a:r>
            <a:r>
              <a:rPr sz="1800" spc="-35" dirty="0">
                <a:latin typeface="Calibri"/>
                <a:cs typeface="Calibri"/>
              </a:rPr>
              <a:t> </a:t>
            </a:r>
            <a:r>
              <a:rPr sz="1800" dirty="0">
                <a:latin typeface="Calibri"/>
                <a:cs typeface="Calibri"/>
              </a:rPr>
              <a:t>medical</a:t>
            </a:r>
            <a:r>
              <a:rPr sz="1800" spc="-10" dirty="0">
                <a:latin typeface="Calibri"/>
                <a:cs typeface="Calibri"/>
              </a:rPr>
              <a:t> </a:t>
            </a:r>
            <a:r>
              <a:rPr sz="1800" dirty="0">
                <a:latin typeface="Calibri"/>
                <a:cs typeface="Calibri"/>
              </a:rPr>
              <a:t>and</a:t>
            </a:r>
            <a:r>
              <a:rPr sz="1800" spc="355" dirty="0">
                <a:latin typeface="Calibri"/>
                <a:cs typeface="Calibri"/>
              </a:rPr>
              <a:t> </a:t>
            </a:r>
            <a:r>
              <a:rPr sz="1800" spc="-10" dirty="0">
                <a:latin typeface="Calibri"/>
                <a:cs typeface="Calibri"/>
              </a:rPr>
              <a:t>industrial </a:t>
            </a:r>
            <a:r>
              <a:rPr sz="1800" dirty="0">
                <a:latin typeface="Calibri"/>
                <a:cs typeface="Calibri"/>
              </a:rPr>
              <a:t>imaging</a:t>
            </a:r>
            <a:r>
              <a:rPr sz="1800" spc="360" dirty="0">
                <a:latin typeface="Calibri"/>
                <a:cs typeface="Calibri"/>
              </a:rPr>
              <a:t> </a:t>
            </a:r>
            <a:r>
              <a:rPr sz="1800" dirty="0">
                <a:latin typeface="Calibri"/>
                <a:cs typeface="Calibri"/>
              </a:rPr>
              <a:t>to</a:t>
            </a:r>
            <a:r>
              <a:rPr sz="1800" spc="340" dirty="0">
                <a:latin typeface="Calibri"/>
                <a:cs typeface="Calibri"/>
              </a:rPr>
              <a:t> </a:t>
            </a:r>
            <a:r>
              <a:rPr sz="1800" dirty="0">
                <a:latin typeface="Calibri"/>
                <a:cs typeface="Calibri"/>
              </a:rPr>
              <a:t>obtain</a:t>
            </a:r>
            <a:r>
              <a:rPr sz="1800" spc="-30" dirty="0">
                <a:latin typeface="Calibri"/>
                <a:cs typeface="Calibri"/>
              </a:rPr>
              <a:t> </a:t>
            </a:r>
            <a:r>
              <a:rPr sz="1800" spc="-10" dirty="0">
                <a:latin typeface="Calibri"/>
                <a:cs typeface="Calibri"/>
              </a:rPr>
              <a:t>cross-</a:t>
            </a:r>
            <a:r>
              <a:rPr sz="1800" dirty="0">
                <a:latin typeface="Calibri"/>
                <a:cs typeface="Calibri"/>
              </a:rPr>
              <a:t>sectional</a:t>
            </a:r>
            <a:r>
              <a:rPr sz="1800" spc="-20" dirty="0">
                <a:latin typeface="Calibri"/>
                <a:cs typeface="Calibri"/>
              </a:rPr>
              <a:t> </a:t>
            </a:r>
            <a:r>
              <a:rPr sz="1800" dirty="0">
                <a:latin typeface="Calibri"/>
                <a:cs typeface="Calibri"/>
              </a:rPr>
              <a:t>(―slice‖)</a:t>
            </a:r>
            <a:r>
              <a:rPr sz="1800" spc="-40" dirty="0">
                <a:latin typeface="Calibri"/>
                <a:cs typeface="Calibri"/>
              </a:rPr>
              <a:t> </a:t>
            </a:r>
            <a:r>
              <a:rPr sz="1800" dirty="0">
                <a:latin typeface="Calibri"/>
                <a:cs typeface="Calibri"/>
              </a:rPr>
              <a:t>images</a:t>
            </a:r>
            <a:r>
              <a:rPr sz="1800" spc="-25" dirty="0">
                <a:latin typeface="Calibri"/>
                <a:cs typeface="Calibri"/>
              </a:rPr>
              <a:t> </a:t>
            </a:r>
            <a:r>
              <a:rPr sz="1800" dirty="0">
                <a:latin typeface="Calibri"/>
                <a:cs typeface="Calibri"/>
              </a:rPr>
              <a:t>of</a:t>
            </a:r>
            <a:r>
              <a:rPr sz="1800" spc="-45" dirty="0">
                <a:latin typeface="Calibri"/>
                <a:cs typeface="Calibri"/>
              </a:rPr>
              <a:t> </a:t>
            </a:r>
            <a:r>
              <a:rPr sz="1800" dirty="0">
                <a:latin typeface="Calibri"/>
                <a:cs typeface="Calibri"/>
              </a:rPr>
              <a:t>3-D</a:t>
            </a:r>
            <a:r>
              <a:rPr sz="1800" spc="-25" dirty="0">
                <a:latin typeface="Calibri"/>
                <a:cs typeface="Calibri"/>
              </a:rPr>
              <a:t> </a:t>
            </a:r>
            <a:r>
              <a:rPr sz="1800" spc="-10" dirty="0">
                <a:latin typeface="Calibri"/>
                <a:cs typeface="Calibri"/>
              </a:rPr>
              <a:t>objects.</a:t>
            </a:r>
            <a:endParaRPr sz="1800">
              <a:latin typeface="Calibri"/>
              <a:cs typeface="Calibri"/>
            </a:endParaRPr>
          </a:p>
          <a:p>
            <a:pPr marL="12700">
              <a:lnSpc>
                <a:spcPct val="100000"/>
              </a:lnSpc>
              <a:spcBef>
                <a:spcPts val="2160"/>
              </a:spcBef>
            </a:pPr>
            <a:r>
              <a:rPr sz="1800" dirty="0">
                <a:latin typeface="Calibri"/>
                <a:cs typeface="Calibri"/>
              </a:rPr>
              <a:t>Ex:</a:t>
            </a:r>
            <a:r>
              <a:rPr sz="1800" spc="-25" dirty="0">
                <a:latin typeface="Calibri"/>
                <a:cs typeface="Calibri"/>
              </a:rPr>
              <a:t> </a:t>
            </a:r>
            <a:r>
              <a:rPr sz="1800" dirty="0">
                <a:latin typeface="Calibri"/>
                <a:cs typeface="Calibri"/>
              </a:rPr>
              <a:t>X</a:t>
            </a:r>
            <a:r>
              <a:rPr sz="1800" spc="-5" dirty="0">
                <a:latin typeface="Calibri"/>
                <a:cs typeface="Calibri"/>
              </a:rPr>
              <a:t> </a:t>
            </a:r>
            <a:r>
              <a:rPr sz="1800" dirty="0">
                <a:latin typeface="Calibri"/>
                <a:cs typeface="Calibri"/>
              </a:rPr>
              <a:t>ray</a:t>
            </a:r>
            <a:r>
              <a:rPr sz="1800" spc="-25" dirty="0">
                <a:latin typeface="Calibri"/>
                <a:cs typeface="Calibri"/>
              </a:rPr>
              <a:t> </a:t>
            </a:r>
            <a:r>
              <a:rPr sz="1800" dirty="0">
                <a:latin typeface="Calibri"/>
                <a:cs typeface="Calibri"/>
              </a:rPr>
              <a:t>,</a:t>
            </a:r>
            <a:r>
              <a:rPr sz="1800" spc="-20" dirty="0">
                <a:latin typeface="Calibri"/>
                <a:cs typeface="Calibri"/>
              </a:rPr>
              <a:t> </a:t>
            </a:r>
            <a:r>
              <a:rPr sz="1800" dirty="0">
                <a:latin typeface="Calibri"/>
                <a:cs typeface="Calibri"/>
              </a:rPr>
              <a:t>MRI</a:t>
            </a:r>
            <a:r>
              <a:rPr sz="1800" spc="-45" dirty="0">
                <a:latin typeface="Calibri"/>
                <a:cs typeface="Calibri"/>
              </a:rPr>
              <a:t> </a:t>
            </a:r>
            <a:r>
              <a:rPr sz="1800" spc="-20" dirty="0">
                <a:latin typeface="Calibri"/>
                <a:cs typeface="Calibri"/>
              </a:rPr>
              <a:t>scans</a:t>
            </a:r>
            <a:endParaRPr sz="1800">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47848" y="465200"/>
            <a:ext cx="3456940" cy="695325"/>
          </a:xfrm>
          <a:prstGeom prst="rect">
            <a:avLst/>
          </a:prstGeom>
        </p:spPr>
        <p:txBody>
          <a:bodyPr vert="horz" wrap="square" lIns="0" tIns="11430" rIns="0" bIns="0" rtlCol="0">
            <a:spAutoFit/>
          </a:bodyPr>
          <a:lstStyle/>
          <a:p>
            <a:pPr marL="12700">
              <a:lnSpc>
                <a:spcPct val="100000"/>
              </a:lnSpc>
              <a:spcBef>
                <a:spcPts val="90"/>
              </a:spcBef>
            </a:pPr>
            <a:r>
              <a:rPr spc="-40" dirty="0"/>
              <a:t>ARRAY</a:t>
            </a:r>
            <a:r>
              <a:rPr spc="-210" dirty="0"/>
              <a:t> </a:t>
            </a:r>
            <a:r>
              <a:rPr spc="-10" dirty="0"/>
              <a:t>SENSOR</a:t>
            </a:r>
          </a:p>
        </p:txBody>
      </p:sp>
      <p:sp>
        <p:nvSpPr>
          <p:cNvPr id="3" name="object 3"/>
          <p:cNvSpPr txBox="1"/>
          <p:nvPr/>
        </p:nvSpPr>
        <p:spPr>
          <a:xfrm>
            <a:off x="993444" y="1389710"/>
            <a:ext cx="7649209" cy="3868420"/>
          </a:xfrm>
          <a:prstGeom prst="rect">
            <a:avLst/>
          </a:prstGeom>
        </p:spPr>
        <p:txBody>
          <a:bodyPr vert="horz" wrap="square" lIns="0" tIns="12700" rIns="0" bIns="0" rtlCol="0">
            <a:spAutoFit/>
          </a:bodyPr>
          <a:lstStyle/>
          <a:p>
            <a:pPr marL="12700" marR="269875" algn="just">
              <a:lnSpc>
                <a:spcPct val="100000"/>
              </a:lnSpc>
              <a:spcBef>
                <a:spcPts val="100"/>
              </a:spcBef>
            </a:pPr>
            <a:r>
              <a:rPr sz="1800" dirty="0">
                <a:latin typeface="Calibri"/>
                <a:cs typeface="Calibri"/>
              </a:rPr>
              <a:t>Numerous</a:t>
            </a:r>
            <a:r>
              <a:rPr sz="1800" spc="-55" dirty="0">
                <a:latin typeface="Calibri"/>
                <a:cs typeface="Calibri"/>
              </a:rPr>
              <a:t> </a:t>
            </a:r>
            <a:r>
              <a:rPr sz="1800" spc="-10" dirty="0">
                <a:latin typeface="Calibri"/>
                <a:cs typeface="Calibri"/>
              </a:rPr>
              <a:t>electromagnetic</a:t>
            </a:r>
            <a:r>
              <a:rPr sz="1800" spc="-60" dirty="0">
                <a:latin typeface="Calibri"/>
                <a:cs typeface="Calibri"/>
              </a:rPr>
              <a:t> </a:t>
            </a:r>
            <a:r>
              <a:rPr sz="1800" dirty="0">
                <a:latin typeface="Calibri"/>
                <a:cs typeface="Calibri"/>
              </a:rPr>
              <a:t>and</a:t>
            </a:r>
            <a:r>
              <a:rPr sz="1800" spc="-55" dirty="0">
                <a:latin typeface="Calibri"/>
                <a:cs typeface="Calibri"/>
              </a:rPr>
              <a:t> </a:t>
            </a:r>
            <a:r>
              <a:rPr sz="1800" dirty="0">
                <a:latin typeface="Calibri"/>
                <a:cs typeface="Calibri"/>
              </a:rPr>
              <a:t>some</a:t>
            </a:r>
            <a:r>
              <a:rPr sz="1800" spc="-90" dirty="0">
                <a:latin typeface="Calibri"/>
                <a:cs typeface="Calibri"/>
              </a:rPr>
              <a:t> </a:t>
            </a:r>
            <a:r>
              <a:rPr sz="1800" dirty="0">
                <a:latin typeface="Calibri"/>
                <a:cs typeface="Calibri"/>
              </a:rPr>
              <a:t>ultrasonic</a:t>
            </a:r>
            <a:r>
              <a:rPr sz="1800" spc="-40" dirty="0">
                <a:latin typeface="Calibri"/>
                <a:cs typeface="Calibri"/>
              </a:rPr>
              <a:t> </a:t>
            </a:r>
            <a:r>
              <a:rPr sz="1800" dirty="0">
                <a:latin typeface="Calibri"/>
                <a:cs typeface="Calibri"/>
              </a:rPr>
              <a:t>sensing</a:t>
            </a:r>
            <a:r>
              <a:rPr sz="1800" spc="-50" dirty="0">
                <a:latin typeface="Calibri"/>
                <a:cs typeface="Calibri"/>
              </a:rPr>
              <a:t> </a:t>
            </a:r>
            <a:r>
              <a:rPr sz="1800" dirty="0">
                <a:latin typeface="Calibri"/>
                <a:cs typeface="Calibri"/>
              </a:rPr>
              <a:t>devices</a:t>
            </a:r>
            <a:r>
              <a:rPr sz="1800" spc="-55" dirty="0">
                <a:latin typeface="Calibri"/>
                <a:cs typeface="Calibri"/>
              </a:rPr>
              <a:t> </a:t>
            </a:r>
            <a:r>
              <a:rPr sz="1800" dirty="0">
                <a:latin typeface="Calibri"/>
                <a:cs typeface="Calibri"/>
              </a:rPr>
              <a:t>frequently</a:t>
            </a:r>
            <a:r>
              <a:rPr sz="1800" spc="-25" dirty="0">
                <a:latin typeface="Calibri"/>
                <a:cs typeface="Calibri"/>
              </a:rPr>
              <a:t> are </a:t>
            </a:r>
            <a:r>
              <a:rPr sz="1800" dirty="0">
                <a:latin typeface="Calibri"/>
                <a:cs typeface="Calibri"/>
              </a:rPr>
              <a:t>arranged</a:t>
            </a:r>
            <a:r>
              <a:rPr sz="1800" spc="-15" dirty="0">
                <a:latin typeface="Calibri"/>
                <a:cs typeface="Calibri"/>
              </a:rPr>
              <a:t> </a:t>
            </a:r>
            <a:r>
              <a:rPr sz="1800" dirty="0">
                <a:latin typeface="Calibri"/>
                <a:cs typeface="Calibri"/>
              </a:rPr>
              <a:t>in</a:t>
            </a:r>
            <a:r>
              <a:rPr sz="1800" spc="-55" dirty="0">
                <a:latin typeface="Calibri"/>
                <a:cs typeface="Calibri"/>
              </a:rPr>
              <a:t> </a:t>
            </a:r>
            <a:r>
              <a:rPr sz="1800" dirty="0">
                <a:latin typeface="Calibri"/>
                <a:cs typeface="Calibri"/>
              </a:rPr>
              <a:t>an</a:t>
            </a:r>
            <a:r>
              <a:rPr sz="1800" spc="-50" dirty="0">
                <a:latin typeface="Calibri"/>
                <a:cs typeface="Calibri"/>
              </a:rPr>
              <a:t> </a:t>
            </a:r>
            <a:r>
              <a:rPr sz="1800" dirty="0">
                <a:latin typeface="Calibri"/>
                <a:cs typeface="Calibri"/>
              </a:rPr>
              <a:t>array</a:t>
            </a:r>
            <a:r>
              <a:rPr sz="1800" spc="-60" dirty="0">
                <a:latin typeface="Calibri"/>
                <a:cs typeface="Calibri"/>
              </a:rPr>
              <a:t> </a:t>
            </a:r>
            <a:r>
              <a:rPr sz="1800" dirty="0">
                <a:latin typeface="Calibri"/>
                <a:cs typeface="Calibri"/>
              </a:rPr>
              <a:t>format.</a:t>
            </a:r>
            <a:r>
              <a:rPr sz="1800" spc="-70" dirty="0">
                <a:latin typeface="Calibri"/>
                <a:cs typeface="Calibri"/>
              </a:rPr>
              <a:t> </a:t>
            </a:r>
            <a:r>
              <a:rPr sz="1800" dirty="0">
                <a:latin typeface="Calibri"/>
                <a:cs typeface="Calibri"/>
              </a:rPr>
              <a:t>This</a:t>
            </a:r>
            <a:r>
              <a:rPr sz="1800" spc="-70" dirty="0">
                <a:latin typeface="Calibri"/>
                <a:cs typeface="Calibri"/>
              </a:rPr>
              <a:t> </a:t>
            </a:r>
            <a:r>
              <a:rPr sz="1800" dirty="0">
                <a:latin typeface="Calibri"/>
                <a:cs typeface="Calibri"/>
              </a:rPr>
              <a:t>is</a:t>
            </a:r>
            <a:r>
              <a:rPr sz="1800" spc="-55" dirty="0">
                <a:latin typeface="Calibri"/>
                <a:cs typeface="Calibri"/>
              </a:rPr>
              <a:t> </a:t>
            </a:r>
            <a:r>
              <a:rPr sz="1800" dirty="0">
                <a:latin typeface="Calibri"/>
                <a:cs typeface="Calibri"/>
              </a:rPr>
              <a:t>also</a:t>
            </a:r>
            <a:r>
              <a:rPr sz="1800" spc="-55" dirty="0">
                <a:latin typeface="Calibri"/>
                <a:cs typeface="Calibri"/>
              </a:rPr>
              <a:t> </a:t>
            </a:r>
            <a:r>
              <a:rPr sz="1800" dirty="0">
                <a:latin typeface="Calibri"/>
                <a:cs typeface="Calibri"/>
              </a:rPr>
              <a:t>the</a:t>
            </a:r>
            <a:r>
              <a:rPr sz="1800" spc="-50" dirty="0">
                <a:latin typeface="Calibri"/>
                <a:cs typeface="Calibri"/>
              </a:rPr>
              <a:t> </a:t>
            </a:r>
            <a:r>
              <a:rPr sz="1800" spc="-10" dirty="0">
                <a:latin typeface="Calibri"/>
                <a:cs typeface="Calibri"/>
              </a:rPr>
              <a:t>predominant arrangement</a:t>
            </a:r>
            <a:r>
              <a:rPr sz="1800" spc="15" dirty="0">
                <a:latin typeface="Calibri"/>
                <a:cs typeface="Calibri"/>
              </a:rPr>
              <a:t> </a:t>
            </a:r>
            <a:r>
              <a:rPr sz="1800" dirty="0">
                <a:latin typeface="Calibri"/>
                <a:cs typeface="Calibri"/>
              </a:rPr>
              <a:t>found</a:t>
            </a:r>
            <a:r>
              <a:rPr sz="1800" spc="-35" dirty="0">
                <a:latin typeface="Calibri"/>
                <a:cs typeface="Calibri"/>
              </a:rPr>
              <a:t> </a:t>
            </a:r>
            <a:r>
              <a:rPr sz="1800" spc="-25" dirty="0">
                <a:latin typeface="Calibri"/>
                <a:cs typeface="Calibri"/>
              </a:rPr>
              <a:t>in </a:t>
            </a:r>
            <a:r>
              <a:rPr sz="1800" dirty="0">
                <a:latin typeface="Calibri"/>
                <a:cs typeface="Calibri"/>
              </a:rPr>
              <a:t>digital</a:t>
            </a:r>
            <a:r>
              <a:rPr sz="1800" spc="-55" dirty="0">
                <a:latin typeface="Calibri"/>
                <a:cs typeface="Calibri"/>
              </a:rPr>
              <a:t> </a:t>
            </a:r>
            <a:r>
              <a:rPr sz="1800" spc="-10" dirty="0">
                <a:latin typeface="Calibri"/>
                <a:cs typeface="Calibri"/>
              </a:rPr>
              <a:t>cameras.</a:t>
            </a:r>
            <a:endParaRPr sz="1800">
              <a:latin typeface="Calibri"/>
              <a:cs typeface="Calibri"/>
            </a:endParaRPr>
          </a:p>
          <a:p>
            <a:pPr marL="12700" algn="just">
              <a:lnSpc>
                <a:spcPct val="100000"/>
              </a:lnSpc>
              <a:spcBef>
                <a:spcPts val="2165"/>
              </a:spcBef>
            </a:pPr>
            <a:r>
              <a:rPr sz="1800" dirty="0">
                <a:latin typeface="Calibri"/>
                <a:cs typeface="Calibri"/>
              </a:rPr>
              <a:t>The</a:t>
            </a:r>
            <a:r>
              <a:rPr sz="1800" spc="-25" dirty="0">
                <a:latin typeface="Calibri"/>
                <a:cs typeface="Calibri"/>
              </a:rPr>
              <a:t> </a:t>
            </a:r>
            <a:r>
              <a:rPr sz="1800" dirty="0">
                <a:latin typeface="Calibri"/>
                <a:cs typeface="Calibri"/>
              </a:rPr>
              <a:t>response</a:t>
            </a:r>
            <a:r>
              <a:rPr sz="1800" spc="-5" dirty="0">
                <a:latin typeface="Calibri"/>
                <a:cs typeface="Calibri"/>
              </a:rPr>
              <a:t> </a:t>
            </a:r>
            <a:r>
              <a:rPr sz="1800" dirty="0">
                <a:latin typeface="Calibri"/>
                <a:cs typeface="Calibri"/>
              </a:rPr>
              <a:t>of</a:t>
            </a:r>
            <a:r>
              <a:rPr sz="1800" spc="-35" dirty="0">
                <a:latin typeface="Calibri"/>
                <a:cs typeface="Calibri"/>
              </a:rPr>
              <a:t> </a:t>
            </a:r>
            <a:r>
              <a:rPr sz="1800" dirty="0">
                <a:latin typeface="Calibri"/>
                <a:cs typeface="Calibri"/>
              </a:rPr>
              <a:t>each</a:t>
            </a:r>
            <a:r>
              <a:rPr sz="1800" spc="-30" dirty="0">
                <a:latin typeface="Calibri"/>
                <a:cs typeface="Calibri"/>
              </a:rPr>
              <a:t> </a:t>
            </a:r>
            <a:r>
              <a:rPr sz="1800" dirty="0">
                <a:latin typeface="Calibri"/>
                <a:cs typeface="Calibri"/>
              </a:rPr>
              <a:t>sensor</a:t>
            </a:r>
            <a:r>
              <a:rPr sz="1800" spc="-25" dirty="0">
                <a:latin typeface="Calibri"/>
                <a:cs typeface="Calibri"/>
              </a:rPr>
              <a:t> </a:t>
            </a:r>
            <a:r>
              <a:rPr sz="1800" dirty="0">
                <a:latin typeface="Calibri"/>
                <a:cs typeface="Calibri"/>
              </a:rPr>
              <a:t>is</a:t>
            </a:r>
            <a:r>
              <a:rPr sz="1800" spc="-25" dirty="0">
                <a:latin typeface="Calibri"/>
                <a:cs typeface="Calibri"/>
              </a:rPr>
              <a:t> </a:t>
            </a:r>
            <a:r>
              <a:rPr sz="1800" spc="-10" dirty="0">
                <a:latin typeface="Calibri"/>
                <a:cs typeface="Calibri"/>
              </a:rPr>
              <a:t>proportional</a:t>
            </a:r>
            <a:r>
              <a:rPr sz="1800" spc="-40" dirty="0">
                <a:latin typeface="Calibri"/>
                <a:cs typeface="Calibri"/>
              </a:rPr>
              <a:t> </a:t>
            </a:r>
            <a:r>
              <a:rPr sz="1800" dirty="0">
                <a:latin typeface="Calibri"/>
                <a:cs typeface="Calibri"/>
              </a:rPr>
              <a:t>to</a:t>
            </a:r>
            <a:r>
              <a:rPr sz="1800" spc="-35" dirty="0">
                <a:latin typeface="Calibri"/>
                <a:cs typeface="Calibri"/>
              </a:rPr>
              <a:t> </a:t>
            </a:r>
            <a:r>
              <a:rPr sz="1800" dirty="0">
                <a:latin typeface="Calibri"/>
                <a:cs typeface="Calibri"/>
              </a:rPr>
              <a:t>the</a:t>
            </a:r>
            <a:r>
              <a:rPr sz="1800" spc="-5" dirty="0">
                <a:latin typeface="Calibri"/>
                <a:cs typeface="Calibri"/>
              </a:rPr>
              <a:t> </a:t>
            </a:r>
            <a:r>
              <a:rPr sz="1800" spc="-10" dirty="0">
                <a:latin typeface="Calibri"/>
                <a:cs typeface="Calibri"/>
              </a:rPr>
              <a:t>integral</a:t>
            </a:r>
            <a:r>
              <a:rPr sz="1800" spc="25" dirty="0">
                <a:latin typeface="Calibri"/>
                <a:cs typeface="Calibri"/>
              </a:rPr>
              <a:t> </a:t>
            </a:r>
            <a:r>
              <a:rPr sz="1800" dirty="0">
                <a:latin typeface="Calibri"/>
                <a:cs typeface="Calibri"/>
              </a:rPr>
              <a:t>of</a:t>
            </a:r>
            <a:r>
              <a:rPr sz="1800" spc="-60" dirty="0">
                <a:latin typeface="Calibri"/>
                <a:cs typeface="Calibri"/>
              </a:rPr>
              <a:t> </a:t>
            </a:r>
            <a:r>
              <a:rPr sz="1800" dirty="0">
                <a:latin typeface="Calibri"/>
                <a:cs typeface="Calibri"/>
              </a:rPr>
              <a:t>the</a:t>
            </a:r>
            <a:r>
              <a:rPr sz="1800" spc="-5" dirty="0">
                <a:latin typeface="Calibri"/>
                <a:cs typeface="Calibri"/>
              </a:rPr>
              <a:t> </a:t>
            </a:r>
            <a:r>
              <a:rPr sz="1800" dirty="0">
                <a:latin typeface="Calibri"/>
                <a:cs typeface="Calibri"/>
              </a:rPr>
              <a:t>light </a:t>
            </a:r>
            <a:r>
              <a:rPr sz="1800" spc="-10" dirty="0">
                <a:latin typeface="Calibri"/>
                <a:cs typeface="Calibri"/>
              </a:rPr>
              <a:t>energy</a:t>
            </a:r>
            <a:endParaRPr sz="1800">
              <a:latin typeface="Calibri"/>
              <a:cs typeface="Calibri"/>
            </a:endParaRPr>
          </a:p>
          <a:p>
            <a:pPr marL="12700" algn="just">
              <a:lnSpc>
                <a:spcPct val="100000"/>
              </a:lnSpc>
              <a:spcBef>
                <a:spcPts val="5"/>
              </a:spcBef>
            </a:pPr>
            <a:r>
              <a:rPr sz="1800" spc="-10" dirty="0">
                <a:latin typeface="Calibri"/>
                <a:cs typeface="Calibri"/>
              </a:rPr>
              <a:t>projected</a:t>
            </a:r>
            <a:r>
              <a:rPr sz="1800" spc="-40" dirty="0">
                <a:latin typeface="Calibri"/>
                <a:cs typeface="Calibri"/>
              </a:rPr>
              <a:t> </a:t>
            </a:r>
            <a:r>
              <a:rPr sz="1800" dirty="0">
                <a:latin typeface="Calibri"/>
                <a:cs typeface="Calibri"/>
              </a:rPr>
              <a:t>onto</a:t>
            </a:r>
            <a:r>
              <a:rPr sz="1800" spc="-25" dirty="0">
                <a:latin typeface="Calibri"/>
                <a:cs typeface="Calibri"/>
              </a:rPr>
              <a:t> </a:t>
            </a:r>
            <a:r>
              <a:rPr sz="1800" dirty="0">
                <a:latin typeface="Calibri"/>
                <a:cs typeface="Calibri"/>
              </a:rPr>
              <a:t>the</a:t>
            </a:r>
            <a:r>
              <a:rPr sz="1800" spc="-35" dirty="0">
                <a:latin typeface="Calibri"/>
                <a:cs typeface="Calibri"/>
              </a:rPr>
              <a:t> </a:t>
            </a:r>
            <a:r>
              <a:rPr sz="1800" dirty="0">
                <a:latin typeface="Calibri"/>
                <a:cs typeface="Calibri"/>
              </a:rPr>
              <a:t>surface</a:t>
            </a:r>
            <a:r>
              <a:rPr sz="1800" spc="-35" dirty="0">
                <a:latin typeface="Calibri"/>
                <a:cs typeface="Calibri"/>
              </a:rPr>
              <a:t> </a:t>
            </a:r>
            <a:r>
              <a:rPr sz="1800" dirty="0">
                <a:latin typeface="Calibri"/>
                <a:cs typeface="Calibri"/>
              </a:rPr>
              <a:t>of</a:t>
            </a:r>
            <a:r>
              <a:rPr sz="1800" spc="-55" dirty="0">
                <a:latin typeface="Calibri"/>
                <a:cs typeface="Calibri"/>
              </a:rPr>
              <a:t> </a:t>
            </a:r>
            <a:r>
              <a:rPr sz="1800" dirty="0">
                <a:latin typeface="Calibri"/>
                <a:cs typeface="Calibri"/>
              </a:rPr>
              <a:t>the</a:t>
            </a:r>
            <a:r>
              <a:rPr sz="1800" spc="-35" dirty="0">
                <a:latin typeface="Calibri"/>
                <a:cs typeface="Calibri"/>
              </a:rPr>
              <a:t> </a:t>
            </a:r>
            <a:r>
              <a:rPr sz="1800" spc="-10" dirty="0">
                <a:latin typeface="Calibri"/>
                <a:cs typeface="Calibri"/>
              </a:rPr>
              <a:t>sensor.</a:t>
            </a:r>
            <a:endParaRPr sz="1800">
              <a:latin typeface="Calibri"/>
              <a:cs typeface="Calibri"/>
            </a:endParaRPr>
          </a:p>
          <a:p>
            <a:pPr marL="12700">
              <a:lnSpc>
                <a:spcPct val="100000"/>
              </a:lnSpc>
              <a:spcBef>
                <a:spcPts val="2160"/>
              </a:spcBef>
            </a:pPr>
            <a:r>
              <a:rPr sz="1800" dirty="0">
                <a:latin typeface="Calibri"/>
                <a:cs typeface="Calibri"/>
              </a:rPr>
              <a:t>Its</a:t>
            </a:r>
            <a:r>
              <a:rPr sz="1800" spc="-65" dirty="0">
                <a:latin typeface="Calibri"/>
                <a:cs typeface="Calibri"/>
              </a:rPr>
              <a:t> </a:t>
            </a:r>
            <a:r>
              <a:rPr sz="1800" dirty="0">
                <a:latin typeface="Calibri"/>
                <a:cs typeface="Calibri"/>
              </a:rPr>
              <a:t>key</a:t>
            </a:r>
            <a:r>
              <a:rPr sz="1800" spc="-55" dirty="0">
                <a:latin typeface="Calibri"/>
                <a:cs typeface="Calibri"/>
              </a:rPr>
              <a:t> </a:t>
            </a:r>
            <a:r>
              <a:rPr sz="1800" spc="-10" dirty="0">
                <a:latin typeface="Calibri"/>
                <a:cs typeface="Calibri"/>
              </a:rPr>
              <a:t>advantage</a:t>
            </a:r>
            <a:r>
              <a:rPr sz="1800" spc="-20" dirty="0">
                <a:latin typeface="Calibri"/>
                <a:cs typeface="Calibri"/>
              </a:rPr>
              <a:t> </a:t>
            </a:r>
            <a:r>
              <a:rPr sz="1800" dirty="0">
                <a:latin typeface="Calibri"/>
                <a:cs typeface="Calibri"/>
              </a:rPr>
              <a:t>is</a:t>
            </a:r>
            <a:r>
              <a:rPr sz="1800" spc="-45" dirty="0">
                <a:latin typeface="Calibri"/>
                <a:cs typeface="Calibri"/>
              </a:rPr>
              <a:t> </a:t>
            </a:r>
            <a:r>
              <a:rPr sz="1800" dirty="0">
                <a:latin typeface="Calibri"/>
                <a:cs typeface="Calibri"/>
              </a:rPr>
              <a:t>that</a:t>
            </a:r>
            <a:r>
              <a:rPr sz="1800" spc="-30" dirty="0">
                <a:latin typeface="Calibri"/>
                <a:cs typeface="Calibri"/>
              </a:rPr>
              <a:t> </a:t>
            </a:r>
            <a:r>
              <a:rPr sz="1800" dirty="0">
                <a:latin typeface="Calibri"/>
                <a:cs typeface="Calibri"/>
              </a:rPr>
              <a:t>a</a:t>
            </a:r>
            <a:r>
              <a:rPr sz="1800" spc="-55" dirty="0">
                <a:latin typeface="Calibri"/>
                <a:cs typeface="Calibri"/>
              </a:rPr>
              <a:t> </a:t>
            </a:r>
            <a:r>
              <a:rPr sz="1800" spc="-10" dirty="0">
                <a:latin typeface="Calibri"/>
                <a:cs typeface="Calibri"/>
              </a:rPr>
              <a:t>complete</a:t>
            </a:r>
            <a:r>
              <a:rPr sz="1800" spc="-40" dirty="0">
                <a:latin typeface="Calibri"/>
                <a:cs typeface="Calibri"/>
              </a:rPr>
              <a:t> </a:t>
            </a:r>
            <a:r>
              <a:rPr sz="1800" dirty="0">
                <a:latin typeface="Calibri"/>
                <a:cs typeface="Calibri"/>
              </a:rPr>
              <a:t>image</a:t>
            </a:r>
            <a:r>
              <a:rPr sz="1800" spc="-20" dirty="0">
                <a:latin typeface="Calibri"/>
                <a:cs typeface="Calibri"/>
              </a:rPr>
              <a:t> </a:t>
            </a:r>
            <a:r>
              <a:rPr sz="1800" dirty="0">
                <a:latin typeface="Calibri"/>
                <a:cs typeface="Calibri"/>
              </a:rPr>
              <a:t>can</a:t>
            </a:r>
            <a:r>
              <a:rPr sz="1800" spc="-40" dirty="0">
                <a:latin typeface="Calibri"/>
                <a:cs typeface="Calibri"/>
              </a:rPr>
              <a:t> </a:t>
            </a:r>
            <a:r>
              <a:rPr sz="1800" dirty="0">
                <a:latin typeface="Calibri"/>
                <a:cs typeface="Calibri"/>
              </a:rPr>
              <a:t>be</a:t>
            </a:r>
            <a:r>
              <a:rPr sz="1800" spc="-40" dirty="0">
                <a:latin typeface="Calibri"/>
                <a:cs typeface="Calibri"/>
              </a:rPr>
              <a:t> </a:t>
            </a:r>
            <a:r>
              <a:rPr sz="1800" dirty="0">
                <a:latin typeface="Calibri"/>
                <a:cs typeface="Calibri"/>
              </a:rPr>
              <a:t>obtained</a:t>
            </a:r>
            <a:r>
              <a:rPr sz="1800" spc="-20" dirty="0">
                <a:latin typeface="Calibri"/>
                <a:cs typeface="Calibri"/>
              </a:rPr>
              <a:t> </a:t>
            </a:r>
            <a:r>
              <a:rPr sz="1800" dirty="0">
                <a:latin typeface="Calibri"/>
                <a:cs typeface="Calibri"/>
              </a:rPr>
              <a:t>by</a:t>
            </a:r>
            <a:r>
              <a:rPr sz="1800" spc="-55" dirty="0">
                <a:latin typeface="Calibri"/>
                <a:cs typeface="Calibri"/>
              </a:rPr>
              <a:t> </a:t>
            </a:r>
            <a:r>
              <a:rPr sz="1800" dirty="0">
                <a:latin typeface="Calibri"/>
                <a:cs typeface="Calibri"/>
              </a:rPr>
              <a:t>focusing</a:t>
            </a:r>
            <a:r>
              <a:rPr sz="1800" spc="-20" dirty="0">
                <a:latin typeface="Calibri"/>
                <a:cs typeface="Calibri"/>
              </a:rPr>
              <a:t> </a:t>
            </a:r>
            <a:r>
              <a:rPr sz="1800" dirty="0">
                <a:latin typeface="Calibri"/>
                <a:cs typeface="Calibri"/>
              </a:rPr>
              <a:t>the</a:t>
            </a:r>
            <a:r>
              <a:rPr sz="1800" spc="-40" dirty="0">
                <a:latin typeface="Calibri"/>
                <a:cs typeface="Calibri"/>
              </a:rPr>
              <a:t> </a:t>
            </a:r>
            <a:r>
              <a:rPr sz="1800" spc="-10" dirty="0">
                <a:latin typeface="Calibri"/>
                <a:cs typeface="Calibri"/>
              </a:rPr>
              <a:t>energy</a:t>
            </a:r>
            <a:endParaRPr sz="1800">
              <a:latin typeface="Calibri"/>
              <a:cs typeface="Calibri"/>
            </a:endParaRPr>
          </a:p>
          <a:p>
            <a:pPr marL="12700">
              <a:lnSpc>
                <a:spcPct val="100000"/>
              </a:lnSpc>
            </a:pPr>
            <a:r>
              <a:rPr sz="1800" spc="-10" dirty="0">
                <a:latin typeface="Calibri"/>
                <a:cs typeface="Calibri"/>
              </a:rPr>
              <a:t>pattern</a:t>
            </a:r>
            <a:r>
              <a:rPr sz="1800" spc="-35" dirty="0">
                <a:latin typeface="Calibri"/>
                <a:cs typeface="Calibri"/>
              </a:rPr>
              <a:t> </a:t>
            </a:r>
            <a:r>
              <a:rPr sz="1800" dirty="0">
                <a:latin typeface="Calibri"/>
                <a:cs typeface="Calibri"/>
              </a:rPr>
              <a:t>onto</a:t>
            </a:r>
            <a:r>
              <a:rPr sz="1800" spc="-30" dirty="0">
                <a:latin typeface="Calibri"/>
                <a:cs typeface="Calibri"/>
              </a:rPr>
              <a:t> </a:t>
            </a:r>
            <a:r>
              <a:rPr sz="1800" dirty="0">
                <a:latin typeface="Calibri"/>
                <a:cs typeface="Calibri"/>
              </a:rPr>
              <a:t>the</a:t>
            </a:r>
            <a:r>
              <a:rPr sz="1800" spc="-45" dirty="0">
                <a:latin typeface="Calibri"/>
                <a:cs typeface="Calibri"/>
              </a:rPr>
              <a:t> </a:t>
            </a:r>
            <a:r>
              <a:rPr sz="1800" dirty="0">
                <a:latin typeface="Calibri"/>
                <a:cs typeface="Calibri"/>
              </a:rPr>
              <a:t>surface</a:t>
            </a:r>
            <a:r>
              <a:rPr sz="1800" spc="-40" dirty="0">
                <a:latin typeface="Calibri"/>
                <a:cs typeface="Calibri"/>
              </a:rPr>
              <a:t> </a:t>
            </a:r>
            <a:r>
              <a:rPr sz="1800" dirty="0">
                <a:latin typeface="Calibri"/>
                <a:cs typeface="Calibri"/>
              </a:rPr>
              <a:t>of</a:t>
            </a:r>
            <a:r>
              <a:rPr sz="1800" spc="-80" dirty="0">
                <a:latin typeface="Calibri"/>
                <a:cs typeface="Calibri"/>
              </a:rPr>
              <a:t> </a:t>
            </a:r>
            <a:r>
              <a:rPr sz="1800" dirty="0">
                <a:latin typeface="Calibri"/>
                <a:cs typeface="Calibri"/>
              </a:rPr>
              <a:t>the</a:t>
            </a:r>
            <a:r>
              <a:rPr sz="1800" spc="-30" dirty="0">
                <a:latin typeface="Calibri"/>
                <a:cs typeface="Calibri"/>
              </a:rPr>
              <a:t> </a:t>
            </a:r>
            <a:r>
              <a:rPr sz="1800" spc="-10" dirty="0">
                <a:latin typeface="Calibri"/>
                <a:cs typeface="Calibri"/>
              </a:rPr>
              <a:t>array.</a:t>
            </a:r>
            <a:endParaRPr sz="1800">
              <a:latin typeface="Calibri"/>
              <a:cs typeface="Calibri"/>
            </a:endParaRPr>
          </a:p>
          <a:p>
            <a:pPr marL="12700">
              <a:lnSpc>
                <a:spcPct val="100000"/>
              </a:lnSpc>
              <a:spcBef>
                <a:spcPts val="2165"/>
              </a:spcBef>
            </a:pPr>
            <a:r>
              <a:rPr sz="1800" dirty="0">
                <a:latin typeface="Calibri"/>
                <a:cs typeface="Calibri"/>
              </a:rPr>
              <a:t>An</a:t>
            </a:r>
            <a:r>
              <a:rPr sz="1800" spc="-45" dirty="0">
                <a:latin typeface="Calibri"/>
                <a:cs typeface="Calibri"/>
              </a:rPr>
              <a:t> </a:t>
            </a:r>
            <a:r>
              <a:rPr sz="1800" dirty="0">
                <a:latin typeface="Calibri"/>
                <a:cs typeface="Calibri"/>
              </a:rPr>
              <a:t>energy</a:t>
            </a:r>
            <a:r>
              <a:rPr sz="1800" spc="-15" dirty="0">
                <a:latin typeface="Calibri"/>
                <a:cs typeface="Calibri"/>
              </a:rPr>
              <a:t> </a:t>
            </a:r>
            <a:r>
              <a:rPr sz="1800" dirty="0">
                <a:latin typeface="Calibri"/>
                <a:cs typeface="Calibri"/>
              </a:rPr>
              <a:t>from</a:t>
            </a:r>
            <a:r>
              <a:rPr sz="1800" spc="310" dirty="0">
                <a:latin typeface="Calibri"/>
                <a:cs typeface="Calibri"/>
              </a:rPr>
              <a:t> </a:t>
            </a:r>
            <a:r>
              <a:rPr sz="1800" dirty="0">
                <a:latin typeface="Calibri"/>
                <a:cs typeface="Calibri"/>
              </a:rPr>
              <a:t>an</a:t>
            </a:r>
            <a:r>
              <a:rPr sz="1800" spc="-60" dirty="0">
                <a:latin typeface="Calibri"/>
                <a:cs typeface="Calibri"/>
              </a:rPr>
              <a:t> </a:t>
            </a:r>
            <a:r>
              <a:rPr sz="1800" dirty="0">
                <a:latin typeface="Calibri"/>
                <a:cs typeface="Calibri"/>
              </a:rPr>
              <a:t>illumination source</a:t>
            </a:r>
            <a:r>
              <a:rPr sz="1800" spc="-35" dirty="0">
                <a:latin typeface="Calibri"/>
                <a:cs typeface="Calibri"/>
              </a:rPr>
              <a:t> </a:t>
            </a:r>
            <a:r>
              <a:rPr sz="1800" dirty="0">
                <a:latin typeface="Calibri"/>
                <a:cs typeface="Calibri"/>
              </a:rPr>
              <a:t>being</a:t>
            </a:r>
            <a:r>
              <a:rPr sz="1800" spc="-20" dirty="0">
                <a:latin typeface="Calibri"/>
                <a:cs typeface="Calibri"/>
              </a:rPr>
              <a:t> </a:t>
            </a:r>
            <a:r>
              <a:rPr sz="1800" spc="-10" dirty="0">
                <a:latin typeface="Calibri"/>
                <a:cs typeface="Calibri"/>
              </a:rPr>
              <a:t>reflected</a:t>
            </a:r>
            <a:r>
              <a:rPr sz="1800" dirty="0">
                <a:latin typeface="Calibri"/>
                <a:cs typeface="Calibri"/>
              </a:rPr>
              <a:t> from</a:t>
            </a:r>
            <a:r>
              <a:rPr sz="1800" spc="-70" dirty="0">
                <a:latin typeface="Calibri"/>
                <a:cs typeface="Calibri"/>
              </a:rPr>
              <a:t> </a:t>
            </a:r>
            <a:r>
              <a:rPr sz="1800" dirty="0">
                <a:latin typeface="Calibri"/>
                <a:cs typeface="Calibri"/>
              </a:rPr>
              <a:t>a</a:t>
            </a:r>
            <a:r>
              <a:rPr sz="1800" spc="-60" dirty="0">
                <a:latin typeface="Calibri"/>
                <a:cs typeface="Calibri"/>
              </a:rPr>
              <a:t> </a:t>
            </a:r>
            <a:r>
              <a:rPr sz="1800" dirty="0">
                <a:latin typeface="Calibri"/>
                <a:cs typeface="Calibri"/>
              </a:rPr>
              <a:t>scene</a:t>
            </a:r>
            <a:r>
              <a:rPr sz="1800" spc="-20" dirty="0">
                <a:latin typeface="Calibri"/>
                <a:cs typeface="Calibri"/>
              </a:rPr>
              <a:t> </a:t>
            </a:r>
            <a:r>
              <a:rPr sz="1800" spc="-10" dirty="0">
                <a:latin typeface="Calibri"/>
                <a:cs typeface="Calibri"/>
              </a:rPr>
              <a:t>element</a:t>
            </a:r>
            <a:endParaRPr sz="1800">
              <a:latin typeface="Calibri"/>
              <a:cs typeface="Calibri"/>
            </a:endParaRPr>
          </a:p>
          <a:p>
            <a:pPr marL="12700">
              <a:lnSpc>
                <a:spcPct val="100000"/>
              </a:lnSpc>
              <a:spcBef>
                <a:spcPts val="2160"/>
              </a:spcBef>
            </a:pPr>
            <a:r>
              <a:rPr sz="1800" dirty="0">
                <a:latin typeface="Calibri"/>
                <a:cs typeface="Calibri"/>
              </a:rPr>
              <a:t>This</a:t>
            </a:r>
            <a:r>
              <a:rPr sz="1800" spc="-45" dirty="0">
                <a:latin typeface="Calibri"/>
                <a:cs typeface="Calibri"/>
              </a:rPr>
              <a:t> </a:t>
            </a:r>
            <a:r>
              <a:rPr sz="1800" dirty="0">
                <a:latin typeface="Calibri"/>
                <a:cs typeface="Calibri"/>
              </a:rPr>
              <a:t>function</a:t>
            </a:r>
            <a:r>
              <a:rPr sz="1800" spc="-40" dirty="0">
                <a:latin typeface="Calibri"/>
                <a:cs typeface="Calibri"/>
              </a:rPr>
              <a:t> </a:t>
            </a:r>
            <a:r>
              <a:rPr sz="1800" dirty="0">
                <a:latin typeface="Calibri"/>
                <a:cs typeface="Calibri"/>
              </a:rPr>
              <a:t>is</a:t>
            </a:r>
            <a:r>
              <a:rPr sz="1800" spc="-40" dirty="0">
                <a:latin typeface="Calibri"/>
                <a:cs typeface="Calibri"/>
              </a:rPr>
              <a:t> </a:t>
            </a:r>
            <a:r>
              <a:rPr sz="1800" dirty="0">
                <a:latin typeface="Calibri"/>
                <a:cs typeface="Calibri"/>
              </a:rPr>
              <a:t>performed</a:t>
            </a:r>
            <a:r>
              <a:rPr sz="1800" spc="-15" dirty="0">
                <a:latin typeface="Calibri"/>
                <a:cs typeface="Calibri"/>
              </a:rPr>
              <a:t> </a:t>
            </a:r>
            <a:r>
              <a:rPr sz="1800" dirty="0">
                <a:latin typeface="Calibri"/>
                <a:cs typeface="Calibri"/>
              </a:rPr>
              <a:t>by</a:t>
            </a:r>
            <a:r>
              <a:rPr sz="1800" spc="-50" dirty="0">
                <a:latin typeface="Calibri"/>
                <a:cs typeface="Calibri"/>
              </a:rPr>
              <a:t> </a:t>
            </a:r>
            <a:r>
              <a:rPr sz="1800" dirty="0">
                <a:latin typeface="Calibri"/>
                <a:cs typeface="Calibri"/>
              </a:rPr>
              <a:t>the</a:t>
            </a:r>
            <a:r>
              <a:rPr sz="1800" spc="-40" dirty="0">
                <a:latin typeface="Calibri"/>
                <a:cs typeface="Calibri"/>
              </a:rPr>
              <a:t> </a:t>
            </a:r>
            <a:r>
              <a:rPr sz="1800" dirty="0">
                <a:latin typeface="Calibri"/>
                <a:cs typeface="Calibri"/>
              </a:rPr>
              <a:t>imaging</a:t>
            </a:r>
            <a:r>
              <a:rPr sz="1800" spc="-15" dirty="0">
                <a:latin typeface="Calibri"/>
                <a:cs typeface="Calibri"/>
              </a:rPr>
              <a:t> </a:t>
            </a:r>
            <a:r>
              <a:rPr sz="1800" spc="-20" dirty="0">
                <a:latin typeface="Calibri"/>
                <a:cs typeface="Calibri"/>
              </a:rPr>
              <a:t>system(Array</a:t>
            </a:r>
            <a:r>
              <a:rPr sz="1800" spc="-35" dirty="0">
                <a:latin typeface="Calibri"/>
                <a:cs typeface="Calibri"/>
              </a:rPr>
              <a:t> </a:t>
            </a:r>
            <a:r>
              <a:rPr sz="1800" dirty="0">
                <a:latin typeface="Calibri"/>
                <a:cs typeface="Calibri"/>
              </a:rPr>
              <a:t>sensor)</a:t>
            </a:r>
            <a:r>
              <a:rPr sz="1800" spc="-35" dirty="0">
                <a:latin typeface="Calibri"/>
                <a:cs typeface="Calibri"/>
              </a:rPr>
              <a:t> </a:t>
            </a:r>
            <a:r>
              <a:rPr sz="1800" dirty="0">
                <a:latin typeface="Calibri"/>
                <a:cs typeface="Calibri"/>
              </a:rPr>
              <a:t>to</a:t>
            </a:r>
            <a:r>
              <a:rPr sz="1800" spc="-45" dirty="0">
                <a:latin typeface="Calibri"/>
                <a:cs typeface="Calibri"/>
              </a:rPr>
              <a:t> </a:t>
            </a:r>
            <a:r>
              <a:rPr sz="1800" dirty="0">
                <a:latin typeface="Calibri"/>
                <a:cs typeface="Calibri"/>
              </a:rPr>
              <a:t>collect</a:t>
            </a:r>
            <a:r>
              <a:rPr sz="1800" spc="-30" dirty="0">
                <a:latin typeface="Calibri"/>
                <a:cs typeface="Calibri"/>
              </a:rPr>
              <a:t> </a:t>
            </a:r>
            <a:r>
              <a:rPr sz="1800" spc="-25" dirty="0">
                <a:latin typeface="Calibri"/>
                <a:cs typeface="Calibri"/>
              </a:rPr>
              <a:t>the</a:t>
            </a:r>
            <a:endParaRPr sz="1800">
              <a:latin typeface="Calibri"/>
              <a:cs typeface="Calibri"/>
            </a:endParaRPr>
          </a:p>
          <a:p>
            <a:pPr marL="12700">
              <a:lnSpc>
                <a:spcPct val="100000"/>
              </a:lnSpc>
            </a:pPr>
            <a:r>
              <a:rPr sz="1800" dirty="0">
                <a:latin typeface="Calibri"/>
                <a:cs typeface="Calibri"/>
              </a:rPr>
              <a:t>incoming</a:t>
            </a:r>
            <a:r>
              <a:rPr sz="1800" spc="-35" dirty="0">
                <a:latin typeface="Calibri"/>
                <a:cs typeface="Calibri"/>
              </a:rPr>
              <a:t> </a:t>
            </a:r>
            <a:r>
              <a:rPr sz="1800" dirty="0">
                <a:latin typeface="Calibri"/>
                <a:cs typeface="Calibri"/>
              </a:rPr>
              <a:t>energy</a:t>
            </a:r>
            <a:r>
              <a:rPr sz="1800" spc="-25" dirty="0">
                <a:latin typeface="Calibri"/>
                <a:cs typeface="Calibri"/>
              </a:rPr>
              <a:t> </a:t>
            </a:r>
            <a:r>
              <a:rPr sz="1800" dirty="0">
                <a:latin typeface="Calibri"/>
                <a:cs typeface="Calibri"/>
              </a:rPr>
              <a:t>and</a:t>
            </a:r>
            <a:r>
              <a:rPr sz="1800" spc="-55" dirty="0">
                <a:latin typeface="Calibri"/>
                <a:cs typeface="Calibri"/>
              </a:rPr>
              <a:t> </a:t>
            </a:r>
            <a:r>
              <a:rPr sz="1800" dirty="0">
                <a:latin typeface="Calibri"/>
                <a:cs typeface="Calibri"/>
              </a:rPr>
              <a:t>focus</a:t>
            </a:r>
            <a:r>
              <a:rPr sz="1800" spc="-55" dirty="0">
                <a:latin typeface="Calibri"/>
                <a:cs typeface="Calibri"/>
              </a:rPr>
              <a:t> </a:t>
            </a:r>
            <a:r>
              <a:rPr sz="1800" dirty="0">
                <a:latin typeface="Calibri"/>
                <a:cs typeface="Calibri"/>
              </a:rPr>
              <a:t>it</a:t>
            </a:r>
            <a:r>
              <a:rPr sz="1800" spc="-70" dirty="0">
                <a:latin typeface="Calibri"/>
                <a:cs typeface="Calibri"/>
              </a:rPr>
              <a:t> </a:t>
            </a:r>
            <a:r>
              <a:rPr sz="1800" dirty="0">
                <a:latin typeface="Calibri"/>
                <a:cs typeface="Calibri"/>
              </a:rPr>
              <a:t>onto</a:t>
            </a:r>
            <a:r>
              <a:rPr sz="1800" spc="-40" dirty="0">
                <a:latin typeface="Calibri"/>
                <a:cs typeface="Calibri"/>
              </a:rPr>
              <a:t> </a:t>
            </a:r>
            <a:r>
              <a:rPr sz="1800" dirty="0">
                <a:latin typeface="Calibri"/>
                <a:cs typeface="Calibri"/>
              </a:rPr>
              <a:t>an</a:t>
            </a:r>
            <a:r>
              <a:rPr sz="1800" spc="-70" dirty="0">
                <a:latin typeface="Calibri"/>
                <a:cs typeface="Calibri"/>
              </a:rPr>
              <a:t> </a:t>
            </a:r>
            <a:r>
              <a:rPr sz="1800" dirty="0">
                <a:latin typeface="Calibri"/>
                <a:cs typeface="Calibri"/>
              </a:rPr>
              <a:t>image</a:t>
            </a:r>
            <a:r>
              <a:rPr sz="1800" spc="-40" dirty="0">
                <a:latin typeface="Calibri"/>
                <a:cs typeface="Calibri"/>
              </a:rPr>
              <a:t> </a:t>
            </a:r>
            <a:r>
              <a:rPr sz="1800" spc="-10" dirty="0">
                <a:latin typeface="Calibri"/>
                <a:cs typeface="Calibri"/>
              </a:rPr>
              <a:t>plane</a:t>
            </a:r>
            <a:endParaRPr sz="1800">
              <a:latin typeface="Calibri"/>
              <a:cs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994410">
              <a:lnSpc>
                <a:spcPct val="100000"/>
              </a:lnSpc>
              <a:spcBef>
                <a:spcPts val="90"/>
              </a:spcBef>
            </a:pPr>
            <a:r>
              <a:rPr spc="-55" dirty="0"/>
              <a:t>ARRAY</a:t>
            </a:r>
            <a:r>
              <a:rPr spc="-180" dirty="0"/>
              <a:t> </a:t>
            </a:r>
            <a:r>
              <a:rPr dirty="0"/>
              <a:t>SENSORS</a:t>
            </a:r>
            <a:r>
              <a:rPr spc="-160" dirty="0"/>
              <a:t> </a:t>
            </a:r>
            <a:r>
              <a:rPr spc="-10" dirty="0"/>
              <a:t>CONTD…</a:t>
            </a:r>
          </a:p>
        </p:txBody>
      </p:sp>
      <p:pic>
        <p:nvPicPr>
          <p:cNvPr id="3" name="object 3"/>
          <p:cNvPicPr/>
          <p:nvPr/>
        </p:nvPicPr>
        <p:blipFill>
          <a:blip r:embed="rId2" cstate="print"/>
          <a:stretch>
            <a:fillRect/>
          </a:stretch>
        </p:blipFill>
        <p:spPr>
          <a:xfrm>
            <a:off x="585389" y="1812829"/>
            <a:ext cx="7451240" cy="4657747"/>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28672" y="1408175"/>
            <a:ext cx="3511296" cy="2340864"/>
          </a:xfrm>
          <a:prstGeom prst="rect">
            <a:avLst/>
          </a:prstGeom>
        </p:spPr>
      </p:pic>
      <p:sp>
        <p:nvSpPr>
          <p:cNvPr id="3" name="object 3"/>
          <p:cNvSpPr txBox="1"/>
          <p:nvPr/>
        </p:nvSpPr>
        <p:spPr>
          <a:xfrm>
            <a:off x="2899029" y="3753358"/>
            <a:ext cx="2691765" cy="329565"/>
          </a:xfrm>
          <a:prstGeom prst="rect">
            <a:avLst/>
          </a:prstGeom>
        </p:spPr>
        <p:txBody>
          <a:bodyPr vert="horz" wrap="square" lIns="0" tIns="11430" rIns="0" bIns="0" rtlCol="0">
            <a:spAutoFit/>
          </a:bodyPr>
          <a:lstStyle/>
          <a:p>
            <a:pPr marL="12700">
              <a:lnSpc>
                <a:spcPct val="100000"/>
              </a:lnSpc>
              <a:spcBef>
                <a:spcPts val="90"/>
              </a:spcBef>
            </a:pPr>
            <a:r>
              <a:rPr sz="2000" dirty="0">
                <a:latin typeface="Calibri"/>
                <a:cs typeface="Calibri"/>
              </a:rPr>
              <a:t>Image</a:t>
            </a:r>
            <a:r>
              <a:rPr sz="2000" spc="-65" dirty="0">
                <a:latin typeface="Calibri"/>
                <a:cs typeface="Calibri"/>
              </a:rPr>
              <a:t> </a:t>
            </a:r>
            <a:r>
              <a:rPr sz="2000" spc="-25" dirty="0">
                <a:latin typeface="Calibri"/>
                <a:cs typeface="Calibri"/>
              </a:rPr>
              <a:t>“After</a:t>
            </a:r>
            <a:r>
              <a:rPr sz="2000" spc="-40" dirty="0">
                <a:latin typeface="Calibri"/>
                <a:cs typeface="Calibri"/>
              </a:rPr>
              <a:t> </a:t>
            </a:r>
            <a:r>
              <a:rPr sz="2000" dirty="0">
                <a:latin typeface="Calibri"/>
                <a:cs typeface="Calibri"/>
              </a:rPr>
              <a:t>snow</a:t>
            </a:r>
            <a:r>
              <a:rPr sz="2000" spc="-80" dirty="0">
                <a:latin typeface="Calibri"/>
                <a:cs typeface="Calibri"/>
              </a:rPr>
              <a:t> </a:t>
            </a:r>
            <a:r>
              <a:rPr sz="2000" spc="-10" dirty="0">
                <a:latin typeface="Calibri"/>
                <a:cs typeface="Calibri"/>
              </a:rPr>
              <a:t>storm”</a:t>
            </a:r>
            <a:endParaRPr sz="2000">
              <a:latin typeface="Calibri"/>
              <a:cs typeface="Calibri"/>
            </a:endParaRPr>
          </a:p>
        </p:txBody>
      </p:sp>
      <p:grpSp>
        <p:nvGrpSpPr>
          <p:cNvPr id="4" name="object 4"/>
          <p:cNvGrpSpPr/>
          <p:nvPr/>
        </p:nvGrpSpPr>
        <p:grpSpPr>
          <a:xfrm>
            <a:off x="2290572" y="1376172"/>
            <a:ext cx="3869690" cy="2616835"/>
            <a:chOff x="2290572" y="1376172"/>
            <a:chExt cx="3869690" cy="2616835"/>
          </a:xfrm>
        </p:grpSpPr>
        <p:sp>
          <p:nvSpPr>
            <p:cNvPr id="5" name="object 5"/>
            <p:cNvSpPr/>
            <p:nvPr/>
          </p:nvSpPr>
          <p:spPr>
            <a:xfrm>
              <a:off x="5256276" y="2942844"/>
              <a:ext cx="70485" cy="70485"/>
            </a:xfrm>
            <a:custGeom>
              <a:avLst/>
              <a:gdLst/>
              <a:ahLst/>
              <a:cxnLst/>
              <a:rect l="l" t="t" r="r" b="b"/>
              <a:pathLst>
                <a:path w="70485" h="70485">
                  <a:moveTo>
                    <a:pt x="0" y="70103"/>
                  </a:moveTo>
                  <a:lnTo>
                    <a:pt x="70103" y="70103"/>
                  </a:lnTo>
                  <a:lnTo>
                    <a:pt x="70103" y="0"/>
                  </a:lnTo>
                  <a:lnTo>
                    <a:pt x="0" y="0"/>
                  </a:lnTo>
                  <a:lnTo>
                    <a:pt x="0" y="70103"/>
                  </a:lnTo>
                  <a:close/>
                </a:path>
              </a:pathLst>
            </a:custGeom>
            <a:ln w="9144">
              <a:solidFill>
                <a:srgbClr val="000000"/>
              </a:solidFill>
            </a:ln>
          </p:spPr>
          <p:txBody>
            <a:bodyPr wrap="square" lIns="0" tIns="0" rIns="0" bIns="0" rtlCol="0"/>
            <a:lstStyle/>
            <a:p>
              <a:endParaRPr/>
            </a:p>
          </p:txBody>
        </p:sp>
        <p:sp>
          <p:nvSpPr>
            <p:cNvPr id="6" name="object 6"/>
            <p:cNvSpPr/>
            <p:nvPr/>
          </p:nvSpPr>
          <p:spPr>
            <a:xfrm>
              <a:off x="2290572" y="1376171"/>
              <a:ext cx="3869690" cy="2616835"/>
            </a:xfrm>
            <a:custGeom>
              <a:avLst/>
              <a:gdLst/>
              <a:ahLst/>
              <a:cxnLst/>
              <a:rect l="l" t="t" r="r" b="b"/>
              <a:pathLst>
                <a:path w="3869690" h="2616835">
                  <a:moveTo>
                    <a:pt x="3598672" y="2401189"/>
                  </a:moveTo>
                  <a:lnTo>
                    <a:pt x="3085693" y="1694713"/>
                  </a:lnTo>
                  <a:lnTo>
                    <a:pt x="3099854" y="1684401"/>
                  </a:lnTo>
                  <a:lnTo>
                    <a:pt x="3111373" y="1676019"/>
                  </a:lnTo>
                  <a:lnTo>
                    <a:pt x="3035808" y="1636776"/>
                  </a:lnTo>
                  <a:lnTo>
                    <a:pt x="3049778" y="1720850"/>
                  </a:lnTo>
                  <a:lnTo>
                    <a:pt x="3075406" y="1702193"/>
                  </a:lnTo>
                  <a:lnTo>
                    <a:pt x="3588512" y="2408555"/>
                  </a:lnTo>
                  <a:lnTo>
                    <a:pt x="3598672" y="2401189"/>
                  </a:lnTo>
                  <a:close/>
                </a:path>
                <a:path w="3869690" h="2616835">
                  <a:moveTo>
                    <a:pt x="3869436" y="38100"/>
                  </a:moveTo>
                  <a:lnTo>
                    <a:pt x="3851135" y="28956"/>
                  </a:lnTo>
                  <a:lnTo>
                    <a:pt x="3793236" y="0"/>
                  </a:lnTo>
                  <a:lnTo>
                    <a:pt x="3793236" y="28956"/>
                  </a:lnTo>
                  <a:lnTo>
                    <a:pt x="38100" y="28956"/>
                  </a:lnTo>
                  <a:lnTo>
                    <a:pt x="38100" y="38100"/>
                  </a:lnTo>
                  <a:lnTo>
                    <a:pt x="28956" y="38100"/>
                  </a:lnTo>
                  <a:lnTo>
                    <a:pt x="28956" y="2540508"/>
                  </a:lnTo>
                  <a:lnTo>
                    <a:pt x="0" y="2540508"/>
                  </a:lnTo>
                  <a:lnTo>
                    <a:pt x="38100" y="2616708"/>
                  </a:lnTo>
                  <a:lnTo>
                    <a:pt x="69850" y="2553208"/>
                  </a:lnTo>
                  <a:lnTo>
                    <a:pt x="76200" y="2540508"/>
                  </a:lnTo>
                  <a:lnTo>
                    <a:pt x="47244" y="2540508"/>
                  </a:lnTo>
                  <a:lnTo>
                    <a:pt x="47244" y="47244"/>
                  </a:lnTo>
                  <a:lnTo>
                    <a:pt x="3793236" y="47244"/>
                  </a:lnTo>
                  <a:lnTo>
                    <a:pt x="3793236" y="76200"/>
                  </a:lnTo>
                  <a:lnTo>
                    <a:pt x="3851148" y="47244"/>
                  </a:lnTo>
                  <a:lnTo>
                    <a:pt x="3869436" y="38100"/>
                  </a:lnTo>
                  <a:close/>
                </a:path>
              </a:pathLst>
            </a:custGeom>
            <a:solidFill>
              <a:srgbClr val="000000"/>
            </a:solidFill>
          </p:spPr>
          <p:txBody>
            <a:bodyPr wrap="square" lIns="0" tIns="0" rIns="0" bIns="0" rtlCol="0"/>
            <a:lstStyle/>
            <a:p>
              <a:endParaRPr/>
            </a:p>
          </p:txBody>
        </p:sp>
      </p:grpSp>
      <p:sp>
        <p:nvSpPr>
          <p:cNvPr id="7" name="object 7"/>
          <p:cNvSpPr txBox="1"/>
          <p:nvPr/>
        </p:nvSpPr>
        <p:spPr>
          <a:xfrm>
            <a:off x="5962650" y="3728084"/>
            <a:ext cx="494030" cy="299720"/>
          </a:xfrm>
          <a:prstGeom prst="rect">
            <a:avLst/>
          </a:prstGeom>
        </p:spPr>
        <p:txBody>
          <a:bodyPr vert="horz" wrap="square" lIns="0" tIns="12700" rIns="0" bIns="0" rtlCol="0">
            <a:spAutoFit/>
          </a:bodyPr>
          <a:lstStyle/>
          <a:p>
            <a:pPr marL="12700">
              <a:lnSpc>
                <a:spcPct val="100000"/>
              </a:lnSpc>
              <a:spcBef>
                <a:spcPts val="100"/>
              </a:spcBef>
            </a:pPr>
            <a:r>
              <a:rPr sz="1800" i="1" spc="-10" dirty="0">
                <a:latin typeface="Calibri"/>
                <a:cs typeface="Calibri"/>
              </a:rPr>
              <a:t>f</a:t>
            </a:r>
            <a:r>
              <a:rPr sz="1800" spc="-10" dirty="0">
                <a:latin typeface="Calibri"/>
                <a:cs typeface="Calibri"/>
              </a:rPr>
              <a:t>(</a:t>
            </a:r>
            <a:r>
              <a:rPr sz="1800" i="1" spc="-10" dirty="0">
                <a:latin typeface="Calibri"/>
                <a:cs typeface="Calibri"/>
              </a:rPr>
              <a:t>x</a:t>
            </a:r>
            <a:r>
              <a:rPr sz="1800" spc="-10" dirty="0">
                <a:latin typeface="Calibri"/>
                <a:cs typeface="Calibri"/>
              </a:rPr>
              <a:t>,</a:t>
            </a:r>
            <a:r>
              <a:rPr sz="1800" i="1" spc="-10" dirty="0">
                <a:latin typeface="Calibri"/>
                <a:cs typeface="Calibri"/>
              </a:rPr>
              <a:t>y</a:t>
            </a:r>
            <a:r>
              <a:rPr sz="1800" spc="-10" dirty="0">
                <a:latin typeface="Calibri"/>
                <a:cs typeface="Calibri"/>
              </a:rPr>
              <a:t>)</a:t>
            </a:r>
            <a:endParaRPr sz="1800">
              <a:latin typeface="Calibri"/>
              <a:cs typeface="Calibri"/>
            </a:endParaRPr>
          </a:p>
        </p:txBody>
      </p:sp>
      <p:sp>
        <p:nvSpPr>
          <p:cNvPr id="8" name="object 8"/>
          <p:cNvSpPr txBox="1"/>
          <p:nvPr/>
        </p:nvSpPr>
        <p:spPr>
          <a:xfrm>
            <a:off x="1252219" y="179578"/>
            <a:ext cx="4765040" cy="1205865"/>
          </a:xfrm>
          <a:prstGeom prst="rect">
            <a:avLst/>
          </a:prstGeom>
        </p:spPr>
        <p:txBody>
          <a:bodyPr vert="horz" wrap="square" lIns="0" tIns="12700" rIns="0" bIns="0" rtlCol="0">
            <a:spAutoFit/>
          </a:bodyPr>
          <a:lstStyle/>
          <a:p>
            <a:pPr marL="12700">
              <a:lnSpc>
                <a:spcPct val="100000"/>
              </a:lnSpc>
              <a:spcBef>
                <a:spcPts val="100"/>
              </a:spcBef>
            </a:pPr>
            <a:r>
              <a:rPr sz="1800" b="1" i="1" dirty="0">
                <a:latin typeface="Arial"/>
                <a:cs typeface="Arial"/>
              </a:rPr>
              <a:t>Fundamentals</a:t>
            </a:r>
            <a:r>
              <a:rPr sz="1800" b="1" i="1" spc="-65" dirty="0">
                <a:latin typeface="Arial"/>
                <a:cs typeface="Arial"/>
              </a:rPr>
              <a:t> </a:t>
            </a:r>
            <a:r>
              <a:rPr sz="1800" b="1" i="1" dirty="0">
                <a:latin typeface="Arial"/>
                <a:cs typeface="Arial"/>
              </a:rPr>
              <a:t>of</a:t>
            </a:r>
            <a:r>
              <a:rPr sz="1800" b="1" i="1" spc="-5" dirty="0">
                <a:latin typeface="Arial"/>
                <a:cs typeface="Arial"/>
              </a:rPr>
              <a:t> </a:t>
            </a:r>
            <a:r>
              <a:rPr sz="1800" b="1" i="1" dirty="0">
                <a:latin typeface="Arial"/>
                <a:cs typeface="Arial"/>
              </a:rPr>
              <a:t>Digital</a:t>
            </a:r>
            <a:r>
              <a:rPr sz="1800" b="1" i="1" spc="-25" dirty="0">
                <a:latin typeface="Arial"/>
                <a:cs typeface="Arial"/>
              </a:rPr>
              <a:t> </a:t>
            </a:r>
            <a:r>
              <a:rPr sz="1800" b="1" i="1" spc="-10" dirty="0">
                <a:latin typeface="Arial"/>
                <a:cs typeface="Arial"/>
              </a:rPr>
              <a:t>Images</a:t>
            </a:r>
            <a:endParaRPr sz="1800">
              <a:latin typeface="Arial"/>
              <a:cs typeface="Arial"/>
            </a:endParaRPr>
          </a:p>
          <a:p>
            <a:pPr>
              <a:lnSpc>
                <a:spcPct val="100000"/>
              </a:lnSpc>
            </a:pPr>
            <a:endParaRPr sz="1800">
              <a:latin typeface="Arial"/>
              <a:cs typeface="Arial"/>
            </a:endParaRPr>
          </a:p>
          <a:p>
            <a:pPr>
              <a:lnSpc>
                <a:spcPct val="100000"/>
              </a:lnSpc>
              <a:spcBef>
                <a:spcPts val="830"/>
              </a:spcBef>
            </a:pPr>
            <a:endParaRPr sz="1800">
              <a:latin typeface="Arial"/>
              <a:cs typeface="Arial"/>
            </a:endParaRPr>
          </a:p>
          <a:p>
            <a:pPr marR="5080" algn="r">
              <a:lnSpc>
                <a:spcPct val="100000"/>
              </a:lnSpc>
            </a:pPr>
            <a:r>
              <a:rPr sz="1800" i="1" spc="-50" dirty="0">
                <a:latin typeface="Calibri"/>
                <a:cs typeface="Calibri"/>
              </a:rPr>
              <a:t>x</a:t>
            </a:r>
            <a:endParaRPr sz="1800">
              <a:latin typeface="Calibri"/>
              <a:cs typeface="Calibri"/>
            </a:endParaRPr>
          </a:p>
        </p:txBody>
      </p:sp>
      <p:sp>
        <p:nvSpPr>
          <p:cNvPr id="9" name="object 9"/>
          <p:cNvSpPr txBox="1"/>
          <p:nvPr/>
        </p:nvSpPr>
        <p:spPr>
          <a:xfrm>
            <a:off x="2060575" y="3524757"/>
            <a:ext cx="128270" cy="299720"/>
          </a:xfrm>
          <a:prstGeom prst="rect">
            <a:avLst/>
          </a:prstGeom>
        </p:spPr>
        <p:txBody>
          <a:bodyPr vert="horz" wrap="square" lIns="0" tIns="12700" rIns="0" bIns="0" rtlCol="0">
            <a:spAutoFit/>
          </a:bodyPr>
          <a:lstStyle/>
          <a:p>
            <a:pPr marL="12700">
              <a:lnSpc>
                <a:spcPct val="100000"/>
              </a:lnSpc>
              <a:spcBef>
                <a:spcPts val="100"/>
              </a:spcBef>
            </a:pPr>
            <a:r>
              <a:rPr sz="1800" i="1" spc="-50" dirty="0">
                <a:latin typeface="Calibri"/>
                <a:cs typeface="Calibri"/>
              </a:rPr>
              <a:t>y</a:t>
            </a:r>
            <a:endParaRPr sz="1800">
              <a:latin typeface="Calibri"/>
              <a:cs typeface="Calibri"/>
            </a:endParaRPr>
          </a:p>
        </p:txBody>
      </p:sp>
      <p:sp>
        <p:nvSpPr>
          <p:cNvPr id="10" name="object 10"/>
          <p:cNvSpPr txBox="1"/>
          <p:nvPr/>
        </p:nvSpPr>
        <p:spPr>
          <a:xfrm>
            <a:off x="1176019" y="4213986"/>
            <a:ext cx="6221095" cy="1669414"/>
          </a:xfrm>
          <a:prstGeom prst="rect">
            <a:avLst/>
          </a:prstGeom>
        </p:spPr>
        <p:txBody>
          <a:bodyPr vert="horz" wrap="square" lIns="0" tIns="12700" rIns="0" bIns="0" rtlCol="0">
            <a:spAutoFit/>
          </a:bodyPr>
          <a:lstStyle/>
          <a:p>
            <a:pPr marL="194945" indent="-182245">
              <a:lnSpc>
                <a:spcPct val="100000"/>
              </a:lnSpc>
              <a:spcBef>
                <a:spcPts val="100"/>
              </a:spcBef>
              <a:buClr>
                <a:srgbClr val="FF0000"/>
              </a:buClr>
              <a:buFont typeface="Wingdings"/>
              <a:buChar char=""/>
              <a:tabLst>
                <a:tab pos="194945" algn="l"/>
              </a:tabLst>
            </a:pPr>
            <a:r>
              <a:rPr sz="1800" b="1" dirty="0">
                <a:latin typeface="Calibri"/>
                <a:cs typeface="Calibri"/>
              </a:rPr>
              <a:t>An</a:t>
            </a:r>
            <a:r>
              <a:rPr sz="1800" b="1" spc="-25" dirty="0">
                <a:latin typeface="Calibri"/>
                <a:cs typeface="Calibri"/>
              </a:rPr>
              <a:t> </a:t>
            </a:r>
            <a:r>
              <a:rPr sz="1800" b="1" dirty="0">
                <a:latin typeface="Calibri"/>
                <a:cs typeface="Calibri"/>
              </a:rPr>
              <a:t>image</a:t>
            </a:r>
            <a:r>
              <a:rPr sz="1800" dirty="0">
                <a:latin typeface="Calibri"/>
                <a:cs typeface="Calibri"/>
              </a:rPr>
              <a:t>:</a:t>
            </a:r>
            <a:r>
              <a:rPr sz="1800" spc="-45" dirty="0">
                <a:latin typeface="Calibri"/>
                <a:cs typeface="Calibri"/>
              </a:rPr>
              <a:t> </a:t>
            </a:r>
            <a:r>
              <a:rPr sz="1800" b="1" dirty="0">
                <a:latin typeface="Calibri"/>
                <a:cs typeface="Calibri"/>
              </a:rPr>
              <a:t>a</a:t>
            </a:r>
            <a:r>
              <a:rPr sz="1800" b="1" spc="-35" dirty="0">
                <a:latin typeface="Calibri"/>
                <a:cs typeface="Calibri"/>
              </a:rPr>
              <a:t> </a:t>
            </a:r>
            <a:r>
              <a:rPr sz="1800" b="1" dirty="0">
                <a:latin typeface="Calibri"/>
                <a:cs typeface="Calibri"/>
              </a:rPr>
              <a:t>multidimensional</a:t>
            </a:r>
            <a:r>
              <a:rPr sz="1800" b="1" spc="-30" dirty="0">
                <a:latin typeface="Calibri"/>
                <a:cs typeface="Calibri"/>
              </a:rPr>
              <a:t> </a:t>
            </a:r>
            <a:r>
              <a:rPr sz="1800" b="1" dirty="0">
                <a:latin typeface="Calibri"/>
                <a:cs typeface="Calibri"/>
              </a:rPr>
              <a:t>function</a:t>
            </a:r>
            <a:r>
              <a:rPr sz="1800" b="1" spc="-25" dirty="0">
                <a:latin typeface="Calibri"/>
                <a:cs typeface="Calibri"/>
              </a:rPr>
              <a:t> </a:t>
            </a:r>
            <a:r>
              <a:rPr sz="1800" b="1" dirty="0">
                <a:latin typeface="Calibri"/>
                <a:cs typeface="Calibri"/>
              </a:rPr>
              <a:t>of</a:t>
            </a:r>
            <a:r>
              <a:rPr sz="1800" b="1" spc="-35" dirty="0">
                <a:latin typeface="Calibri"/>
                <a:cs typeface="Calibri"/>
              </a:rPr>
              <a:t> </a:t>
            </a:r>
            <a:r>
              <a:rPr sz="1800" b="1" dirty="0">
                <a:latin typeface="Calibri"/>
                <a:cs typeface="Calibri"/>
              </a:rPr>
              <a:t>spatial</a:t>
            </a:r>
            <a:r>
              <a:rPr sz="1800" b="1" spc="-30" dirty="0">
                <a:latin typeface="Calibri"/>
                <a:cs typeface="Calibri"/>
              </a:rPr>
              <a:t> </a:t>
            </a:r>
            <a:r>
              <a:rPr sz="1800" b="1" spc="-10" dirty="0">
                <a:latin typeface="Calibri"/>
                <a:cs typeface="Calibri"/>
              </a:rPr>
              <a:t>coordinates</a:t>
            </a:r>
            <a:r>
              <a:rPr sz="1800" spc="-10" dirty="0">
                <a:latin typeface="Calibri"/>
                <a:cs typeface="Calibri"/>
              </a:rPr>
              <a:t>.</a:t>
            </a:r>
            <a:endParaRPr sz="1800">
              <a:latin typeface="Calibri"/>
              <a:cs typeface="Calibri"/>
            </a:endParaRPr>
          </a:p>
          <a:p>
            <a:pPr marL="195580" indent="-182880">
              <a:lnSpc>
                <a:spcPts val="2150"/>
              </a:lnSpc>
              <a:buClr>
                <a:srgbClr val="FF0000"/>
              </a:buClr>
              <a:buFont typeface="Wingdings"/>
              <a:buChar char=""/>
              <a:tabLst>
                <a:tab pos="195580" algn="l"/>
              </a:tabLst>
            </a:pPr>
            <a:r>
              <a:rPr sz="1800" b="1" dirty="0">
                <a:latin typeface="Calibri"/>
                <a:cs typeface="Calibri"/>
              </a:rPr>
              <a:t>Spatial</a:t>
            </a:r>
            <a:r>
              <a:rPr sz="1800" b="1" spc="-10" dirty="0">
                <a:latin typeface="Calibri"/>
                <a:cs typeface="Calibri"/>
              </a:rPr>
              <a:t> coordinate</a:t>
            </a:r>
            <a:r>
              <a:rPr sz="1800" spc="-10" dirty="0">
                <a:latin typeface="Calibri"/>
                <a:cs typeface="Calibri"/>
              </a:rPr>
              <a:t>:</a:t>
            </a:r>
            <a:r>
              <a:rPr sz="1800" spc="-40" dirty="0">
                <a:latin typeface="Calibri"/>
                <a:cs typeface="Calibri"/>
              </a:rPr>
              <a:t> </a:t>
            </a:r>
            <a:r>
              <a:rPr sz="1800" dirty="0">
                <a:latin typeface="Calibri"/>
                <a:cs typeface="Calibri"/>
              </a:rPr>
              <a:t>(</a:t>
            </a:r>
            <a:r>
              <a:rPr sz="1800" i="1" dirty="0">
                <a:latin typeface="Calibri"/>
                <a:cs typeface="Calibri"/>
              </a:rPr>
              <a:t>x</a:t>
            </a:r>
            <a:r>
              <a:rPr sz="1800" dirty="0">
                <a:latin typeface="Calibri"/>
                <a:cs typeface="Calibri"/>
              </a:rPr>
              <a:t>,</a:t>
            </a:r>
            <a:r>
              <a:rPr sz="1800" i="1" dirty="0">
                <a:latin typeface="Calibri"/>
                <a:cs typeface="Calibri"/>
              </a:rPr>
              <a:t>y</a:t>
            </a:r>
            <a:r>
              <a:rPr sz="1800" dirty="0">
                <a:latin typeface="Calibri"/>
                <a:cs typeface="Calibri"/>
              </a:rPr>
              <a:t>)</a:t>
            </a:r>
            <a:r>
              <a:rPr sz="1800" spc="-35" dirty="0">
                <a:latin typeface="Calibri"/>
                <a:cs typeface="Calibri"/>
              </a:rPr>
              <a:t> </a:t>
            </a:r>
            <a:r>
              <a:rPr sz="1800" dirty="0">
                <a:latin typeface="Calibri"/>
                <a:cs typeface="Calibri"/>
              </a:rPr>
              <a:t>for</a:t>
            </a:r>
            <a:r>
              <a:rPr sz="1800" spc="-35" dirty="0">
                <a:latin typeface="Calibri"/>
                <a:cs typeface="Calibri"/>
              </a:rPr>
              <a:t> </a:t>
            </a:r>
            <a:r>
              <a:rPr sz="1800" dirty="0">
                <a:latin typeface="Calibri"/>
                <a:cs typeface="Calibri"/>
              </a:rPr>
              <a:t>2D</a:t>
            </a:r>
            <a:r>
              <a:rPr sz="1800" spc="-25" dirty="0">
                <a:latin typeface="Calibri"/>
                <a:cs typeface="Calibri"/>
              </a:rPr>
              <a:t> </a:t>
            </a:r>
            <a:r>
              <a:rPr sz="1800" dirty="0">
                <a:latin typeface="Calibri"/>
                <a:cs typeface="Calibri"/>
              </a:rPr>
              <a:t>case</a:t>
            </a:r>
            <a:r>
              <a:rPr sz="1800" spc="-20" dirty="0">
                <a:latin typeface="Calibri"/>
                <a:cs typeface="Calibri"/>
              </a:rPr>
              <a:t> </a:t>
            </a:r>
            <a:r>
              <a:rPr sz="1800" dirty="0">
                <a:latin typeface="Calibri"/>
                <a:cs typeface="Calibri"/>
              </a:rPr>
              <a:t>such</a:t>
            </a:r>
            <a:r>
              <a:rPr sz="1800" spc="-30" dirty="0">
                <a:latin typeface="Calibri"/>
                <a:cs typeface="Calibri"/>
              </a:rPr>
              <a:t> </a:t>
            </a:r>
            <a:r>
              <a:rPr sz="1800" dirty="0">
                <a:latin typeface="Calibri"/>
                <a:cs typeface="Calibri"/>
              </a:rPr>
              <a:t>as</a:t>
            </a:r>
            <a:r>
              <a:rPr sz="1800" spc="-45" dirty="0">
                <a:latin typeface="Calibri"/>
                <a:cs typeface="Calibri"/>
              </a:rPr>
              <a:t> </a:t>
            </a:r>
            <a:r>
              <a:rPr sz="1800" spc="-10" dirty="0">
                <a:latin typeface="Calibri"/>
                <a:cs typeface="Calibri"/>
              </a:rPr>
              <a:t>photograph,</a:t>
            </a:r>
            <a:endParaRPr sz="1800">
              <a:latin typeface="Calibri"/>
              <a:cs typeface="Calibri"/>
            </a:endParaRPr>
          </a:p>
          <a:p>
            <a:pPr marL="2207895" marR="186690">
              <a:lnSpc>
                <a:spcPts val="2160"/>
              </a:lnSpc>
              <a:spcBef>
                <a:spcPts val="60"/>
              </a:spcBef>
            </a:pPr>
            <a:r>
              <a:rPr sz="1800" dirty="0">
                <a:latin typeface="Calibri"/>
                <a:cs typeface="Calibri"/>
              </a:rPr>
              <a:t>(</a:t>
            </a:r>
            <a:r>
              <a:rPr sz="1800" i="1" dirty="0">
                <a:latin typeface="Calibri"/>
                <a:cs typeface="Calibri"/>
              </a:rPr>
              <a:t>x</a:t>
            </a:r>
            <a:r>
              <a:rPr sz="1800" dirty="0">
                <a:latin typeface="Calibri"/>
                <a:cs typeface="Calibri"/>
              </a:rPr>
              <a:t>,</a:t>
            </a:r>
            <a:r>
              <a:rPr sz="1800" i="1" dirty="0">
                <a:latin typeface="Calibri"/>
                <a:cs typeface="Calibri"/>
              </a:rPr>
              <a:t>y</a:t>
            </a:r>
            <a:r>
              <a:rPr sz="1800" dirty="0">
                <a:latin typeface="Calibri"/>
                <a:cs typeface="Calibri"/>
              </a:rPr>
              <a:t>,</a:t>
            </a:r>
            <a:r>
              <a:rPr sz="1800" i="1" dirty="0">
                <a:latin typeface="Calibri"/>
                <a:cs typeface="Calibri"/>
              </a:rPr>
              <a:t>z</a:t>
            </a:r>
            <a:r>
              <a:rPr sz="1800" dirty="0">
                <a:latin typeface="Calibri"/>
                <a:cs typeface="Calibri"/>
              </a:rPr>
              <a:t>)</a:t>
            </a:r>
            <a:r>
              <a:rPr sz="1800" spc="-55" dirty="0">
                <a:latin typeface="Calibri"/>
                <a:cs typeface="Calibri"/>
              </a:rPr>
              <a:t> </a:t>
            </a:r>
            <a:r>
              <a:rPr sz="1800" dirty="0">
                <a:latin typeface="Calibri"/>
                <a:cs typeface="Calibri"/>
              </a:rPr>
              <a:t>for</a:t>
            </a:r>
            <a:r>
              <a:rPr sz="1800" spc="-35" dirty="0">
                <a:latin typeface="Calibri"/>
                <a:cs typeface="Calibri"/>
              </a:rPr>
              <a:t> </a:t>
            </a:r>
            <a:r>
              <a:rPr sz="1800" dirty="0">
                <a:latin typeface="Calibri"/>
                <a:cs typeface="Calibri"/>
              </a:rPr>
              <a:t>3D</a:t>
            </a:r>
            <a:r>
              <a:rPr sz="1800" spc="-20" dirty="0">
                <a:latin typeface="Calibri"/>
                <a:cs typeface="Calibri"/>
              </a:rPr>
              <a:t> </a:t>
            </a:r>
            <a:r>
              <a:rPr sz="1800" dirty="0">
                <a:latin typeface="Calibri"/>
                <a:cs typeface="Calibri"/>
              </a:rPr>
              <a:t>case</a:t>
            </a:r>
            <a:r>
              <a:rPr sz="1800" spc="-20" dirty="0">
                <a:latin typeface="Calibri"/>
                <a:cs typeface="Calibri"/>
              </a:rPr>
              <a:t> </a:t>
            </a:r>
            <a:r>
              <a:rPr sz="1800" dirty="0">
                <a:latin typeface="Calibri"/>
                <a:cs typeface="Calibri"/>
              </a:rPr>
              <a:t>such</a:t>
            </a:r>
            <a:r>
              <a:rPr sz="1800" spc="-25" dirty="0">
                <a:latin typeface="Calibri"/>
                <a:cs typeface="Calibri"/>
              </a:rPr>
              <a:t> </a:t>
            </a:r>
            <a:r>
              <a:rPr sz="1800" dirty="0">
                <a:latin typeface="Calibri"/>
                <a:cs typeface="Calibri"/>
              </a:rPr>
              <a:t>as</a:t>
            </a:r>
            <a:r>
              <a:rPr sz="1800" spc="-45" dirty="0">
                <a:latin typeface="Calibri"/>
                <a:cs typeface="Calibri"/>
              </a:rPr>
              <a:t> </a:t>
            </a:r>
            <a:r>
              <a:rPr sz="1800" dirty="0">
                <a:latin typeface="Calibri"/>
                <a:cs typeface="Calibri"/>
              </a:rPr>
              <a:t>CT</a:t>
            </a:r>
            <a:r>
              <a:rPr sz="1800" spc="-5" dirty="0">
                <a:latin typeface="Calibri"/>
                <a:cs typeface="Calibri"/>
              </a:rPr>
              <a:t> </a:t>
            </a:r>
            <a:r>
              <a:rPr sz="1800" dirty="0">
                <a:latin typeface="Calibri"/>
                <a:cs typeface="Calibri"/>
              </a:rPr>
              <a:t>scan</a:t>
            </a:r>
            <a:r>
              <a:rPr sz="1800" spc="-20" dirty="0">
                <a:latin typeface="Calibri"/>
                <a:cs typeface="Calibri"/>
              </a:rPr>
              <a:t> </a:t>
            </a:r>
            <a:r>
              <a:rPr sz="1800" spc="-10" dirty="0">
                <a:latin typeface="Calibri"/>
                <a:cs typeface="Calibri"/>
              </a:rPr>
              <a:t>images </a:t>
            </a:r>
            <a:r>
              <a:rPr sz="1800" dirty="0">
                <a:latin typeface="Calibri"/>
                <a:cs typeface="Calibri"/>
              </a:rPr>
              <a:t>(</a:t>
            </a:r>
            <a:r>
              <a:rPr sz="1800" i="1" dirty="0">
                <a:latin typeface="Calibri"/>
                <a:cs typeface="Calibri"/>
              </a:rPr>
              <a:t>x</a:t>
            </a:r>
            <a:r>
              <a:rPr sz="1800" dirty="0">
                <a:latin typeface="Calibri"/>
                <a:cs typeface="Calibri"/>
              </a:rPr>
              <a:t>,</a:t>
            </a:r>
            <a:r>
              <a:rPr sz="1800" i="1" dirty="0">
                <a:latin typeface="Calibri"/>
                <a:cs typeface="Calibri"/>
              </a:rPr>
              <a:t>y</a:t>
            </a:r>
            <a:r>
              <a:rPr sz="1800" dirty="0">
                <a:latin typeface="Calibri"/>
                <a:cs typeface="Calibri"/>
              </a:rPr>
              <a:t>,</a:t>
            </a:r>
            <a:r>
              <a:rPr sz="1800" i="1" dirty="0">
                <a:latin typeface="Calibri"/>
                <a:cs typeface="Calibri"/>
              </a:rPr>
              <a:t>t</a:t>
            </a:r>
            <a:r>
              <a:rPr sz="1800" dirty="0">
                <a:latin typeface="Calibri"/>
                <a:cs typeface="Calibri"/>
              </a:rPr>
              <a:t>)</a:t>
            </a:r>
            <a:r>
              <a:rPr sz="1800" spc="-60" dirty="0">
                <a:latin typeface="Calibri"/>
                <a:cs typeface="Calibri"/>
              </a:rPr>
              <a:t> </a:t>
            </a:r>
            <a:r>
              <a:rPr sz="1800" dirty="0">
                <a:latin typeface="Calibri"/>
                <a:cs typeface="Calibri"/>
              </a:rPr>
              <a:t>for</a:t>
            </a:r>
            <a:r>
              <a:rPr sz="1800" spc="-15" dirty="0">
                <a:latin typeface="Calibri"/>
                <a:cs typeface="Calibri"/>
              </a:rPr>
              <a:t> </a:t>
            </a:r>
            <a:r>
              <a:rPr sz="1800" spc="-10" dirty="0">
                <a:latin typeface="Calibri"/>
                <a:cs typeface="Calibri"/>
              </a:rPr>
              <a:t>movies</a:t>
            </a:r>
            <a:endParaRPr sz="1800">
              <a:latin typeface="Calibri"/>
              <a:cs typeface="Calibri"/>
            </a:endParaRPr>
          </a:p>
          <a:p>
            <a:pPr marL="195580" indent="-182880">
              <a:lnSpc>
                <a:spcPts val="2100"/>
              </a:lnSpc>
              <a:buFont typeface="Wingdings"/>
              <a:buChar char=""/>
              <a:tabLst>
                <a:tab pos="195580" algn="l"/>
              </a:tabLst>
            </a:pPr>
            <a:r>
              <a:rPr sz="1800" dirty="0">
                <a:latin typeface="Calibri"/>
                <a:cs typeface="Calibri"/>
              </a:rPr>
              <a:t>The</a:t>
            </a:r>
            <a:r>
              <a:rPr sz="1800" spc="-30" dirty="0">
                <a:latin typeface="Calibri"/>
                <a:cs typeface="Calibri"/>
              </a:rPr>
              <a:t> </a:t>
            </a:r>
            <a:r>
              <a:rPr sz="1800" dirty="0">
                <a:latin typeface="Calibri"/>
                <a:cs typeface="Calibri"/>
              </a:rPr>
              <a:t>function </a:t>
            </a:r>
            <a:r>
              <a:rPr sz="1800" i="1" dirty="0">
                <a:latin typeface="Calibri"/>
                <a:cs typeface="Calibri"/>
              </a:rPr>
              <a:t>f</a:t>
            </a:r>
            <a:r>
              <a:rPr sz="1800" i="1" spc="-45" dirty="0">
                <a:latin typeface="Calibri"/>
                <a:cs typeface="Calibri"/>
              </a:rPr>
              <a:t> </a:t>
            </a:r>
            <a:r>
              <a:rPr sz="1800" dirty="0">
                <a:latin typeface="Calibri"/>
                <a:cs typeface="Calibri"/>
              </a:rPr>
              <a:t>may</a:t>
            </a:r>
            <a:r>
              <a:rPr sz="1800" spc="-65" dirty="0">
                <a:latin typeface="Calibri"/>
                <a:cs typeface="Calibri"/>
              </a:rPr>
              <a:t> </a:t>
            </a:r>
            <a:r>
              <a:rPr sz="1800" spc="-10" dirty="0">
                <a:latin typeface="Calibri"/>
                <a:cs typeface="Calibri"/>
              </a:rPr>
              <a:t>represent</a:t>
            </a:r>
            <a:r>
              <a:rPr sz="1800" spc="40" dirty="0">
                <a:latin typeface="Calibri"/>
                <a:cs typeface="Calibri"/>
              </a:rPr>
              <a:t> </a:t>
            </a:r>
            <a:r>
              <a:rPr sz="1800" spc="-10" dirty="0">
                <a:latin typeface="Calibri"/>
                <a:cs typeface="Calibri"/>
              </a:rPr>
              <a:t>intensity</a:t>
            </a:r>
            <a:r>
              <a:rPr sz="1800" spc="-5" dirty="0">
                <a:latin typeface="Calibri"/>
                <a:cs typeface="Calibri"/>
              </a:rPr>
              <a:t> </a:t>
            </a:r>
            <a:r>
              <a:rPr sz="1800" dirty="0">
                <a:latin typeface="Calibri"/>
                <a:cs typeface="Calibri"/>
              </a:rPr>
              <a:t>(for</a:t>
            </a:r>
            <a:r>
              <a:rPr sz="1800" spc="-40" dirty="0">
                <a:latin typeface="Calibri"/>
                <a:cs typeface="Calibri"/>
              </a:rPr>
              <a:t> </a:t>
            </a:r>
            <a:r>
              <a:rPr sz="1800" spc="-10" dirty="0">
                <a:latin typeface="Calibri"/>
                <a:cs typeface="Calibri"/>
              </a:rPr>
              <a:t>monochrome</a:t>
            </a:r>
            <a:r>
              <a:rPr sz="1800" spc="-50" dirty="0">
                <a:latin typeface="Calibri"/>
                <a:cs typeface="Calibri"/>
              </a:rPr>
              <a:t> </a:t>
            </a:r>
            <a:r>
              <a:rPr sz="1800" spc="-10" dirty="0">
                <a:latin typeface="Calibri"/>
                <a:cs typeface="Calibri"/>
              </a:rPr>
              <a:t>images)</a:t>
            </a:r>
            <a:endParaRPr sz="1800">
              <a:latin typeface="Calibri"/>
              <a:cs typeface="Calibri"/>
            </a:endParaRPr>
          </a:p>
          <a:p>
            <a:pPr marL="222885">
              <a:lnSpc>
                <a:spcPts val="2150"/>
              </a:lnSpc>
            </a:pPr>
            <a:r>
              <a:rPr sz="1800" dirty="0">
                <a:latin typeface="Calibri"/>
                <a:cs typeface="Calibri"/>
              </a:rPr>
              <a:t>or</a:t>
            </a:r>
            <a:r>
              <a:rPr sz="1800" spc="-60" dirty="0">
                <a:latin typeface="Calibri"/>
                <a:cs typeface="Calibri"/>
              </a:rPr>
              <a:t> </a:t>
            </a:r>
            <a:r>
              <a:rPr sz="1800" dirty="0">
                <a:latin typeface="Calibri"/>
                <a:cs typeface="Calibri"/>
              </a:rPr>
              <a:t>color</a:t>
            </a:r>
            <a:r>
              <a:rPr sz="1800" spc="-80" dirty="0">
                <a:latin typeface="Calibri"/>
                <a:cs typeface="Calibri"/>
              </a:rPr>
              <a:t> </a:t>
            </a:r>
            <a:r>
              <a:rPr sz="1800" dirty="0">
                <a:latin typeface="Calibri"/>
                <a:cs typeface="Calibri"/>
              </a:rPr>
              <a:t>(for</a:t>
            </a:r>
            <a:r>
              <a:rPr sz="1800" spc="-55" dirty="0">
                <a:latin typeface="Calibri"/>
                <a:cs typeface="Calibri"/>
              </a:rPr>
              <a:t> </a:t>
            </a:r>
            <a:r>
              <a:rPr sz="1800" dirty="0">
                <a:latin typeface="Calibri"/>
                <a:cs typeface="Calibri"/>
              </a:rPr>
              <a:t>color</a:t>
            </a:r>
            <a:r>
              <a:rPr sz="1800" spc="-55" dirty="0">
                <a:latin typeface="Calibri"/>
                <a:cs typeface="Calibri"/>
              </a:rPr>
              <a:t> </a:t>
            </a:r>
            <a:r>
              <a:rPr sz="1800" dirty="0">
                <a:latin typeface="Calibri"/>
                <a:cs typeface="Calibri"/>
              </a:rPr>
              <a:t>images)</a:t>
            </a:r>
            <a:r>
              <a:rPr sz="1800" spc="-10" dirty="0">
                <a:latin typeface="Calibri"/>
                <a:cs typeface="Calibri"/>
              </a:rPr>
              <a:t> </a:t>
            </a:r>
            <a:r>
              <a:rPr sz="1800" dirty="0">
                <a:latin typeface="Calibri"/>
                <a:cs typeface="Calibri"/>
              </a:rPr>
              <a:t>or</a:t>
            </a:r>
            <a:r>
              <a:rPr sz="1800" spc="-80" dirty="0">
                <a:latin typeface="Calibri"/>
                <a:cs typeface="Calibri"/>
              </a:rPr>
              <a:t> </a:t>
            </a:r>
            <a:r>
              <a:rPr sz="1800" dirty="0">
                <a:latin typeface="Calibri"/>
                <a:cs typeface="Calibri"/>
              </a:rPr>
              <a:t>other</a:t>
            </a:r>
            <a:r>
              <a:rPr sz="1800" spc="-40" dirty="0">
                <a:latin typeface="Calibri"/>
                <a:cs typeface="Calibri"/>
              </a:rPr>
              <a:t> </a:t>
            </a:r>
            <a:r>
              <a:rPr sz="1800" dirty="0">
                <a:latin typeface="Calibri"/>
                <a:cs typeface="Calibri"/>
              </a:rPr>
              <a:t>associated</a:t>
            </a:r>
            <a:r>
              <a:rPr sz="1800" spc="-25" dirty="0">
                <a:latin typeface="Calibri"/>
                <a:cs typeface="Calibri"/>
              </a:rPr>
              <a:t> </a:t>
            </a:r>
            <a:r>
              <a:rPr sz="1800" spc="-10" dirty="0">
                <a:latin typeface="Calibri"/>
                <a:cs typeface="Calibri"/>
              </a:rPr>
              <a:t>values.</a:t>
            </a:r>
            <a:endParaRPr sz="1800">
              <a:latin typeface="Calibri"/>
              <a:cs typeface="Calibri"/>
            </a:endParaRPr>
          </a:p>
        </p:txBody>
      </p:sp>
      <p:sp>
        <p:nvSpPr>
          <p:cNvPr id="11" name="object 11"/>
          <p:cNvSpPr txBox="1"/>
          <p:nvPr/>
        </p:nvSpPr>
        <p:spPr>
          <a:xfrm>
            <a:off x="1222044" y="2076450"/>
            <a:ext cx="58801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Origin</a:t>
            </a:r>
            <a:endParaRPr sz="1800">
              <a:latin typeface="Calibri"/>
              <a:cs typeface="Calibri"/>
            </a:endParaRPr>
          </a:p>
        </p:txBody>
      </p:sp>
      <p:sp>
        <p:nvSpPr>
          <p:cNvPr id="12" name="object 12"/>
          <p:cNvSpPr/>
          <p:nvPr/>
        </p:nvSpPr>
        <p:spPr>
          <a:xfrm>
            <a:off x="1749298" y="1449324"/>
            <a:ext cx="538480" cy="614045"/>
          </a:xfrm>
          <a:custGeom>
            <a:avLst/>
            <a:gdLst/>
            <a:ahLst/>
            <a:cxnLst/>
            <a:rect l="l" t="t" r="r" b="b"/>
            <a:pathLst>
              <a:path w="538480" h="614044">
                <a:moveTo>
                  <a:pt x="483243" y="53130"/>
                </a:moveTo>
                <a:lnTo>
                  <a:pt x="0" y="605409"/>
                </a:lnTo>
                <a:lnTo>
                  <a:pt x="9651" y="613790"/>
                </a:lnTo>
                <a:lnTo>
                  <a:pt x="492798" y="61480"/>
                </a:lnTo>
                <a:lnTo>
                  <a:pt x="483243" y="53130"/>
                </a:lnTo>
                <a:close/>
              </a:path>
              <a:path w="538480" h="614044">
                <a:moveTo>
                  <a:pt x="526882" y="43561"/>
                </a:moveTo>
                <a:lnTo>
                  <a:pt x="491616" y="43561"/>
                </a:lnTo>
                <a:lnTo>
                  <a:pt x="501141" y="51942"/>
                </a:lnTo>
                <a:lnTo>
                  <a:pt x="492798" y="61480"/>
                </a:lnTo>
                <a:lnTo>
                  <a:pt x="516763" y="82423"/>
                </a:lnTo>
                <a:lnTo>
                  <a:pt x="526882" y="43561"/>
                </a:lnTo>
                <a:close/>
              </a:path>
              <a:path w="538480" h="614044">
                <a:moveTo>
                  <a:pt x="491616" y="43561"/>
                </a:moveTo>
                <a:lnTo>
                  <a:pt x="483243" y="53130"/>
                </a:lnTo>
                <a:lnTo>
                  <a:pt x="492798" y="61480"/>
                </a:lnTo>
                <a:lnTo>
                  <a:pt x="501141" y="51942"/>
                </a:lnTo>
                <a:lnTo>
                  <a:pt x="491616" y="43561"/>
                </a:lnTo>
                <a:close/>
              </a:path>
              <a:path w="538480" h="614044">
                <a:moveTo>
                  <a:pt x="538226" y="0"/>
                </a:moveTo>
                <a:lnTo>
                  <a:pt x="459358" y="32258"/>
                </a:lnTo>
                <a:lnTo>
                  <a:pt x="483243" y="53130"/>
                </a:lnTo>
                <a:lnTo>
                  <a:pt x="491616" y="43561"/>
                </a:lnTo>
                <a:lnTo>
                  <a:pt x="526882" y="43561"/>
                </a:lnTo>
                <a:lnTo>
                  <a:pt x="538226" y="0"/>
                </a:lnTo>
                <a:close/>
              </a:path>
            </a:pathLst>
          </a:custGeom>
          <a:solidFill>
            <a:srgbClr val="000000"/>
          </a:solidFill>
        </p:spPr>
        <p:txBody>
          <a:bodyPr wrap="square" lIns="0" tIns="0" rIns="0" bIns="0" rtlCol="0"/>
          <a:lstStyle/>
          <a:p>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11460" y="1079672"/>
            <a:ext cx="4077022" cy="3908039"/>
          </a:xfrm>
          <a:prstGeom prst="rect">
            <a:avLst/>
          </a:prstGeom>
        </p:spPr>
      </p:pic>
      <p:sp>
        <p:nvSpPr>
          <p:cNvPr id="3" name="object 3"/>
          <p:cNvSpPr txBox="1">
            <a:spLocks noGrp="1"/>
          </p:cNvSpPr>
          <p:nvPr>
            <p:ph type="title"/>
          </p:nvPr>
        </p:nvSpPr>
        <p:spPr>
          <a:prstGeom prst="rect">
            <a:avLst/>
          </a:prstGeom>
        </p:spPr>
        <p:txBody>
          <a:bodyPr vert="horz" wrap="square" lIns="0" tIns="129285" rIns="0" bIns="0" rtlCol="0">
            <a:spAutoFit/>
          </a:bodyPr>
          <a:lstStyle/>
          <a:p>
            <a:pPr marL="496570">
              <a:lnSpc>
                <a:spcPct val="100000"/>
              </a:lnSpc>
              <a:spcBef>
                <a:spcPts val="110"/>
              </a:spcBef>
            </a:pPr>
            <a:r>
              <a:rPr sz="2800" b="1" dirty="0">
                <a:latin typeface="Calibri"/>
                <a:cs typeface="Calibri"/>
              </a:rPr>
              <a:t>Conventional</a:t>
            </a:r>
            <a:r>
              <a:rPr sz="2800" b="1" spc="-80" dirty="0">
                <a:latin typeface="Calibri"/>
                <a:cs typeface="Calibri"/>
              </a:rPr>
              <a:t> </a:t>
            </a:r>
            <a:r>
              <a:rPr sz="2800" b="1" spc="-10" dirty="0">
                <a:latin typeface="Calibri"/>
                <a:cs typeface="Calibri"/>
              </a:rPr>
              <a:t>Coordinate</a:t>
            </a:r>
            <a:r>
              <a:rPr sz="2800" b="1" spc="-130" dirty="0">
                <a:latin typeface="Calibri"/>
                <a:cs typeface="Calibri"/>
              </a:rPr>
              <a:t> </a:t>
            </a:r>
            <a:r>
              <a:rPr sz="2800" b="1" dirty="0">
                <a:latin typeface="Calibri"/>
                <a:cs typeface="Calibri"/>
              </a:rPr>
              <a:t>for</a:t>
            </a:r>
            <a:r>
              <a:rPr sz="2800" b="1" spc="-60" dirty="0">
                <a:latin typeface="Calibri"/>
                <a:cs typeface="Calibri"/>
              </a:rPr>
              <a:t> </a:t>
            </a:r>
            <a:r>
              <a:rPr sz="2800" b="1" dirty="0">
                <a:latin typeface="Calibri"/>
                <a:cs typeface="Calibri"/>
              </a:rPr>
              <a:t>Image</a:t>
            </a:r>
            <a:r>
              <a:rPr sz="2800" b="1" spc="-55" dirty="0">
                <a:latin typeface="Calibri"/>
                <a:cs typeface="Calibri"/>
              </a:rPr>
              <a:t> </a:t>
            </a:r>
            <a:r>
              <a:rPr sz="2800" b="1" spc="-10" dirty="0">
                <a:latin typeface="Calibri"/>
                <a:cs typeface="Calibri"/>
              </a:rPr>
              <a:t>Representation</a:t>
            </a:r>
            <a:endParaRPr sz="2800">
              <a:latin typeface="Calibri"/>
              <a:cs typeface="Calibri"/>
            </a:endParaRPr>
          </a:p>
        </p:txBody>
      </p:sp>
      <p:sp>
        <p:nvSpPr>
          <p:cNvPr id="4" name="object 4"/>
          <p:cNvSpPr txBox="1"/>
          <p:nvPr/>
        </p:nvSpPr>
        <p:spPr>
          <a:xfrm>
            <a:off x="6473952" y="6488074"/>
            <a:ext cx="2496820" cy="331470"/>
          </a:xfrm>
          <a:prstGeom prst="rect">
            <a:avLst/>
          </a:prstGeom>
        </p:spPr>
        <p:txBody>
          <a:bodyPr vert="horz" wrap="square" lIns="0" tIns="13335" rIns="0" bIns="0" rtlCol="0">
            <a:spAutoFit/>
          </a:bodyPr>
          <a:lstStyle/>
          <a:p>
            <a:pPr marL="38100" marR="30480">
              <a:lnSpc>
                <a:spcPct val="100000"/>
              </a:lnSpc>
              <a:spcBef>
                <a:spcPts val="105"/>
              </a:spcBef>
            </a:pPr>
            <a:r>
              <a:rPr sz="1000" dirty="0">
                <a:latin typeface="Calibri"/>
                <a:cs typeface="Calibri"/>
              </a:rPr>
              <a:t>(Images</a:t>
            </a:r>
            <a:r>
              <a:rPr sz="1000" spc="-60" dirty="0">
                <a:latin typeface="Calibri"/>
                <a:cs typeface="Calibri"/>
              </a:rPr>
              <a:t> </a:t>
            </a:r>
            <a:r>
              <a:rPr sz="1000" dirty="0">
                <a:latin typeface="Calibri"/>
                <a:cs typeface="Calibri"/>
              </a:rPr>
              <a:t>from</a:t>
            </a:r>
            <a:r>
              <a:rPr sz="1000" spc="-5" dirty="0">
                <a:latin typeface="Calibri"/>
                <a:cs typeface="Calibri"/>
              </a:rPr>
              <a:t> </a:t>
            </a:r>
            <a:r>
              <a:rPr sz="1000" dirty="0">
                <a:latin typeface="Calibri"/>
                <a:cs typeface="Calibri"/>
              </a:rPr>
              <a:t>Rafael</a:t>
            </a:r>
            <a:r>
              <a:rPr sz="1000" spc="-35" dirty="0">
                <a:latin typeface="Calibri"/>
                <a:cs typeface="Calibri"/>
              </a:rPr>
              <a:t> </a:t>
            </a:r>
            <a:r>
              <a:rPr sz="1000" dirty="0">
                <a:latin typeface="Calibri"/>
                <a:cs typeface="Calibri"/>
              </a:rPr>
              <a:t>C.</a:t>
            </a:r>
            <a:r>
              <a:rPr sz="1000" spc="15" dirty="0">
                <a:latin typeface="Calibri"/>
                <a:cs typeface="Calibri"/>
              </a:rPr>
              <a:t> </a:t>
            </a:r>
            <a:r>
              <a:rPr sz="1000" dirty="0">
                <a:latin typeface="Calibri"/>
                <a:cs typeface="Calibri"/>
              </a:rPr>
              <a:t>Gonzalez</a:t>
            </a:r>
            <a:r>
              <a:rPr sz="1000" spc="-35" dirty="0">
                <a:latin typeface="Calibri"/>
                <a:cs typeface="Calibri"/>
              </a:rPr>
              <a:t> </a:t>
            </a:r>
            <a:r>
              <a:rPr sz="1000" dirty="0">
                <a:latin typeface="Calibri"/>
                <a:cs typeface="Calibri"/>
              </a:rPr>
              <a:t>and</a:t>
            </a:r>
            <a:r>
              <a:rPr sz="1000" spc="5" dirty="0">
                <a:latin typeface="Calibri"/>
                <a:cs typeface="Calibri"/>
              </a:rPr>
              <a:t> </a:t>
            </a:r>
            <a:r>
              <a:rPr sz="1000" dirty="0">
                <a:latin typeface="Calibri"/>
                <a:cs typeface="Calibri"/>
              </a:rPr>
              <a:t>Richard</a:t>
            </a:r>
            <a:r>
              <a:rPr sz="1000" spc="-55" dirty="0">
                <a:latin typeface="Calibri"/>
                <a:cs typeface="Calibri"/>
              </a:rPr>
              <a:t> </a:t>
            </a:r>
            <a:r>
              <a:rPr sz="1000" spc="-25" dirty="0">
                <a:latin typeface="Calibri"/>
                <a:cs typeface="Calibri"/>
              </a:rPr>
              <a:t>E.</a:t>
            </a:r>
            <a:r>
              <a:rPr sz="1000" dirty="0">
                <a:latin typeface="Calibri"/>
                <a:cs typeface="Calibri"/>
              </a:rPr>
              <a:t> Wood,</a:t>
            </a:r>
            <a:r>
              <a:rPr sz="1000" spc="-10" dirty="0">
                <a:latin typeface="Calibri"/>
                <a:cs typeface="Calibri"/>
              </a:rPr>
              <a:t> </a:t>
            </a:r>
            <a:r>
              <a:rPr sz="1000" dirty="0">
                <a:latin typeface="Calibri"/>
                <a:cs typeface="Calibri"/>
              </a:rPr>
              <a:t>Digital</a:t>
            </a:r>
            <a:r>
              <a:rPr sz="1000" spc="-45" dirty="0">
                <a:latin typeface="Calibri"/>
                <a:cs typeface="Calibri"/>
              </a:rPr>
              <a:t> </a:t>
            </a:r>
            <a:r>
              <a:rPr sz="1000" dirty="0">
                <a:latin typeface="Calibri"/>
                <a:cs typeface="Calibri"/>
              </a:rPr>
              <a:t>Image</a:t>
            </a:r>
            <a:r>
              <a:rPr sz="1000" spc="-20" dirty="0">
                <a:latin typeface="Calibri"/>
                <a:cs typeface="Calibri"/>
              </a:rPr>
              <a:t> </a:t>
            </a:r>
            <a:r>
              <a:rPr sz="1000" dirty="0">
                <a:latin typeface="Calibri"/>
                <a:cs typeface="Calibri"/>
              </a:rPr>
              <a:t>Processing,</a:t>
            </a:r>
            <a:r>
              <a:rPr sz="1000" spc="-55" dirty="0">
                <a:latin typeface="Calibri"/>
                <a:cs typeface="Calibri"/>
              </a:rPr>
              <a:t> </a:t>
            </a:r>
            <a:r>
              <a:rPr sz="1000" dirty="0">
                <a:latin typeface="Calibri"/>
                <a:cs typeface="Calibri"/>
              </a:rPr>
              <a:t>2</a:t>
            </a:r>
            <a:r>
              <a:rPr sz="975" baseline="25641" dirty="0">
                <a:latin typeface="Calibri"/>
                <a:cs typeface="Calibri"/>
              </a:rPr>
              <a:t>nd</a:t>
            </a:r>
            <a:r>
              <a:rPr sz="975" spc="135" baseline="25641" dirty="0">
                <a:latin typeface="Calibri"/>
                <a:cs typeface="Calibri"/>
              </a:rPr>
              <a:t> </a:t>
            </a:r>
            <a:r>
              <a:rPr sz="1000" spc="-10" dirty="0">
                <a:latin typeface="Calibri"/>
                <a:cs typeface="Calibri"/>
              </a:rPr>
              <a:t>Edition.</a:t>
            </a:r>
            <a:endParaRPr sz="1000">
              <a:latin typeface="Calibri"/>
              <a:cs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50975" y="94945"/>
            <a:ext cx="4049395" cy="454025"/>
          </a:xfrm>
          <a:prstGeom prst="rect">
            <a:avLst/>
          </a:prstGeom>
        </p:spPr>
        <p:txBody>
          <a:bodyPr vert="horz" wrap="square" lIns="0" tIns="13970" rIns="0" bIns="0" rtlCol="0">
            <a:spAutoFit/>
          </a:bodyPr>
          <a:lstStyle/>
          <a:p>
            <a:pPr marL="12700">
              <a:lnSpc>
                <a:spcPct val="100000"/>
              </a:lnSpc>
              <a:spcBef>
                <a:spcPts val="110"/>
              </a:spcBef>
            </a:pPr>
            <a:r>
              <a:rPr sz="2800" b="1" dirty="0">
                <a:latin typeface="Calibri"/>
                <a:cs typeface="Calibri"/>
              </a:rPr>
              <a:t>Image</a:t>
            </a:r>
            <a:r>
              <a:rPr sz="2800" b="1" spc="-50" dirty="0">
                <a:latin typeface="Calibri"/>
                <a:cs typeface="Calibri"/>
              </a:rPr>
              <a:t> </a:t>
            </a:r>
            <a:r>
              <a:rPr sz="2800" b="1" dirty="0">
                <a:latin typeface="Calibri"/>
                <a:cs typeface="Calibri"/>
              </a:rPr>
              <a:t>Types</a:t>
            </a:r>
            <a:r>
              <a:rPr sz="2800" b="1" spc="-45" dirty="0">
                <a:latin typeface="Calibri"/>
                <a:cs typeface="Calibri"/>
              </a:rPr>
              <a:t> </a:t>
            </a:r>
            <a:r>
              <a:rPr sz="2800" b="1" dirty="0">
                <a:latin typeface="Calibri"/>
                <a:cs typeface="Calibri"/>
              </a:rPr>
              <a:t>:</a:t>
            </a:r>
            <a:r>
              <a:rPr sz="2800" b="1" spc="-40" dirty="0">
                <a:latin typeface="Calibri"/>
                <a:cs typeface="Calibri"/>
              </a:rPr>
              <a:t> </a:t>
            </a:r>
            <a:r>
              <a:rPr sz="2800" b="1" dirty="0">
                <a:latin typeface="Calibri"/>
                <a:cs typeface="Calibri"/>
              </a:rPr>
              <a:t>Binary</a:t>
            </a:r>
            <a:r>
              <a:rPr sz="2800" b="1" spc="-100" dirty="0">
                <a:latin typeface="Calibri"/>
                <a:cs typeface="Calibri"/>
              </a:rPr>
              <a:t> </a:t>
            </a:r>
            <a:r>
              <a:rPr sz="2800" b="1" spc="-10" dirty="0">
                <a:latin typeface="Calibri"/>
                <a:cs typeface="Calibri"/>
              </a:rPr>
              <a:t>Image</a:t>
            </a:r>
            <a:endParaRPr sz="2800">
              <a:latin typeface="Calibri"/>
              <a:cs typeface="Calibri"/>
            </a:endParaRPr>
          </a:p>
        </p:txBody>
      </p:sp>
      <p:sp>
        <p:nvSpPr>
          <p:cNvPr id="3" name="object 3"/>
          <p:cNvSpPr txBox="1"/>
          <p:nvPr/>
        </p:nvSpPr>
        <p:spPr>
          <a:xfrm>
            <a:off x="4080764" y="1009015"/>
            <a:ext cx="3689985" cy="1123315"/>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Binary</a:t>
            </a:r>
            <a:r>
              <a:rPr sz="1800" b="1" spc="-25" dirty="0">
                <a:latin typeface="Calibri"/>
                <a:cs typeface="Calibri"/>
              </a:rPr>
              <a:t> </a:t>
            </a:r>
            <a:r>
              <a:rPr sz="1800" b="1" dirty="0">
                <a:latin typeface="Calibri"/>
                <a:cs typeface="Calibri"/>
              </a:rPr>
              <a:t>image</a:t>
            </a:r>
            <a:r>
              <a:rPr sz="1800" b="1" spc="-45" dirty="0">
                <a:latin typeface="Calibri"/>
                <a:cs typeface="Calibri"/>
              </a:rPr>
              <a:t> </a:t>
            </a:r>
            <a:r>
              <a:rPr sz="1800" b="1" dirty="0">
                <a:latin typeface="Calibri"/>
                <a:cs typeface="Calibri"/>
              </a:rPr>
              <a:t>or</a:t>
            </a:r>
            <a:r>
              <a:rPr sz="1800" b="1" spc="-20" dirty="0">
                <a:latin typeface="Calibri"/>
                <a:cs typeface="Calibri"/>
              </a:rPr>
              <a:t> </a:t>
            </a:r>
            <a:r>
              <a:rPr sz="1800" b="1" dirty="0">
                <a:latin typeface="Calibri"/>
                <a:cs typeface="Calibri"/>
              </a:rPr>
              <a:t>black</a:t>
            </a:r>
            <a:r>
              <a:rPr sz="1800" b="1" spc="-10" dirty="0">
                <a:latin typeface="Calibri"/>
                <a:cs typeface="Calibri"/>
              </a:rPr>
              <a:t> </a:t>
            </a:r>
            <a:r>
              <a:rPr sz="1800" b="1" dirty="0">
                <a:latin typeface="Calibri"/>
                <a:cs typeface="Calibri"/>
              </a:rPr>
              <a:t>and</a:t>
            </a:r>
            <a:r>
              <a:rPr sz="1800" b="1" spc="-35" dirty="0">
                <a:latin typeface="Calibri"/>
                <a:cs typeface="Calibri"/>
              </a:rPr>
              <a:t> </a:t>
            </a:r>
            <a:r>
              <a:rPr sz="1800" b="1" dirty="0">
                <a:latin typeface="Calibri"/>
                <a:cs typeface="Calibri"/>
              </a:rPr>
              <a:t>white</a:t>
            </a:r>
            <a:r>
              <a:rPr sz="1800" b="1" spc="-25" dirty="0">
                <a:latin typeface="Calibri"/>
                <a:cs typeface="Calibri"/>
              </a:rPr>
              <a:t> </a:t>
            </a:r>
            <a:r>
              <a:rPr sz="1800" b="1" spc="-10" dirty="0">
                <a:latin typeface="Calibri"/>
                <a:cs typeface="Calibri"/>
              </a:rPr>
              <a:t>image</a:t>
            </a:r>
            <a:endParaRPr sz="1800">
              <a:latin typeface="Calibri"/>
              <a:cs typeface="Calibri"/>
            </a:endParaRPr>
          </a:p>
          <a:p>
            <a:pPr marL="12700">
              <a:lnSpc>
                <a:spcPct val="100000"/>
              </a:lnSpc>
            </a:pPr>
            <a:r>
              <a:rPr sz="1800" dirty="0">
                <a:latin typeface="Calibri"/>
                <a:cs typeface="Calibri"/>
              </a:rPr>
              <a:t>Each</a:t>
            </a:r>
            <a:r>
              <a:rPr sz="1800" spc="-65" dirty="0">
                <a:latin typeface="Calibri"/>
                <a:cs typeface="Calibri"/>
              </a:rPr>
              <a:t> </a:t>
            </a:r>
            <a:r>
              <a:rPr sz="1800" dirty="0">
                <a:latin typeface="Calibri"/>
                <a:cs typeface="Calibri"/>
              </a:rPr>
              <a:t>pixel</a:t>
            </a:r>
            <a:r>
              <a:rPr sz="1800" spc="-15" dirty="0">
                <a:latin typeface="Calibri"/>
                <a:cs typeface="Calibri"/>
              </a:rPr>
              <a:t> </a:t>
            </a:r>
            <a:r>
              <a:rPr sz="1800" spc="-10" dirty="0">
                <a:latin typeface="Calibri"/>
                <a:cs typeface="Calibri"/>
              </a:rPr>
              <a:t>contains</a:t>
            </a:r>
            <a:r>
              <a:rPr sz="1800" spc="-40" dirty="0">
                <a:latin typeface="Calibri"/>
                <a:cs typeface="Calibri"/>
              </a:rPr>
              <a:t> </a:t>
            </a:r>
            <a:r>
              <a:rPr sz="1800" dirty="0">
                <a:latin typeface="Calibri"/>
                <a:cs typeface="Calibri"/>
              </a:rPr>
              <a:t>one</a:t>
            </a:r>
            <a:r>
              <a:rPr sz="1800" spc="-35" dirty="0">
                <a:latin typeface="Calibri"/>
                <a:cs typeface="Calibri"/>
              </a:rPr>
              <a:t> </a:t>
            </a:r>
            <a:r>
              <a:rPr sz="1800" dirty="0">
                <a:latin typeface="Calibri"/>
                <a:cs typeface="Calibri"/>
              </a:rPr>
              <a:t>bit</a:t>
            </a:r>
            <a:r>
              <a:rPr sz="1800" spc="-30" dirty="0">
                <a:latin typeface="Calibri"/>
                <a:cs typeface="Calibri"/>
              </a:rPr>
              <a:t> </a:t>
            </a:r>
            <a:r>
              <a:rPr sz="1800" spc="-50" dirty="0">
                <a:latin typeface="Calibri"/>
                <a:cs typeface="Calibri"/>
              </a:rPr>
              <a:t>:</a:t>
            </a:r>
            <a:endParaRPr sz="1800">
              <a:latin typeface="Calibri"/>
              <a:cs typeface="Calibri"/>
            </a:endParaRPr>
          </a:p>
          <a:p>
            <a:pPr marL="469900">
              <a:lnSpc>
                <a:spcPct val="100000"/>
              </a:lnSpc>
            </a:pPr>
            <a:r>
              <a:rPr sz="1800" dirty="0">
                <a:latin typeface="Calibri"/>
                <a:cs typeface="Calibri"/>
              </a:rPr>
              <a:t>1</a:t>
            </a:r>
            <a:r>
              <a:rPr sz="1800" spc="-50" dirty="0">
                <a:latin typeface="Calibri"/>
                <a:cs typeface="Calibri"/>
              </a:rPr>
              <a:t> </a:t>
            </a:r>
            <a:r>
              <a:rPr sz="1800" spc="-10" dirty="0">
                <a:latin typeface="Calibri"/>
                <a:cs typeface="Calibri"/>
              </a:rPr>
              <a:t>represent</a:t>
            </a:r>
            <a:r>
              <a:rPr sz="1800" spc="25" dirty="0">
                <a:latin typeface="Calibri"/>
                <a:cs typeface="Calibri"/>
              </a:rPr>
              <a:t> </a:t>
            </a:r>
            <a:r>
              <a:rPr sz="1800" spc="-20" dirty="0">
                <a:latin typeface="Calibri"/>
                <a:cs typeface="Calibri"/>
              </a:rPr>
              <a:t>white</a:t>
            </a:r>
            <a:endParaRPr sz="1800">
              <a:latin typeface="Calibri"/>
              <a:cs typeface="Calibri"/>
            </a:endParaRPr>
          </a:p>
          <a:p>
            <a:pPr marL="469900">
              <a:lnSpc>
                <a:spcPct val="100000"/>
              </a:lnSpc>
            </a:pPr>
            <a:r>
              <a:rPr sz="1800" dirty="0">
                <a:latin typeface="Calibri"/>
                <a:cs typeface="Calibri"/>
              </a:rPr>
              <a:t>0</a:t>
            </a:r>
            <a:r>
              <a:rPr sz="1800" spc="-50" dirty="0">
                <a:latin typeface="Calibri"/>
                <a:cs typeface="Calibri"/>
              </a:rPr>
              <a:t> </a:t>
            </a:r>
            <a:r>
              <a:rPr sz="1800" spc="-10" dirty="0">
                <a:latin typeface="Calibri"/>
                <a:cs typeface="Calibri"/>
              </a:rPr>
              <a:t>represents</a:t>
            </a:r>
            <a:r>
              <a:rPr sz="1800" spc="25" dirty="0">
                <a:latin typeface="Calibri"/>
                <a:cs typeface="Calibri"/>
              </a:rPr>
              <a:t> </a:t>
            </a:r>
            <a:r>
              <a:rPr sz="1800" spc="-10" dirty="0">
                <a:latin typeface="Calibri"/>
                <a:cs typeface="Calibri"/>
              </a:rPr>
              <a:t>black</a:t>
            </a:r>
            <a:endParaRPr sz="1800">
              <a:latin typeface="Calibri"/>
              <a:cs typeface="Calibri"/>
            </a:endParaRPr>
          </a:p>
        </p:txBody>
      </p:sp>
      <p:grpSp>
        <p:nvGrpSpPr>
          <p:cNvPr id="4" name="object 4"/>
          <p:cNvGrpSpPr/>
          <p:nvPr/>
        </p:nvGrpSpPr>
        <p:grpSpPr>
          <a:xfrm>
            <a:off x="1173480" y="1438655"/>
            <a:ext cx="5005070" cy="4886325"/>
            <a:chOff x="1173480" y="1438655"/>
            <a:chExt cx="5005070" cy="4886325"/>
          </a:xfrm>
        </p:grpSpPr>
        <p:pic>
          <p:nvPicPr>
            <p:cNvPr id="5" name="object 5"/>
            <p:cNvPicPr/>
            <p:nvPr/>
          </p:nvPicPr>
          <p:blipFill>
            <a:blip r:embed="rId2" cstate="print"/>
            <a:stretch>
              <a:fillRect/>
            </a:stretch>
          </p:blipFill>
          <p:spPr>
            <a:xfrm>
              <a:off x="1182624" y="1447799"/>
              <a:ext cx="2295144" cy="2362200"/>
            </a:xfrm>
            <a:prstGeom prst="rect">
              <a:avLst/>
            </a:prstGeom>
          </p:spPr>
        </p:pic>
        <p:sp>
          <p:nvSpPr>
            <p:cNvPr id="6" name="object 6"/>
            <p:cNvSpPr/>
            <p:nvPr/>
          </p:nvSpPr>
          <p:spPr>
            <a:xfrm>
              <a:off x="1178052" y="1443227"/>
              <a:ext cx="2304415" cy="2371725"/>
            </a:xfrm>
            <a:custGeom>
              <a:avLst/>
              <a:gdLst/>
              <a:ahLst/>
              <a:cxnLst/>
              <a:rect l="l" t="t" r="r" b="b"/>
              <a:pathLst>
                <a:path w="2304415" h="2371725">
                  <a:moveTo>
                    <a:pt x="0" y="2371344"/>
                  </a:moveTo>
                  <a:lnTo>
                    <a:pt x="2304288" y="2371344"/>
                  </a:lnTo>
                  <a:lnTo>
                    <a:pt x="2304288" y="0"/>
                  </a:lnTo>
                  <a:lnTo>
                    <a:pt x="0" y="0"/>
                  </a:lnTo>
                  <a:lnTo>
                    <a:pt x="0" y="2371344"/>
                  </a:lnTo>
                  <a:close/>
                </a:path>
              </a:pathLst>
            </a:custGeom>
            <a:ln w="9144">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3453384" y="3803904"/>
              <a:ext cx="1453896" cy="1456944"/>
            </a:xfrm>
            <a:prstGeom prst="rect">
              <a:avLst/>
            </a:prstGeom>
          </p:spPr>
        </p:pic>
        <p:sp>
          <p:nvSpPr>
            <p:cNvPr id="8" name="object 8"/>
            <p:cNvSpPr/>
            <p:nvPr/>
          </p:nvSpPr>
          <p:spPr>
            <a:xfrm>
              <a:off x="3448812" y="3799332"/>
              <a:ext cx="1463040" cy="1466215"/>
            </a:xfrm>
            <a:custGeom>
              <a:avLst/>
              <a:gdLst/>
              <a:ahLst/>
              <a:cxnLst/>
              <a:rect l="l" t="t" r="r" b="b"/>
              <a:pathLst>
                <a:path w="1463039" h="1466214">
                  <a:moveTo>
                    <a:pt x="0" y="1466088"/>
                  </a:moveTo>
                  <a:lnTo>
                    <a:pt x="1463039" y="1466088"/>
                  </a:lnTo>
                  <a:lnTo>
                    <a:pt x="1463039" y="0"/>
                  </a:lnTo>
                  <a:lnTo>
                    <a:pt x="0" y="0"/>
                  </a:lnTo>
                  <a:lnTo>
                    <a:pt x="0" y="1466088"/>
                  </a:lnTo>
                  <a:close/>
                </a:path>
              </a:pathLst>
            </a:custGeom>
            <a:ln w="9144">
              <a:solidFill>
                <a:srgbClr val="000000"/>
              </a:solidFill>
            </a:ln>
          </p:spPr>
          <p:txBody>
            <a:bodyPr wrap="square" lIns="0" tIns="0" rIns="0" bIns="0" rtlCol="0"/>
            <a:lstStyle/>
            <a:p>
              <a:endParaRPr/>
            </a:p>
          </p:txBody>
        </p:sp>
        <p:sp>
          <p:nvSpPr>
            <p:cNvPr id="9" name="object 9"/>
            <p:cNvSpPr/>
            <p:nvPr/>
          </p:nvSpPr>
          <p:spPr>
            <a:xfrm>
              <a:off x="2249424" y="2590800"/>
              <a:ext cx="228600" cy="228600"/>
            </a:xfrm>
            <a:custGeom>
              <a:avLst/>
              <a:gdLst/>
              <a:ahLst/>
              <a:cxnLst/>
              <a:rect l="l" t="t" r="r" b="b"/>
              <a:pathLst>
                <a:path w="228600" h="228600">
                  <a:moveTo>
                    <a:pt x="0" y="228600"/>
                  </a:moveTo>
                  <a:lnTo>
                    <a:pt x="228600" y="228600"/>
                  </a:lnTo>
                  <a:lnTo>
                    <a:pt x="228600" y="0"/>
                  </a:lnTo>
                  <a:lnTo>
                    <a:pt x="0" y="0"/>
                  </a:lnTo>
                  <a:lnTo>
                    <a:pt x="0" y="228600"/>
                  </a:lnTo>
                  <a:close/>
                </a:path>
              </a:pathLst>
            </a:custGeom>
            <a:ln w="24384">
              <a:solidFill>
                <a:srgbClr val="FF0000"/>
              </a:solidFill>
            </a:ln>
          </p:spPr>
          <p:txBody>
            <a:bodyPr wrap="square" lIns="0" tIns="0" rIns="0" bIns="0" rtlCol="0"/>
            <a:lstStyle/>
            <a:p>
              <a:endParaRPr/>
            </a:p>
          </p:txBody>
        </p:sp>
        <p:sp>
          <p:nvSpPr>
            <p:cNvPr id="10" name="object 10"/>
            <p:cNvSpPr/>
            <p:nvPr/>
          </p:nvSpPr>
          <p:spPr>
            <a:xfrm>
              <a:off x="2238502" y="2579877"/>
              <a:ext cx="2678430" cy="2678430"/>
            </a:xfrm>
            <a:custGeom>
              <a:avLst/>
              <a:gdLst/>
              <a:ahLst/>
              <a:cxnLst/>
              <a:rect l="l" t="t" r="r" b="b"/>
              <a:pathLst>
                <a:path w="2678429" h="2678429">
                  <a:moveTo>
                    <a:pt x="1230122" y="2592705"/>
                  </a:moveTo>
                  <a:lnTo>
                    <a:pt x="1206893" y="2604300"/>
                  </a:lnTo>
                  <a:lnTo>
                    <a:pt x="21844" y="234061"/>
                  </a:lnTo>
                  <a:lnTo>
                    <a:pt x="0" y="244983"/>
                  </a:lnTo>
                  <a:lnTo>
                    <a:pt x="1185138" y="2615158"/>
                  </a:lnTo>
                  <a:lnTo>
                    <a:pt x="1161923" y="2626741"/>
                  </a:lnTo>
                  <a:lnTo>
                    <a:pt x="1230122" y="2677922"/>
                  </a:lnTo>
                  <a:lnTo>
                    <a:pt x="1230122" y="2626741"/>
                  </a:lnTo>
                  <a:lnTo>
                    <a:pt x="1230122" y="2592705"/>
                  </a:lnTo>
                  <a:close/>
                </a:path>
                <a:path w="2678429" h="2678429">
                  <a:moveTo>
                    <a:pt x="2677922" y="1230122"/>
                  </a:moveTo>
                  <a:lnTo>
                    <a:pt x="2664764" y="1212596"/>
                  </a:lnTo>
                  <a:lnTo>
                    <a:pt x="2626741" y="1161923"/>
                  </a:lnTo>
                  <a:lnTo>
                    <a:pt x="2615146" y="1185151"/>
                  </a:lnTo>
                  <a:lnTo>
                    <a:pt x="244983" y="0"/>
                  </a:lnTo>
                  <a:lnTo>
                    <a:pt x="234061" y="21844"/>
                  </a:lnTo>
                  <a:lnTo>
                    <a:pt x="2604287" y="1206906"/>
                  </a:lnTo>
                  <a:lnTo>
                    <a:pt x="2592705" y="1230122"/>
                  </a:lnTo>
                  <a:lnTo>
                    <a:pt x="2677922" y="1230122"/>
                  </a:lnTo>
                  <a:close/>
                </a:path>
              </a:pathLst>
            </a:custGeom>
            <a:solidFill>
              <a:srgbClr val="FF0000"/>
            </a:solidFill>
          </p:spPr>
          <p:txBody>
            <a:bodyPr wrap="square" lIns="0" tIns="0" rIns="0" bIns="0" rtlCol="0"/>
            <a:lstStyle/>
            <a:p>
              <a:endParaRPr/>
            </a:p>
          </p:txBody>
        </p:sp>
        <p:pic>
          <p:nvPicPr>
            <p:cNvPr id="11" name="object 11"/>
            <p:cNvPicPr/>
            <p:nvPr/>
          </p:nvPicPr>
          <p:blipFill>
            <a:blip r:embed="rId4" cstate="print"/>
            <a:stretch>
              <a:fillRect/>
            </a:stretch>
          </p:blipFill>
          <p:spPr>
            <a:xfrm>
              <a:off x="5068824" y="5181587"/>
              <a:ext cx="1100327" cy="841247"/>
            </a:xfrm>
            <a:prstGeom prst="rect">
              <a:avLst/>
            </a:prstGeom>
          </p:spPr>
        </p:pic>
        <p:sp>
          <p:nvSpPr>
            <p:cNvPr id="12" name="object 12"/>
            <p:cNvSpPr/>
            <p:nvPr/>
          </p:nvSpPr>
          <p:spPr>
            <a:xfrm>
              <a:off x="5064251" y="5177027"/>
              <a:ext cx="1109980" cy="1130935"/>
            </a:xfrm>
            <a:custGeom>
              <a:avLst/>
              <a:gdLst/>
              <a:ahLst/>
              <a:cxnLst/>
              <a:rect l="l" t="t" r="r" b="b"/>
              <a:pathLst>
                <a:path w="1109979" h="1130935">
                  <a:moveTo>
                    <a:pt x="0" y="1130808"/>
                  </a:moveTo>
                  <a:lnTo>
                    <a:pt x="1109472" y="1130808"/>
                  </a:lnTo>
                  <a:lnTo>
                    <a:pt x="1109472" y="0"/>
                  </a:lnTo>
                  <a:lnTo>
                    <a:pt x="0" y="0"/>
                  </a:lnTo>
                  <a:lnTo>
                    <a:pt x="0" y="1130808"/>
                  </a:lnTo>
                  <a:close/>
                </a:path>
              </a:pathLst>
            </a:custGeom>
            <a:ln w="9144">
              <a:solidFill>
                <a:srgbClr val="000000"/>
              </a:solidFill>
            </a:ln>
          </p:spPr>
          <p:txBody>
            <a:bodyPr wrap="square" lIns="0" tIns="0" rIns="0" bIns="0" rtlCol="0"/>
            <a:lstStyle/>
            <a:p>
              <a:endParaRPr/>
            </a:p>
          </p:txBody>
        </p:sp>
        <p:sp>
          <p:nvSpPr>
            <p:cNvPr id="13" name="object 13"/>
            <p:cNvSpPr/>
            <p:nvPr/>
          </p:nvSpPr>
          <p:spPr>
            <a:xfrm>
              <a:off x="4078224" y="4343400"/>
              <a:ext cx="228600" cy="228600"/>
            </a:xfrm>
            <a:custGeom>
              <a:avLst/>
              <a:gdLst/>
              <a:ahLst/>
              <a:cxnLst/>
              <a:rect l="l" t="t" r="r" b="b"/>
              <a:pathLst>
                <a:path w="228600" h="228600">
                  <a:moveTo>
                    <a:pt x="0" y="228600"/>
                  </a:moveTo>
                  <a:lnTo>
                    <a:pt x="228600" y="228600"/>
                  </a:lnTo>
                  <a:lnTo>
                    <a:pt x="228600" y="0"/>
                  </a:lnTo>
                  <a:lnTo>
                    <a:pt x="0" y="0"/>
                  </a:lnTo>
                  <a:lnTo>
                    <a:pt x="0" y="228600"/>
                  </a:lnTo>
                  <a:close/>
                </a:path>
              </a:pathLst>
            </a:custGeom>
            <a:ln w="24384">
              <a:solidFill>
                <a:srgbClr val="FF0000"/>
              </a:solidFill>
            </a:ln>
          </p:spPr>
          <p:txBody>
            <a:bodyPr wrap="square" lIns="0" tIns="0" rIns="0" bIns="0" rtlCol="0"/>
            <a:lstStyle/>
            <a:p>
              <a:endParaRPr/>
            </a:p>
          </p:txBody>
        </p:sp>
        <p:sp>
          <p:nvSpPr>
            <p:cNvPr id="14" name="object 14"/>
            <p:cNvSpPr/>
            <p:nvPr/>
          </p:nvSpPr>
          <p:spPr>
            <a:xfrm>
              <a:off x="4067556" y="4332350"/>
              <a:ext cx="2068195" cy="1992630"/>
            </a:xfrm>
            <a:custGeom>
              <a:avLst/>
              <a:gdLst/>
              <a:ahLst/>
              <a:cxnLst/>
              <a:rect l="l" t="t" r="r" b="b"/>
              <a:pathLst>
                <a:path w="2068195" h="1992629">
                  <a:moveTo>
                    <a:pt x="1001268" y="1992249"/>
                  </a:moveTo>
                  <a:lnTo>
                    <a:pt x="998842" y="1944662"/>
                  </a:lnTo>
                  <a:lnTo>
                    <a:pt x="998766" y="1942973"/>
                  </a:lnTo>
                  <a:lnTo>
                    <a:pt x="996950" y="1907159"/>
                  </a:lnTo>
                  <a:lnTo>
                    <a:pt x="974432" y="1919897"/>
                  </a:lnTo>
                  <a:lnTo>
                    <a:pt x="21336" y="233680"/>
                  </a:lnTo>
                  <a:lnTo>
                    <a:pt x="0" y="245630"/>
                  </a:lnTo>
                  <a:lnTo>
                    <a:pt x="953122" y="1931962"/>
                  </a:lnTo>
                  <a:lnTo>
                    <a:pt x="930656" y="1944662"/>
                  </a:lnTo>
                  <a:lnTo>
                    <a:pt x="1001268" y="1992249"/>
                  </a:lnTo>
                  <a:close/>
                </a:path>
                <a:path w="2068195" h="1992629">
                  <a:moveTo>
                    <a:pt x="2068068" y="849249"/>
                  </a:moveTo>
                  <a:lnTo>
                    <a:pt x="2055723" y="833882"/>
                  </a:lnTo>
                  <a:lnTo>
                    <a:pt x="2014728" y="782828"/>
                  </a:lnTo>
                  <a:lnTo>
                    <a:pt x="2003920" y="806424"/>
                  </a:lnTo>
                  <a:lnTo>
                    <a:pt x="244348" y="0"/>
                  </a:lnTo>
                  <a:lnTo>
                    <a:pt x="234188" y="22098"/>
                  </a:lnTo>
                  <a:lnTo>
                    <a:pt x="1993747" y="828636"/>
                  </a:lnTo>
                  <a:lnTo>
                    <a:pt x="1982978" y="852170"/>
                  </a:lnTo>
                  <a:lnTo>
                    <a:pt x="2068068" y="849249"/>
                  </a:lnTo>
                  <a:close/>
                </a:path>
              </a:pathLst>
            </a:custGeom>
            <a:solidFill>
              <a:srgbClr val="FF0000"/>
            </a:solidFill>
          </p:spPr>
          <p:txBody>
            <a:bodyPr wrap="square" lIns="0" tIns="0" rIns="0" bIns="0" rtlCol="0"/>
            <a:lstStyle/>
            <a:p>
              <a:endParaRPr/>
            </a:p>
          </p:txBody>
        </p:sp>
      </p:grpSp>
      <p:graphicFrame>
        <p:nvGraphicFramePr>
          <p:cNvPr id="15" name="object 15"/>
          <p:cNvGraphicFramePr>
            <a:graphicFrameLocks noGrp="1"/>
          </p:cNvGraphicFramePr>
          <p:nvPr/>
        </p:nvGraphicFramePr>
        <p:xfrm>
          <a:off x="7251192" y="5181600"/>
          <a:ext cx="1146810" cy="1176020"/>
        </p:xfrm>
        <a:graphic>
          <a:graphicData uri="http://schemas.openxmlformats.org/drawingml/2006/table">
            <a:tbl>
              <a:tblPr firstRow="1" bandRow="1">
                <a:tableStyleId>{2D5ABB26-0587-4C30-8999-92F81FD0307C}</a:tableStyleId>
              </a:tblPr>
              <a:tblGrid>
                <a:gridCol w="296545"/>
                <a:gridCol w="277495"/>
                <a:gridCol w="277495"/>
                <a:gridCol w="295275"/>
              </a:tblGrid>
              <a:tr h="234315">
                <a:tc>
                  <a:txBody>
                    <a:bodyPr/>
                    <a:lstStyle/>
                    <a:p>
                      <a:pPr marL="32384">
                        <a:lnSpc>
                          <a:spcPts val="1735"/>
                        </a:lnSpc>
                        <a:spcBef>
                          <a:spcPts val="10"/>
                        </a:spcBef>
                      </a:pPr>
                      <a:r>
                        <a:rPr sz="2325" spc="-37" baseline="-5376" dirty="0">
                          <a:latin typeface="Symbol"/>
                          <a:cs typeface="Symbol"/>
                        </a:rPr>
                        <a:t></a:t>
                      </a:r>
                      <a:r>
                        <a:rPr sz="1550" spc="-25" dirty="0">
                          <a:latin typeface="Times New Roman"/>
                          <a:cs typeface="Times New Roman"/>
                        </a:rPr>
                        <a:t>0</a:t>
                      </a:r>
                      <a:endParaRPr sz="1550">
                        <a:latin typeface="Times New Roman"/>
                        <a:cs typeface="Times New Roman"/>
                      </a:endParaRPr>
                    </a:p>
                  </a:txBody>
                  <a:tcPr marL="0" marR="0" marT="1270" marB="0">
                    <a:solidFill>
                      <a:srgbClr val="C0C0C0"/>
                    </a:solidFill>
                  </a:tcPr>
                </a:tc>
                <a:tc>
                  <a:txBody>
                    <a:bodyPr/>
                    <a:lstStyle/>
                    <a:p>
                      <a:pPr marL="1270" algn="ctr">
                        <a:lnSpc>
                          <a:spcPts val="1735"/>
                        </a:lnSpc>
                        <a:spcBef>
                          <a:spcPts val="10"/>
                        </a:spcBef>
                      </a:pPr>
                      <a:r>
                        <a:rPr sz="1550" spc="-50" dirty="0">
                          <a:latin typeface="Times New Roman"/>
                          <a:cs typeface="Times New Roman"/>
                        </a:rPr>
                        <a:t>0</a:t>
                      </a:r>
                      <a:endParaRPr sz="1550">
                        <a:latin typeface="Times New Roman"/>
                        <a:cs typeface="Times New Roman"/>
                      </a:endParaRPr>
                    </a:p>
                  </a:txBody>
                  <a:tcPr marL="0" marR="0" marT="1270" marB="0">
                    <a:solidFill>
                      <a:srgbClr val="C0C0C0"/>
                    </a:solidFill>
                  </a:tcPr>
                </a:tc>
                <a:tc>
                  <a:txBody>
                    <a:bodyPr/>
                    <a:lstStyle/>
                    <a:p>
                      <a:pPr marL="1270" algn="ctr">
                        <a:lnSpc>
                          <a:spcPts val="1735"/>
                        </a:lnSpc>
                        <a:spcBef>
                          <a:spcPts val="10"/>
                        </a:spcBef>
                      </a:pPr>
                      <a:r>
                        <a:rPr sz="1550" spc="-50" dirty="0">
                          <a:latin typeface="Times New Roman"/>
                          <a:cs typeface="Times New Roman"/>
                        </a:rPr>
                        <a:t>0</a:t>
                      </a:r>
                      <a:endParaRPr sz="1550">
                        <a:latin typeface="Times New Roman"/>
                        <a:cs typeface="Times New Roman"/>
                      </a:endParaRPr>
                    </a:p>
                  </a:txBody>
                  <a:tcPr marL="0" marR="0" marT="1270" marB="0">
                    <a:solidFill>
                      <a:srgbClr val="C0C0C0"/>
                    </a:solidFill>
                  </a:tcPr>
                </a:tc>
                <a:tc>
                  <a:txBody>
                    <a:bodyPr/>
                    <a:lstStyle/>
                    <a:p>
                      <a:pPr marL="89535">
                        <a:lnSpc>
                          <a:spcPts val="1735"/>
                        </a:lnSpc>
                        <a:spcBef>
                          <a:spcPts val="10"/>
                        </a:spcBef>
                      </a:pPr>
                      <a:r>
                        <a:rPr sz="1550" spc="-25" dirty="0">
                          <a:latin typeface="Times New Roman"/>
                          <a:cs typeface="Times New Roman"/>
                        </a:rPr>
                        <a:t>0</a:t>
                      </a:r>
                      <a:r>
                        <a:rPr sz="2325" spc="-37" baseline="-5376" dirty="0">
                          <a:latin typeface="Symbol"/>
                          <a:cs typeface="Symbol"/>
                        </a:rPr>
                        <a:t></a:t>
                      </a:r>
                      <a:endParaRPr sz="2325" baseline="-5376">
                        <a:latin typeface="Symbol"/>
                        <a:cs typeface="Symbol"/>
                      </a:endParaRPr>
                    </a:p>
                  </a:txBody>
                  <a:tcPr marL="0" marR="0" marT="1270" marB="0">
                    <a:solidFill>
                      <a:srgbClr val="C0C0C0"/>
                    </a:solidFill>
                  </a:tcPr>
                </a:tc>
              </a:tr>
              <a:tr h="380365">
                <a:tc>
                  <a:txBody>
                    <a:bodyPr/>
                    <a:lstStyle/>
                    <a:p>
                      <a:pPr marL="32384">
                        <a:lnSpc>
                          <a:spcPts val="1670"/>
                        </a:lnSpc>
                      </a:pPr>
                      <a:r>
                        <a:rPr sz="1550" spc="-25" dirty="0">
                          <a:latin typeface="Symbol"/>
                          <a:cs typeface="Symbol"/>
                        </a:rPr>
                        <a:t></a:t>
                      </a:r>
                      <a:r>
                        <a:rPr sz="2325" spc="-37" baseline="-23297" dirty="0">
                          <a:latin typeface="Times New Roman"/>
                          <a:cs typeface="Times New Roman"/>
                        </a:rPr>
                        <a:t>0</a:t>
                      </a:r>
                      <a:endParaRPr sz="2325" baseline="-23297">
                        <a:latin typeface="Times New Roman"/>
                        <a:cs typeface="Times New Roman"/>
                      </a:endParaRPr>
                    </a:p>
                  </a:txBody>
                  <a:tcPr marL="0" marR="0" marT="0" marB="0">
                    <a:solidFill>
                      <a:srgbClr val="C0C0C0"/>
                    </a:solidFill>
                  </a:tcPr>
                </a:tc>
                <a:tc>
                  <a:txBody>
                    <a:bodyPr/>
                    <a:lstStyle/>
                    <a:p>
                      <a:pPr marL="1270" algn="ctr">
                        <a:lnSpc>
                          <a:spcPct val="100000"/>
                        </a:lnSpc>
                        <a:spcBef>
                          <a:spcPts val="480"/>
                        </a:spcBef>
                      </a:pPr>
                      <a:r>
                        <a:rPr sz="1550" spc="-50" dirty="0">
                          <a:latin typeface="Times New Roman"/>
                          <a:cs typeface="Times New Roman"/>
                        </a:rPr>
                        <a:t>0</a:t>
                      </a:r>
                      <a:endParaRPr sz="1550">
                        <a:latin typeface="Times New Roman"/>
                        <a:cs typeface="Times New Roman"/>
                      </a:endParaRPr>
                    </a:p>
                  </a:txBody>
                  <a:tcPr marL="0" marR="0" marT="60960" marB="0">
                    <a:solidFill>
                      <a:srgbClr val="C0C0C0"/>
                    </a:solidFill>
                  </a:tcPr>
                </a:tc>
                <a:tc>
                  <a:txBody>
                    <a:bodyPr/>
                    <a:lstStyle/>
                    <a:p>
                      <a:pPr marL="1270" algn="ctr">
                        <a:lnSpc>
                          <a:spcPct val="100000"/>
                        </a:lnSpc>
                        <a:spcBef>
                          <a:spcPts val="480"/>
                        </a:spcBef>
                      </a:pPr>
                      <a:r>
                        <a:rPr sz="1550" spc="-50" dirty="0">
                          <a:latin typeface="Times New Roman"/>
                          <a:cs typeface="Times New Roman"/>
                        </a:rPr>
                        <a:t>0</a:t>
                      </a:r>
                      <a:endParaRPr sz="1550">
                        <a:latin typeface="Times New Roman"/>
                        <a:cs typeface="Times New Roman"/>
                      </a:endParaRPr>
                    </a:p>
                  </a:txBody>
                  <a:tcPr marL="0" marR="0" marT="60960" marB="0">
                    <a:solidFill>
                      <a:srgbClr val="C0C0C0"/>
                    </a:solidFill>
                  </a:tcPr>
                </a:tc>
                <a:tc>
                  <a:txBody>
                    <a:bodyPr/>
                    <a:lstStyle/>
                    <a:p>
                      <a:pPr marL="89535">
                        <a:lnSpc>
                          <a:spcPts val="1485"/>
                        </a:lnSpc>
                      </a:pPr>
                      <a:r>
                        <a:rPr sz="2325" spc="-37" baseline="-23297" dirty="0">
                          <a:latin typeface="Times New Roman"/>
                          <a:cs typeface="Times New Roman"/>
                        </a:rPr>
                        <a:t>0</a:t>
                      </a:r>
                      <a:r>
                        <a:rPr sz="1550" spc="-25" dirty="0">
                          <a:latin typeface="Symbol"/>
                          <a:cs typeface="Symbol"/>
                        </a:rPr>
                        <a:t></a:t>
                      </a:r>
                      <a:endParaRPr sz="1550">
                        <a:latin typeface="Symbol"/>
                        <a:cs typeface="Symbol"/>
                      </a:endParaRPr>
                    </a:p>
                    <a:p>
                      <a:pPr marL="188595">
                        <a:lnSpc>
                          <a:spcPts val="1410"/>
                        </a:lnSpc>
                      </a:pPr>
                      <a:r>
                        <a:rPr sz="1550" spc="-50" dirty="0">
                          <a:latin typeface="Symbol"/>
                          <a:cs typeface="Symbol"/>
                        </a:rPr>
                        <a:t></a:t>
                      </a:r>
                      <a:endParaRPr sz="1550">
                        <a:latin typeface="Symbol"/>
                        <a:cs typeface="Symbol"/>
                      </a:endParaRPr>
                    </a:p>
                  </a:txBody>
                  <a:tcPr marL="0" marR="0" marT="0" marB="0">
                    <a:solidFill>
                      <a:srgbClr val="C0C0C0"/>
                    </a:solidFill>
                  </a:tcPr>
                </a:tc>
              </a:tr>
              <a:tr h="561340">
                <a:tc>
                  <a:txBody>
                    <a:bodyPr/>
                    <a:lstStyle/>
                    <a:p>
                      <a:pPr marL="32384">
                        <a:lnSpc>
                          <a:spcPts val="1485"/>
                        </a:lnSpc>
                      </a:pPr>
                      <a:r>
                        <a:rPr sz="1550" spc="-25" dirty="0">
                          <a:latin typeface="Symbol"/>
                          <a:cs typeface="Symbol"/>
                        </a:rPr>
                        <a:t></a:t>
                      </a:r>
                      <a:r>
                        <a:rPr sz="1550" spc="-25" dirty="0">
                          <a:latin typeface="Times New Roman"/>
                          <a:cs typeface="Times New Roman"/>
                        </a:rPr>
                        <a:t>1</a:t>
                      </a:r>
                      <a:endParaRPr sz="1550">
                        <a:latin typeface="Times New Roman"/>
                        <a:cs typeface="Times New Roman"/>
                      </a:endParaRPr>
                    </a:p>
                    <a:p>
                      <a:pPr marL="32384">
                        <a:lnSpc>
                          <a:spcPts val="1680"/>
                        </a:lnSpc>
                      </a:pPr>
                      <a:r>
                        <a:rPr sz="1550" spc="-25" dirty="0">
                          <a:latin typeface="Symbol"/>
                          <a:cs typeface="Symbol"/>
                        </a:rPr>
                        <a:t></a:t>
                      </a:r>
                      <a:r>
                        <a:rPr sz="2325" spc="-37" baseline="-28673" dirty="0">
                          <a:latin typeface="Times New Roman"/>
                          <a:cs typeface="Times New Roman"/>
                        </a:rPr>
                        <a:t>1</a:t>
                      </a:r>
                      <a:endParaRPr sz="2325" baseline="-28673">
                        <a:latin typeface="Times New Roman"/>
                        <a:cs typeface="Times New Roman"/>
                      </a:endParaRPr>
                    </a:p>
                  </a:txBody>
                  <a:tcPr marL="0" marR="0" marT="0" marB="0">
                    <a:solidFill>
                      <a:srgbClr val="C0C0C0"/>
                    </a:solidFill>
                  </a:tcPr>
                </a:tc>
                <a:tc>
                  <a:txBody>
                    <a:bodyPr/>
                    <a:lstStyle/>
                    <a:p>
                      <a:pPr marL="88265">
                        <a:lnSpc>
                          <a:spcPts val="1660"/>
                        </a:lnSpc>
                      </a:pPr>
                      <a:r>
                        <a:rPr sz="1550" spc="-50" dirty="0">
                          <a:latin typeface="Times New Roman"/>
                          <a:cs typeface="Times New Roman"/>
                        </a:rPr>
                        <a:t>1</a:t>
                      </a:r>
                      <a:endParaRPr sz="1550">
                        <a:latin typeface="Times New Roman"/>
                        <a:cs typeface="Times New Roman"/>
                      </a:endParaRPr>
                    </a:p>
                    <a:p>
                      <a:pPr marL="88265">
                        <a:lnSpc>
                          <a:spcPct val="100000"/>
                        </a:lnSpc>
                        <a:spcBef>
                          <a:spcPts val="455"/>
                        </a:spcBef>
                      </a:pPr>
                      <a:r>
                        <a:rPr sz="1550" spc="-50" dirty="0">
                          <a:latin typeface="Times New Roman"/>
                          <a:cs typeface="Times New Roman"/>
                        </a:rPr>
                        <a:t>1</a:t>
                      </a:r>
                      <a:endParaRPr sz="1550">
                        <a:latin typeface="Times New Roman"/>
                        <a:cs typeface="Times New Roman"/>
                      </a:endParaRPr>
                    </a:p>
                  </a:txBody>
                  <a:tcPr marL="0" marR="0" marT="0" marB="0">
                    <a:solidFill>
                      <a:srgbClr val="C0C0C0"/>
                    </a:solidFill>
                  </a:tcPr>
                </a:tc>
                <a:tc>
                  <a:txBody>
                    <a:bodyPr/>
                    <a:lstStyle/>
                    <a:p>
                      <a:pPr marL="88265">
                        <a:lnSpc>
                          <a:spcPts val="1660"/>
                        </a:lnSpc>
                      </a:pPr>
                      <a:r>
                        <a:rPr sz="1550" spc="-50" dirty="0">
                          <a:latin typeface="Times New Roman"/>
                          <a:cs typeface="Times New Roman"/>
                        </a:rPr>
                        <a:t>1</a:t>
                      </a:r>
                      <a:endParaRPr sz="1550">
                        <a:latin typeface="Times New Roman"/>
                        <a:cs typeface="Times New Roman"/>
                      </a:endParaRPr>
                    </a:p>
                    <a:p>
                      <a:pPr marL="88265">
                        <a:lnSpc>
                          <a:spcPct val="100000"/>
                        </a:lnSpc>
                        <a:spcBef>
                          <a:spcPts val="455"/>
                        </a:spcBef>
                      </a:pPr>
                      <a:r>
                        <a:rPr sz="1550" spc="-50" dirty="0">
                          <a:latin typeface="Times New Roman"/>
                          <a:cs typeface="Times New Roman"/>
                        </a:rPr>
                        <a:t>1</a:t>
                      </a:r>
                      <a:endParaRPr sz="1550">
                        <a:latin typeface="Times New Roman"/>
                        <a:cs typeface="Times New Roman"/>
                      </a:endParaRPr>
                    </a:p>
                  </a:txBody>
                  <a:tcPr marL="0" marR="0" marT="0" marB="0">
                    <a:solidFill>
                      <a:srgbClr val="C0C0C0"/>
                    </a:solidFill>
                  </a:tcPr>
                </a:tc>
                <a:tc>
                  <a:txBody>
                    <a:bodyPr/>
                    <a:lstStyle/>
                    <a:p>
                      <a:pPr marL="88265">
                        <a:lnSpc>
                          <a:spcPts val="1485"/>
                        </a:lnSpc>
                      </a:pPr>
                      <a:r>
                        <a:rPr sz="1550" spc="-25" dirty="0">
                          <a:latin typeface="Times New Roman"/>
                          <a:cs typeface="Times New Roman"/>
                        </a:rPr>
                        <a:t>1</a:t>
                      </a:r>
                      <a:r>
                        <a:rPr sz="1550" spc="-25" dirty="0">
                          <a:latin typeface="Symbol"/>
                          <a:cs typeface="Symbol"/>
                        </a:rPr>
                        <a:t></a:t>
                      </a:r>
                      <a:endParaRPr sz="1550">
                        <a:latin typeface="Symbol"/>
                        <a:cs typeface="Symbol"/>
                      </a:endParaRPr>
                    </a:p>
                    <a:p>
                      <a:pPr marL="88265">
                        <a:lnSpc>
                          <a:spcPts val="1340"/>
                        </a:lnSpc>
                      </a:pPr>
                      <a:r>
                        <a:rPr sz="2325" spc="-37" baseline="-28673" dirty="0">
                          <a:latin typeface="Times New Roman"/>
                          <a:cs typeface="Times New Roman"/>
                        </a:rPr>
                        <a:t>1</a:t>
                      </a:r>
                      <a:r>
                        <a:rPr sz="1550" spc="-25" dirty="0">
                          <a:latin typeface="Symbol"/>
                          <a:cs typeface="Symbol"/>
                        </a:rPr>
                        <a:t></a:t>
                      </a:r>
                      <a:endParaRPr sz="1550">
                        <a:latin typeface="Symbol"/>
                        <a:cs typeface="Symbol"/>
                      </a:endParaRPr>
                    </a:p>
                    <a:p>
                      <a:pPr marL="188595">
                        <a:lnSpc>
                          <a:spcPts val="1490"/>
                        </a:lnSpc>
                      </a:pPr>
                      <a:r>
                        <a:rPr sz="1550" spc="-50" dirty="0">
                          <a:latin typeface="Symbol"/>
                          <a:cs typeface="Symbol"/>
                        </a:rPr>
                        <a:t></a:t>
                      </a:r>
                      <a:endParaRPr sz="1550">
                        <a:latin typeface="Symbol"/>
                        <a:cs typeface="Symbol"/>
                      </a:endParaRPr>
                    </a:p>
                  </a:txBody>
                  <a:tcPr marL="0" marR="0" marT="0" marB="0">
                    <a:solidFill>
                      <a:srgbClr val="C0C0C0"/>
                    </a:solidFill>
                  </a:tcPr>
                </a:tc>
              </a:tr>
            </a:tbl>
          </a:graphicData>
        </a:graphic>
      </p:graphicFrame>
      <p:sp>
        <p:nvSpPr>
          <p:cNvPr id="16" name="object 16"/>
          <p:cNvSpPr txBox="1"/>
          <p:nvPr/>
        </p:nvSpPr>
        <p:spPr>
          <a:xfrm>
            <a:off x="7271134" y="4744592"/>
            <a:ext cx="1210945" cy="1617980"/>
          </a:xfrm>
          <a:prstGeom prst="rect">
            <a:avLst/>
          </a:prstGeom>
        </p:spPr>
        <p:txBody>
          <a:bodyPr vert="horz" wrap="square" lIns="0" tIns="11430" rIns="0" bIns="0" rtlCol="0">
            <a:spAutoFit/>
          </a:bodyPr>
          <a:lstStyle/>
          <a:p>
            <a:pPr marL="26670">
              <a:lnSpc>
                <a:spcPct val="100000"/>
              </a:lnSpc>
              <a:spcBef>
                <a:spcPts val="90"/>
              </a:spcBef>
            </a:pPr>
            <a:r>
              <a:rPr sz="2000" dirty="0">
                <a:latin typeface="Calibri"/>
                <a:cs typeface="Calibri"/>
              </a:rPr>
              <a:t>Binary</a:t>
            </a:r>
            <a:r>
              <a:rPr sz="2000" spc="-45" dirty="0">
                <a:latin typeface="Calibri"/>
                <a:cs typeface="Calibri"/>
              </a:rPr>
              <a:t> </a:t>
            </a:r>
            <a:r>
              <a:rPr sz="2000" spc="-20" dirty="0">
                <a:latin typeface="Calibri"/>
                <a:cs typeface="Calibri"/>
              </a:rPr>
              <a:t>data</a:t>
            </a:r>
            <a:endParaRPr sz="2000">
              <a:latin typeface="Calibri"/>
              <a:cs typeface="Calibri"/>
            </a:endParaRPr>
          </a:p>
          <a:p>
            <a:pPr>
              <a:lnSpc>
                <a:spcPct val="100000"/>
              </a:lnSpc>
              <a:spcBef>
                <a:spcPts val="1660"/>
              </a:spcBef>
            </a:pPr>
            <a:endParaRPr sz="2000">
              <a:latin typeface="Calibri"/>
              <a:cs typeface="Calibri"/>
            </a:endParaRPr>
          </a:p>
          <a:p>
            <a:pPr marL="12700">
              <a:lnSpc>
                <a:spcPct val="100000"/>
              </a:lnSpc>
            </a:pPr>
            <a:r>
              <a:rPr sz="1550" spc="-50" dirty="0">
                <a:latin typeface="Symbol"/>
                <a:cs typeface="Symbol"/>
              </a:rPr>
              <a:t></a:t>
            </a:r>
            <a:endParaRPr sz="1550">
              <a:latin typeface="Symbol"/>
              <a:cs typeface="Symbol"/>
            </a:endParaRPr>
          </a:p>
          <a:p>
            <a:pPr>
              <a:lnSpc>
                <a:spcPct val="100000"/>
              </a:lnSpc>
              <a:spcBef>
                <a:spcPts val="425"/>
              </a:spcBef>
            </a:pPr>
            <a:endParaRPr sz="1550">
              <a:latin typeface="Symbol"/>
              <a:cs typeface="Symbol"/>
            </a:endParaRPr>
          </a:p>
          <a:p>
            <a:pPr marL="12700">
              <a:lnSpc>
                <a:spcPct val="100000"/>
              </a:lnSpc>
            </a:pPr>
            <a:r>
              <a:rPr sz="1550" spc="-50" dirty="0">
                <a:latin typeface="Symbol"/>
                <a:cs typeface="Symbol"/>
              </a:rPr>
              <a:t></a:t>
            </a:r>
            <a:endParaRPr sz="1550">
              <a:latin typeface="Symbol"/>
              <a:cs typeface="Symbol"/>
            </a:endParaRPr>
          </a:p>
        </p:txBody>
      </p:sp>
      <p:grpSp>
        <p:nvGrpSpPr>
          <p:cNvPr id="17" name="object 17"/>
          <p:cNvGrpSpPr/>
          <p:nvPr/>
        </p:nvGrpSpPr>
        <p:grpSpPr>
          <a:xfrm>
            <a:off x="6284976" y="5483352"/>
            <a:ext cx="542925" cy="350520"/>
            <a:chOff x="6284976" y="5483352"/>
            <a:chExt cx="542925" cy="350520"/>
          </a:xfrm>
        </p:grpSpPr>
        <p:sp>
          <p:nvSpPr>
            <p:cNvPr id="18" name="object 18"/>
            <p:cNvSpPr/>
            <p:nvPr/>
          </p:nvSpPr>
          <p:spPr>
            <a:xfrm>
              <a:off x="6289548" y="5487924"/>
              <a:ext cx="533400" cy="341630"/>
            </a:xfrm>
            <a:custGeom>
              <a:avLst/>
              <a:gdLst/>
              <a:ahLst/>
              <a:cxnLst/>
              <a:rect l="l" t="t" r="r" b="b"/>
              <a:pathLst>
                <a:path w="533400" h="341629">
                  <a:moveTo>
                    <a:pt x="16662" y="85344"/>
                  </a:moveTo>
                  <a:lnTo>
                    <a:pt x="0" y="85344"/>
                  </a:lnTo>
                  <a:lnTo>
                    <a:pt x="0" y="256032"/>
                  </a:lnTo>
                  <a:lnTo>
                    <a:pt x="16662" y="256032"/>
                  </a:lnTo>
                  <a:lnTo>
                    <a:pt x="16662" y="85344"/>
                  </a:lnTo>
                  <a:close/>
                </a:path>
                <a:path w="533400" h="341629">
                  <a:moveTo>
                    <a:pt x="66611" y="85344"/>
                  </a:moveTo>
                  <a:lnTo>
                    <a:pt x="33274" y="85344"/>
                  </a:lnTo>
                  <a:lnTo>
                    <a:pt x="33274" y="256032"/>
                  </a:lnTo>
                  <a:lnTo>
                    <a:pt x="66611" y="256032"/>
                  </a:lnTo>
                  <a:lnTo>
                    <a:pt x="66611" y="85344"/>
                  </a:lnTo>
                  <a:close/>
                </a:path>
                <a:path w="533400" h="341629">
                  <a:moveTo>
                    <a:pt x="533400" y="170688"/>
                  </a:moveTo>
                  <a:lnTo>
                    <a:pt x="400050" y="0"/>
                  </a:lnTo>
                  <a:lnTo>
                    <a:pt x="400050" y="85344"/>
                  </a:lnTo>
                  <a:lnTo>
                    <a:pt x="83312" y="85344"/>
                  </a:lnTo>
                  <a:lnTo>
                    <a:pt x="83312" y="256032"/>
                  </a:lnTo>
                  <a:lnTo>
                    <a:pt x="400050" y="256032"/>
                  </a:lnTo>
                  <a:lnTo>
                    <a:pt x="400050" y="341376"/>
                  </a:lnTo>
                  <a:lnTo>
                    <a:pt x="533400" y="170688"/>
                  </a:lnTo>
                  <a:close/>
                </a:path>
              </a:pathLst>
            </a:custGeom>
            <a:solidFill>
              <a:srgbClr val="FFFF00"/>
            </a:solidFill>
          </p:spPr>
          <p:txBody>
            <a:bodyPr wrap="square" lIns="0" tIns="0" rIns="0" bIns="0" rtlCol="0"/>
            <a:lstStyle/>
            <a:p>
              <a:endParaRPr/>
            </a:p>
          </p:txBody>
        </p:sp>
        <p:sp>
          <p:nvSpPr>
            <p:cNvPr id="19" name="object 19"/>
            <p:cNvSpPr/>
            <p:nvPr/>
          </p:nvSpPr>
          <p:spPr>
            <a:xfrm>
              <a:off x="6289548" y="5487924"/>
              <a:ext cx="533400" cy="341630"/>
            </a:xfrm>
            <a:custGeom>
              <a:avLst/>
              <a:gdLst/>
              <a:ahLst/>
              <a:cxnLst/>
              <a:rect l="l" t="t" r="r" b="b"/>
              <a:pathLst>
                <a:path w="533400" h="341629">
                  <a:moveTo>
                    <a:pt x="400050" y="0"/>
                  </a:moveTo>
                  <a:lnTo>
                    <a:pt x="400050" y="85343"/>
                  </a:lnTo>
                  <a:lnTo>
                    <a:pt x="83312" y="85343"/>
                  </a:lnTo>
                  <a:lnTo>
                    <a:pt x="83312" y="256031"/>
                  </a:lnTo>
                  <a:lnTo>
                    <a:pt x="400050" y="256031"/>
                  </a:lnTo>
                  <a:lnTo>
                    <a:pt x="400050" y="341375"/>
                  </a:lnTo>
                  <a:lnTo>
                    <a:pt x="533400" y="170687"/>
                  </a:lnTo>
                  <a:lnTo>
                    <a:pt x="400050" y="0"/>
                  </a:lnTo>
                  <a:close/>
                </a:path>
                <a:path w="533400" h="341629">
                  <a:moveTo>
                    <a:pt x="33274" y="256031"/>
                  </a:moveTo>
                  <a:lnTo>
                    <a:pt x="66611" y="256031"/>
                  </a:lnTo>
                  <a:lnTo>
                    <a:pt x="66611" y="85343"/>
                  </a:lnTo>
                  <a:lnTo>
                    <a:pt x="33274" y="85343"/>
                  </a:lnTo>
                  <a:lnTo>
                    <a:pt x="33274" y="256031"/>
                  </a:lnTo>
                  <a:close/>
                </a:path>
                <a:path w="533400" h="341629">
                  <a:moveTo>
                    <a:pt x="0" y="256031"/>
                  </a:moveTo>
                  <a:lnTo>
                    <a:pt x="16668" y="256031"/>
                  </a:lnTo>
                  <a:lnTo>
                    <a:pt x="16668" y="85343"/>
                  </a:lnTo>
                  <a:lnTo>
                    <a:pt x="0" y="85343"/>
                  </a:lnTo>
                  <a:lnTo>
                    <a:pt x="0" y="256031"/>
                  </a:lnTo>
                  <a:close/>
                </a:path>
              </a:pathLst>
            </a:custGeom>
            <a:ln w="9144">
              <a:solidFill>
                <a:srgbClr val="000000"/>
              </a:solidFill>
            </a:ln>
          </p:spPr>
          <p:txBody>
            <a:bodyPr wrap="square" lIns="0" tIns="0" rIns="0" bIns="0" rtlCol="0"/>
            <a:lstStyle/>
            <a:p>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66109" y="1724055"/>
            <a:ext cx="7236122" cy="2306513"/>
          </a:xfrm>
          <a:prstGeom prst="rect">
            <a:avLst/>
          </a:prstGeom>
        </p:spPr>
      </p:pic>
      <p:pic>
        <p:nvPicPr>
          <p:cNvPr id="3" name="object 3"/>
          <p:cNvPicPr/>
          <p:nvPr/>
        </p:nvPicPr>
        <p:blipFill>
          <a:blip r:embed="rId3" cstate="print"/>
          <a:stretch>
            <a:fillRect/>
          </a:stretch>
        </p:blipFill>
        <p:spPr>
          <a:xfrm>
            <a:off x="3524250" y="4200519"/>
            <a:ext cx="2095500" cy="198959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301" y="94945"/>
            <a:ext cx="7233920" cy="880744"/>
          </a:xfrm>
          <a:prstGeom prst="rect">
            <a:avLst/>
          </a:prstGeom>
        </p:spPr>
        <p:txBody>
          <a:bodyPr vert="horz" wrap="square" lIns="0" tIns="13970" rIns="0" bIns="0" rtlCol="0">
            <a:spAutoFit/>
          </a:bodyPr>
          <a:lstStyle/>
          <a:p>
            <a:pPr marL="12700" marR="5080">
              <a:lnSpc>
                <a:spcPct val="100000"/>
              </a:lnSpc>
              <a:spcBef>
                <a:spcPts val="110"/>
              </a:spcBef>
            </a:pPr>
            <a:r>
              <a:rPr sz="2800" b="1" dirty="0">
                <a:latin typeface="Calibri"/>
                <a:cs typeface="Calibri"/>
              </a:rPr>
              <a:t>Digital</a:t>
            </a:r>
            <a:r>
              <a:rPr sz="2800" b="1" spc="-90" dirty="0">
                <a:latin typeface="Calibri"/>
                <a:cs typeface="Calibri"/>
              </a:rPr>
              <a:t> </a:t>
            </a:r>
            <a:r>
              <a:rPr sz="2800" b="1" dirty="0">
                <a:latin typeface="Calibri"/>
                <a:cs typeface="Calibri"/>
              </a:rPr>
              <a:t>Image</a:t>
            </a:r>
            <a:r>
              <a:rPr sz="2800" b="1" spc="-30" dirty="0">
                <a:latin typeface="Calibri"/>
                <a:cs typeface="Calibri"/>
              </a:rPr>
              <a:t> </a:t>
            </a:r>
            <a:r>
              <a:rPr sz="2800" b="1" dirty="0">
                <a:latin typeface="Calibri"/>
                <a:cs typeface="Calibri"/>
              </a:rPr>
              <a:t>Types</a:t>
            </a:r>
            <a:r>
              <a:rPr sz="2800" b="1" spc="-70" dirty="0">
                <a:latin typeface="Calibri"/>
                <a:cs typeface="Calibri"/>
              </a:rPr>
              <a:t> </a:t>
            </a:r>
            <a:r>
              <a:rPr sz="2800" b="1" dirty="0">
                <a:latin typeface="Calibri"/>
                <a:cs typeface="Calibri"/>
              </a:rPr>
              <a:t>:</a:t>
            </a:r>
            <a:r>
              <a:rPr sz="2800" b="1" spc="-40" dirty="0">
                <a:latin typeface="Calibri"/>
                <a:cs typeface="Calibri"/>
              </a:rPr>
              <a:t> </a:t>
            </a:r>
            <a:r>
              <a:rPr sz="2800" b="1" dirty="0">
                <a:latin typeface="Calibri"/>
                <a:cs typeface="Calibri"/>
              </a:rPr>
              <a:t>Intensity</a:t>
            </a:r>
            <a:r>
              <a:rPr sz="2800" b="1" spc="-110" dirty="0">
                <a:latin typeface="Calibri"/>
                <a:cs typeface="Calibri"/>
              </a:rPr>
              <a:t> </a:t>
            </a:r>
            <a:r>
              <a:rPr sz="2800" b="1" spc="-10" dirty="0">
                <a:latin typeface="Calibri"/>
                <a:cs typeface="Calibri"/>
              </a:rPr>
              <a:t>Image(GRAYSCALE IMAGE)</a:t>
            </a:r>
            <a:endParaRPr sz="2800">
              <a:latin typeface="Calibri"/>
              <a:cs typeface="Calibri"/>
            </a:endParaRPr>
          </a:p>
        </p:txBody>
      </p:sp>
      <p:grpSp>
        <p:nvGrpSpPr>
          <p:cNvPr id="3" name="object 3"/>
          <p:cNvGrpSpPr/>
          <p:nvPr/>
        </p:nvGrpSpPr>
        <p:grpSpPr>
          <a:xfrm>
            <a:off x="1127760" y="1371600"/>
            <a:ext cx="5259705" cy="4573905"/>
            <a:chOff x="1127760" y="1371600"/>
            <a:chExt cx="5259705" cy="4573905"/>
          </a:xfrm>
        </p:grpSpPr>
        <p:pic>
          <p:nvPicPr>
            <p:cNvPr id="4" name="object 4"/>
            <p:cNvPicPr/>
            <p:nvPr/>
          </p:nvPicPr>
          <p:blipFill>
            <a:blip r:embed="rId2" cstate="print"/>
            <a:stretch>
              <a:fillRect/>
            </a:stretch>
          </p:blipFill>
          <p:spPr>
            <a:xfrm>
              <a:off x="1127760" y="1371600"/>
              <a:ext cx="2362200" cy="2362200"/>
            </a:xfrm>
            <a:prstGeom prst="rect">
              <a:avLst/>
            </a:prstGeom>
          </p:spPr>
        </p:pic>
        <p:pic>
          <p:nvPicPr>
            <p:cNvPr id="5" name="object 5"/>
            <p:cNvPicPr/>
            <p:nvPr/>
          </p:nvPicPr>
          <p:blipFill>
            <a:blip r:embed="rId3" cstate="print"/>
            <a:stretch>
              <a:fillRect/>
            </a:stretch>
          </p:blipFill>
          <p:spPr>
            <a:xfrm>
              <a:off x="3489960" y="3733800"/>
              <a:ext cx="1524000" cy="1524000"/>
            </a:xfrm>
            <a:prstGeom prst="rect">
              <a:avLst/>
            </a:prstGeom>
          </p:spPr>
        </p:pic>
        <p:sp>
          <p:nvSpPr>
            <p:cNvPr id="6" name="object 6"/>
            <p:cNvSpPr/>
            <p:nvPr/>
          </p:nvSpPr>
          <p:spPr>
            <a:xfrm>
              <a:off x="2499360" y="2514600"/>
              <a:ext cx="304800" cy="304800"/>
            </a:xfrm>
            <a:custGeom>
              <a:avLst/>
              <a:gdLst/>
              <a:ahLst/>
              <a:cxnLst/>
              <a:rect l="l" t="t" r="r" b="b"/>
              <a:pathLst>
                <a:path w="304800" h="304800">
                  <a:moveTo>
                    <a:pt x="0" y="304800"/>
                  </a:moveTo>
                  <a:lnTo>
                    <a:pt x="304800" y="304800"/>
                  </a:lnTo>
                  <a:lnTo>
                    <a:pt x="304800" y="0"/>
                  </a:lnTo>
                  <a:lnTo>
                    <a:pt x="0" y="0"/>
                  </a:lnTo>
                  <a:lnTo>
                    <a:pt x="0" y="304800"/>
                  </a:lnTo>
                  <a:close/>
                </a:path>
              </a:pathLst>
            </a:custGeom>
            <a:ln w="12192">
              <a:solidFill>
                <a:srgbClr val="FFFFFF"/>
              </a:solidFill>
            </a:ln>
          </p:spPr>
          <p:txBody>
            <a:bodyPr wrap="square" lIns="0" tIns="0" rIns="0" bIns="0" rtlCol="0"/>
            <a:lstStyle/>
            <a:p>
              <a:endParaRPr/>
            </a:p>
          </p:txBody>
        </p:sp>
        <p:sp>
          <p:nvSpPr>
            <p:cNvPr id="7" name="object 7"/>
            <p:cNvSpPr/>
            <p:nvPr/>
          </p:nvSpPr>
          <p:spPr>
            <a:xfrm>
              <a:off x="2495042" y="2510535"/>
              <a:ext cx="3892550" cy="3434715"/>
            </a:xfrm>
            <a:custGeom>
              <a:avLst/>
              <a:gdLst/>
              <a:ahLst/>
              <a:cxnLst/>
              <a:rect l="l" t="t" r="r" b="b"/>
              <a:pathLst>
                <a:path w="3892550" h="3434715">
                  <a:moveTo>
                    <a:pt x="1003046" y="2663825"/>
                  </a:moveTo>
                  <a:lnTo>
                    <a:pt x="973607" y="2675788"/>
                  </a:lnTo>
                  <a:lnTo>
                    <a:pt x="11684" y="307975"/>
                  </a:lnTo>
                  <a:lnTo>
                    <a:pt x="0" y="312801"/>
                  </a:lnTo>
                  <a:lnTo>
                    <a:pt x="961796" y="2680601"/>
                  </a:lnTo>
                  <a:lnTo>
                    <a:pt x="932434" y="2692527"/>
                  </a:lnTo>
                  <a:lnTo>
                    <a:pt x="996442" y="2748788"/>
                  </a:lnTo>
                  <a:lnTo>
                    <a:pt x="1000810" y="2692527"/>
                  </a:lnTo>
                  <a:lnTo>
                    <a:pt x="1003046" y="2663825"/>
                  </a:lnTo>
                  <a:close/>
                </a:path>
                <a:path w="3892550" h="3434715">
                  <a:moveTo>
                    <a:pt x="2596642" y="3434588"/>
                  </a:moveTo>
                  <a:lnTo>
                    <a:pt x="2589288" y="3386366"/>
                  </a:lnTo>
                  <a:lnTo>
                    <a:pt x="2583815" y="3350361"/>
                  </a:lnTo>
                  <a:lnTo>
                    <a:pt x="2557919" y="3368649"/>
                  </a:lnTo>
                  <a:lnTo>
                    <a:pt x="1687449" y="2135505"/>
                  </a:lnTo>
                  <a:lnTo>
                    <a:pt x="1677035" y="2142871"/>
                  </a:lnTo>
                  <a:lnTo>
                    <a:pt x="2547518" y="3375990"/>
                  </a:lnTo>
                  <a:lnTo>
                    <a:pt x="2521585" y="3394303"/>
                  </a:lnTo>
                  <a:lnTo>
                    <a:pt x="2596642" y="3434588"/>
                  </a:lnTo>
                  <a:close/>
                </a:path>
                <a:path w="3892550" h="3434715">
                  <a:moveTo>
                    <a:pt x="2596642" y="1224788"/>
                  </a:moveTo>
                  <a:lnTo>
                    <a:pt x="2579433" y="1200531"/>
                  </a:lnTo>
                  <a:lnTo>
                    <a:pt x="2547366" y="1155319"/>
                  </a:lnTo>
                  <a:lnTo>
                    <a:pt x="2532342" y="1183386"/>
                  </a:lnTo>
                  <a:lnTo>
                    <a:pt x="313690" y="0"/>
                  </a:lnTo>
                  <a:lnTo>
                    <a:pt x="307594" y="11176"/>
                  </a:lnTo>
                  <a:lnTo>
                    <a:pt x="2526373" y="1194562"/>
                  </a:lnTo>
                  <a:lnTo>
                    <a:pt x="2511425" y="1222502"/>
                  </a:lnTo>
                  <a:lnTo>
                    <a:pt x="2596642" y="1224788"/>
                  </a:lnTo>
                  <a:close/>
                </a:path>
                <a:path w="3892550" h="3434715">
                  <a:moveTo>
                    <a:pt x="3888244" y="2136724"/>
                  </a:moveTo>
                  <a:lnTo>
                    <a:pt x="3820668" y="2092579"/>
                  </a:lnTo>
                  <a:lnTo>
                    <a:pt x="3817061" y="2124151"/>
                  </a:lnTo>
                  <a:lnTo>
                    <a:pt x="1911604" y="1904238"/>
                  </a:lnTo>
                  <a:lnTo>
                    <a:pt x="1910080" y="1916938"/>
                  </a:lnTo>
                  <a:lnTo>
                    <a:pt x="3815626" y="2136724"/>
                  </a:lnTo>
                  <a:lnTo>
                    <a:pt x="3828440" y="2136724"/>
                  </a:lnTo>
                  <a:lnTo>
                    <a:pt x="3888244" y="2136724"/>
                  </a:lnTo>
                  <a:close/>
                </a:path>
                <a:path w="3892550" h="3434715">
                  <a:moveTo>
                    <a:pt x="3892042" y="2139188"/>
                  </a:moveTo>
                  <a:lnTo>
                    <a:pt x="3890480" y="2138172"/>
                  </a:lnTo>
                  <a:lnTo>
                    <a:pt x="3828288" y="2138172"/>
                  </a:lnTo>
                  <a:lnTo>
                    <a:pt x="3815461" y="2138172"/>
                  </a:lnTo>
                  <a:lnTo>
                    <a:pt x="3812032" y="2168271"/>
                  </a:lnTo>
                  <a:lnTo>
                    <a:pt x="3892042" y="2139188"/>
                  </a:lnTo>
                  <a:close/>
                </a:path>
              </a:pathLst>
            </a:custGeom>
            <a:solidFill>
              <a:srgbClr val="000000"/>
            </a:solidFill>
          </p:spPr>
          <p:txBody>
            <a:bodyPr wrap="square" lIns="0" tIns="0" rIns="0" bIns="0" rtlCol="0"/>
            <a:lstStyle/>
            <a:p>
              <a:endParaRPr/>
            </a:p>
          </p:txBody>
        </p:sp>
        <p:pic>
          <p:nvPicPr>
            <p:cNvPr id="8" name="object 8"/>
            <p:cNvPicPr/>
            <p:nvPr/>
          </p:nvPicPr>
          <p:blipFill>
            <a:blip r:embed="rId4" cstate="print"/>
            <a:stretch>
              <a:fillRect/>
            </a:stretch>
          </p:blipFill>
          <p:spPr>
            <a:xfrm>
              <a:off x="5090160" y="4648187"/>
              <a:ext cx="1295400" cy="1295400"/>
            </a:xfrm>
            <a:prstGeom prst="rect">
              <a:avLst/>
            </a:prstGeom>
          </p:spPr>
        </p:pic>
      </p:grpSp>
      <p:sp>
        <p:nvSpPr>
          <p:cNvPr id="9" name="object 9"/>
          <p:cNvSpPr txBox="1"/>
          <p:nvPr/>
        </p:nvSpPr>
        <p:spPr>
          <a:xfrm>
            <a:off x="3950334" y="1313510"/>
            <a:ext cx="4157979" cy="112395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Intensity</a:t>
            </a:r>
            <a:r>
              <a:rPr sz="1800" b="1" spc="-40" dirty="0">
                <a:latin typeface="Calibri"/>
                <a:cs typeface="Calibri"/>
              </a:rPr>
              <a:t> </a:t>
            </a:r>
            <a:r>
              <a:rPr sz="1800" b="1" dirty="0">
                <a:latin typeface="Calibri"/>
                <a:cs typeface="Calibri"/>
              </a:rPr>
              <a:t>image</a:t>
            </a:r>
            <a:r>
              <a:rPr sz="1800" b="1" spc="-60" dirty="0">
                <a:latin typeface="Calibri"/>
                <a:cs typeface="Calibri"/>
              </a:rPr>
              <a:t> </a:t>
            </a:r>
            <a:r>
              <a:rPr sz="1800" b="1" dirty="0">
                <a:latin typeface="Calibri"/>
                <a:cs typeface="Calibri"/>
              </a:rPr>
              <a:t>or</a:t>
            </a:r>
            <a:r>
              <a:rPr sz="1800" b="1" spc="-40" dirty="0">
                <a:latin typeface="Calibri"/>
                <a:cs typeface="Calibri"/>
              </a:rPr>
              <a:t> </a:t>
            </a:r>
            <a:r>
              <a:rPr sz="1800" b="1" dirty="0">
                <a:latin typeface="Calibri"/>
                <a:cs typeface="Calibri"/>
              </a:rPr>
              <a:t>monochrome</a:t>
            </a:r>
            <a:r>
              <a:rPr sz="1800" b="1" spc="-45" dirty="0">
                <a:latin typeface="Calibri"/>
                <a:cs typeface="Calibri"/>
              </a:rPr>
              <a:t> </a:t>
            </a:r>
            <a:r>
              <a:rPr sz="1800" b="1" spc="-10" dirty="0">
                <a:latin typeface="Calibri"/>
                <a:cs typeface="Calibri"/>
              </a:rPr>
              <a:t>image</a:t>
            </a:r>
            <a:endParaRPr sz="1800">
              <a:latin typeface="Calibri"/>
              <a:cs typeface="Calibri"/>
            </a:endParaRPr>
          </a:p>
          <a:p>
            <a:pPr marL="12700" marR="5080" indent="457200">
              <a:lnSpc>
                <a:spcPct val="100000"/>
              </a:lnSpc>
              <a:spcBef>
                <a:spcPts val="5"/>
              </a:spcBef>
            </a:pPr>
            <a:r>
              <a:rPr sz="1800" dirty="0">
                <a:latin typeface="Calibri"/>
                <a:cs typeface="Calibri"/>
              </a:rPr>
              <a:t>each</a:t>
            </a:r>
            <a:r>
              <a:rPr sz="1800" spc="-50" dirty="0">
                <a:latin typeface="Calibri"/>
                <a:cs typeface="Calibri"/>
              </a:rPr>
              <a:t> </a:t>
            </a:r>
            <a:r>
              <a:rPr sz="1800" dirty="0">
                <a:latin typeface="Calibri"/>
                <a:cs typeface="Calibri"/>
              </a:rPr>
              <a:t>pixel</a:t>
            </a:r>
            <a:r>
              <a:rPr sz="1800" spc="-25" dirty="0">
                <a:latin typeface="Calibri"/>
                <a:cs typeface="Calibri"/>
              </a:rPr>
              <a:t> </a:t>
            </a:r>
            <a:r>
              <a:rPr sz="1800" spc="-10" dirty="0">
                <a:latin typeface="Calibri"/>
                <a:cs typeface="Calibri"/>
              </a:rPr>
              <a:t>corresponds</a:t>
            </a:r>
            <a:r>
              <a:rPr sz="1800" spc="-25" dirty="0">
                <a:latin typeface="Calibri"/>
                <a:cs typeface="Calibri"/>
              </a:rPr>
              <a:t> </a:t>
            </a:r>
            <a:r>
              <a:rPr sz="1800" dirty="0">
                <a:latin typeface="Calibri"/>
                <a:cs typeface="Calibri"/>
              </a:rPr>
              <a:t>to</a:t>
            </a:r>
            <a:r>
              <a:rPr sz="1800" spc="-55" dirty="0">
                <a:latin typeface="Calibri"/>
                <a:cs typeface="Calibri"/>
              </a:rPr>
              <a:t> </a:t>
            </a:r>
            <a:r>
              <a:rPr sz="1800" dirty="0">
                <a:latin typeface="Calibri"/>
                <a:cs typeface="Calibri"/>
              </a:rPr>
              <a:t>light</a:t>
            </a:r>
            <a:r>
              <a:rPr sz="1800" spc="-20" dirty="0">
                <a:latin typeface="Calibri"/>
                <a:cs typeface="Calibri"/>
              </a:rPr>
              <a:t> </a:t>
            </a:r>
            <a:r>
              <a:rPr sz="1800" spc="-10" dirty="0">
                <a:latin typeface="Calibri"/>
                <a:cs typeface="Calibri"/>
              </a:rPr>
              <a:t>intensity </a:t>
            </a:r>
            <a:r>
              <a:rPr sz="1800" dirty="0">
                <a:latin typeface="Calibri"/>
                <a:cs typeface="Calibri"/>
              </a:rPr>
              <a:t>normally</a:t>
            </a:r>
            <a:r>
              <a:rPr sz="1800" spc="-65" dirty="0">
                <a:latin typeface="Calibri"/>
                <a:cs typeface="Calibri"/>
              </a:rPr>
              <a:t> </a:t>
            </a:r>
            <a:r>
              <a:rPr sz="1800" spc="-10" dirty="0">
                <a:latin typeface="Calibri"/>
                <a:cs typeface="Calibri"/>
              </a:rPr>
              <a:t>represented</a:t>
            </a:r>
            <a:r>
              <a:rPr sz="1800" spc="30" dirty="0">
                <a:latin typeface="Calibri"/>
                <a:cs typeface="Calibri"/>
              </a:rPr>
              <a:t> </a:t>
            </a:r>
            <a:r>
              <a:rPr sz="1800" dirty="0">
                <a:latin typeface="Calibri"/>
                <a:cs typeface="Calibri"/>
              </a:rPr>
              <a:t>in</a:t>
            </a:r>
            <a:r>
              <a:rPr sz="1800" spc="-50" dirty="0">
                <a:latin typeface="Calibri"/>
                <a:cs typeface="Calibri"/>
              </a:rPr>
              <a:t> </a:t>
            </a:r>
            <a:r>
              <a:rPr sz="1800" dirty="0">
                <a:latin typeface="Calibri"/>
                <a:cs typeface="Calibri"/>
              </a:rPr>
              <a:t>gray</a:t>
            </a:r>
            <a:r>
              <a:rPr sz="1800" spc="-45" dirty="0">
                <a:latin typeface="Calibri"/>
                <a:cs typeface="Calibri"/>
              </a:rPr>
              <a:t> </a:t>
            </a:r>
            <a:r>
              <a:rPr sz="1800" dirty="0">
                <a:latin typeface="Calibri"/>
                <a:cs typeface="Calibri"/>
              </a:rPr>
              <a:t>scale</a:t>
            </a:r>
            <a:r>
              <a:rPr sz="1800" spc="-55" dirty="0">
                <a:latin typeface="Calibri"/>
                <a:cs typeface="Calibri"/>
              </a:rPr>
              <a:t> </a:t>
            </a:r>
            <a:r>
              <a:rPr sz="1800" spc="-10" dirty="0">
                <a:latin typeface="Calibri"/>
                <a:cs typeface="Calibri"/>
              </a:rPr>
              <a:t>(gray level).</a:t>
            </a:r>
            <a:endParaRPr sz="1800">
              <a:latin typeface="Calibri"/>
              <a:cs typeface="Calibri"/>
            </a:endParaRPr>
          </a:p>
        </p:txBody>
      </p:sp>
      <p:sp>
        <p:nvSpPr>
          <p:cNvPr id="10" name="object 10"/>
          <p:cNvSpPr/>
          <p:nvPr/>
        </p:nvSpPr>
        <p:spPr>
          <a:xfrm>
            <a:off x="4175759" y="4419600"/>
            <a:ext cx="228600" cy="228600"/>
          </a:xfrm>
          <a:custGeom>
            <a:avLst/>
            <a:gdLst/>
            <a:ahLst/>
            <a:cxnLst/>
            <a:rect l="l" t="t" r="r" b="b"/>
            <a:pathLst>
              <a:path w="228600" h="228600">
                <a:moveTo>
                  <a:pt x="0" y="228600"/>
                </a:moveTo>
                <a:lnTo>
                  <a:pt x="228600" y="228600"/>
                </a:lnTo>
                <a:lnTo>
                  <a:pt x="228600" y="0"/>
                </a:lnTo>
                <a:lnTo>
                  <a:pt x="0" y="0"/>
                </a:lnTo>
                <a:lnTo>
                  <a:pt x="0" y="228600"/>
                </a:lnTo>
                <a:close/>
              </a:path>
            </a:pathLst>
          </a:custGeom>
          <a:ln w="12192">
            <a:solidFill>
              <a:srgbClr val="FFFFFF"/>
            </a:solidFill>
          </a:ln>
        </p:spPr>
        <p:txBody>
          <a:bodyPr wrap="square" lIns="0" tIns="0" rIns="0" bIns="0" rtlCol="0"/>
          <a:lstStyle/>
          <a:p>
            <a:endParaRPr/>
          </a:p>
        </p:txBody>
      </p:sp>
      <p:sp>
        <p:nvSpPr>
          <p:cNvPr id="11" name="object 11"/>
          <p:cNvSpPr/>
          <p:nvPr/>
        </p:nvSpPr>
        <p:spPr>
          <a:xfrm>
            <a:off x="6995159" y="4800600"/>
            <a:ext cx="1554480" cy="1176655"/>
          </a:xfrm>
          <a:custGeom>
            <a:avLst/>
            <a:gdLst/>
            <a:ahLst/>
            <a:cxnLst/>
            <a:rect l="l" t="t" r="r" b="b"/>
            <a:pathLst>
              <a:path w="1554479" h="1176654">
                <a:moveTo>
                  <a:pt x="1554479" y="0"/>
                </a:moveTo>
                <a:lnTo>
                  <a:pt x="0" y="0"/>
                </a:lnTo>
                <a:lnTo>
                  <a:pt x="0" y="1176528"/>
                </a:lnTo>
                <a:lnTo>
                  <a:pt x="1554479" y="1176528"/>
                </a:lnTo>
                <a:lnTo>
                  <a:pt x="1554479" y="0"/>
                </a:lnTo>
                <a:close/>
              </a:path>
            </a:pathLst>
          </a:custGeom>
          <a:solidFill>
            <a:srgbClr val="C0C0C0"/>
          </a:solidFill>
        </p:spPr>
        <p:txBody>
          <a:bodyPr wrap="square" lIns="0" tIns="0" rIns="0" bIns="0" rtlCol="0"/>
          <a:lstStyle/>
          <a:p>
            <a:endParaRPr/>
          </a:p>
        </p:txBody>
      </p:sp>
      <p:sp>
        <p:nvSpPr>
          <p:cNvPr id="12" name="object 12"/>
          <p:cNvSpPr txBox="1"/>
          <p:nvPr/>
        </p:nvSpPr>
        <p:spPr>
          <a:xfrm>
            <a:off x="8430012" y="5719861"/>
            <a:ext cx="88900" cy="261620"/>
          </a:xfrm>
          <a:prstGeom prst="rect">
            <a:avLst/>
          </a:prstGeom>
        </p:spPr>
        <p:txBody>
          <a:bodyPr vert="horz" wrap="square" lIns="0" tIns="12065" rIns="0" bIns="0" rtlCol="0">
            <a:spAutoFit/>
          </a:bodyPr>
          <a:lstStyle/>
          <a:p>
            <a:pPr>
              <a:lnSpc>
                <a:spcPct val="100000"/>
              </a:lnSpc>
              <a:spcBef>
                <a:spcPts val="95"/>
              </a:spcBef>
            </a:pPr>
            <a:r>
              <a:rPr sz="1550" spc="-50" dirty="0">
                <a:latin typeface="Symbol"/>
                <a:cs typeface="Symbol"/>
              </a:rPr>
              <a:t></a:t>
            </a:r>
            <a:endParaRPr sz="1550">
              <a:latin typeface="Symbol"/>
              <a:cs typeface="Symbol"/>
            </a:endParaRPr>
          </a:p>
        </p:txBody>
      </p:sp>
      <p:sp>
        <p:nvSpPr>
          <p:cNvPr id="13" name="object 13"/>
          <p:cNvSpPr txBox="1"/>
          <p:nvPr/>
        </p:nvSpPr>
        <p:spPr>
          <a:xfrm>
            <a:off x="7027931" y="5719861"/>
            <a:ext cx="88900" cy="261620"/>
          </a:xfrm>
          <a:prstGeom prst="rect">
            <a:avLst/>
          </a:prstGeom>
        </p:spPr>
        <p:txBody>
          <a:bodyPr vert="horz" wrap="square" lIns="0" tIns="12065" rIns="0" bIns="0" rtlCol="0">
            <a:spAutoFit/>
          </a:bodyPr>
          <a:lstStyle/>
          <a:p>
            <a:pPr>
              <a:lnSpc>
                <a:spcPct val="100000"/>
              </a:lnSpc>
              <a:spcBef>
                <a:spcPts val="95"/>
              </a:spcBef>
            </a:pPr>
            <a:r>
              <a:rPr sz="1550" spc="-50" dirty="0">
                <a:latin typeface="Symbol"/>
                <a:cs typeface="Symbol"/>
              </a:rPr>
              <a:t></a:t>
            </a:r>
            <a:endParaRPr sz="1550">
              <a:latin typeface="Symbol"/>
              <a:cs typeface="Symbol"/>
            </a:endParaRPr>
          </a:p>
        </p:txBody>
      </p:sp>
      <p:sp>
        <p:nvSpPr>
          <p:cNvPr id="14" name="object 14"/>
          <p:cNvSpPr txBox="1"/>
          <p:nvPr/>
        </p:nvSpPr>
        <p:spPr>
          <a:xfrm>
            <a:off x="8231399" y="5188511"/>
            <a:ext cx="287655" cy="452120"/>
          </a:xfrm>
          <a:prstGeom prst="rect">
            <a:avLst/>
          </a:prstGeom>
        </p:spPr>
        <p:txBody>
          <a:bodyPr vert="horz" wrap="square" lIns="0" tIns="12065" rIns="0" bIns="0" rtlCol="0">
            <a:spAutoFit/>
          </a:bodyPr>
          <a:lstStyle/>
          <a:p>
            <a:pPr marR="5080" algn="r">
              <a:lnSpc>
                <a:spcPts val="1680"/>
              </a:lnSpc>
              <a:spcBef>
                <a:spcPts val="95"/>
              </a:spcBef>
            </a:pPr>
            <a:r>
              <a:rPr sz="1550" spc="-50" dirty="0">
                <a:latin typeface="Symbol"/>
                <a:cs typeface="Symbol"/>
              </a:rPr>
              <a:t></a:t>
            </a:r>
            <a:endParaRPr sz="1550">
              <a:latin typeface="Symbol"/>
              <a:cs typeface="Symbol"/>
            </a:endParaRPr>
          </a:p>
          <a:p>
            <a:pPr>
              <a:lnSpc>
                <a:spcPts val="1680"/>
              </a:lnSpc>
            </a:pPr>
            <a:r>
              <a:rPr sz="1550" spc="-25" dirty="0">
                <a:latin typeface="Times New Roman"/>
                <a:cs typeface="Times New Roman"/>
              </a:rPr>
              <a:t>22</a:t>
            </a:r>
            <a:r>
              <a:rPr sz="1550" spc="-25" dirty="0">
                <a:latin typeface="Symbol"/>
                <a:cs typeface="Symbol"/>
              </a:rPr>
              <a:t></a:t>
            </a:r>
            <a:endParaRPr sz="1550">
              <a:latin typeface="Symbol"/>
              <a:cs typeface="Symbol"/>
            </a:endParaRPr>
          </a:p>
        </p:txBody>
      </p:sp>
      <p:sp>
        <p:nvSpPr>
          <p:cNvPr id="15" name="object 15"/>
          <p:cNvSpPr txBox="1"/>
          <p:nvPr/>
        </p:nvSpPr>
        <p:spPr>
          <a:xfrm>
            <a:off x="7027930" y="5188511"/>
            <a:ext cx="282575" cy="452120"/>
          </a:xfrm>
          <a:prstGeom prst="rect">
            <a:avLst/>
          </a:prstGeom>
        </p:spPr>
        <p:txBody>
          <a:bodyPr vert="horz" wrap="square" lIns="0" tIns="12065" rIns="0" bIns="0" rtlCol="0">
            <a:spAutoFit/>
          </a:bodyPr>
          <a:lstStyle/>
          <a:p>
            <a:pPr>
              <a:lnSpc>
                <a:spcPts val="1680"/>
              </a:lnSpc>
              <a:spcBef>
                <a:spcPts val="95"/>
              </a:spcBef>
            </a:pPr>
            <a:r>
              <a:rPr sz="1550" spc="-50" dirty="0">
                <a:latin typeface="Symbol"/>
                <a:cs typeface="Symbol"/>
              </a:rPr>
              <a:t></a:t>
            </a:r>
            <a:endParaRPr sz="1550">
              <a:latin typeface="Symbol"/>
              <a:cs typeface="Symbol"/>
            </a:endParaRPr>
          </a:p>
          <a:p>
            <a:pPr>
              <a:lnSpc>
                <a:spcPts val="1680"/>
              </a:lnSpc>
            </a:pPr>
            <a:r>
              <a:rPr sz="1550" spc="-25" dirty="0">
                <a:latin typeface="Symbol"/>
                <a:cs typeface="Symbol"/>
              </a:rPr>
              <a:t></a:t>
            </a:r>
            <a:r>
              <a:rPr sz="1550" spc="-25" dirty="0">
                <a:latin typeface="Times New Roman"/>
                <a:cs typeface="Times New Roman"/>
              </a:rPr>
              <a:t>15</a:t>
            </a:r>
            <a:endParaRPr sz="1550">
              <a:latin typeface="Times New Roman"/>
              <a:cs typeface="Times New Roman"/>
            </a:endParaRPr>
          </a:p>
        </p:txBody>
      </p:sp>
      <p:sp>
        <p:nvSpPr>
          <p:cNvPr id="16" name="object 16"/>
          <p:cNvSpPr txBox="1"/>
          <p:nvPr/>
        </p:nvSpPr>
        <p:spPr>
          <a:xfrm>
            <a:off x="8204826" y="5084046"/>
            <a:ext cx="339725" cy="261620"/>
          </a:xfrm>
          <a:prstGeom prst="rect">
            <a:avLst/>
          </a:prstGeom>
        </p:spPr>
        <p:txBody>
          <a:bodyPr vert="horz" wrap="square" lIns="0" tIns="12065" rIns="0" bIns="0" rtlCol="0">
            <a:spAutoFit/>
          </a:bodyPr>
          <a:lstStyle/>
          <a:p>
            <a:pPr marL="25400">
              <a:lnSpc>
                <a:spcPct val="100000"/>
              </a:lnSpc>
              <a:spcBef>
                <a:spcPts val="95"/>
              </a:spcBef>
            </a:pPr>
            <a:r>
              <a:rPr sz="1550" spc="-25" dirty="0">
                <a:latin typeface="Times New Roman"/>
                <a:cs typeface="Times New Roman"/>
              </a:rPr>
              <a:t>37</a:t>
            </a:r>
            <a:r>
              <a:rPr sz="2325" spc="-37" baseline="23297" dirty="0">
                <a:latin typeface="Symbol"/>
                <a:cs typeface="Symbol"/>
              </a:rPr>
              <a:t></a:t>
            </a:r>
            <a:endParaRPr sz="2325" baseline="23297">
              <a:latin typeface="Symbol"/>
              <a:cs typeface="Symbol"/>
            </a:endParaRPr>
          </a:p>
        </p:txBody>
      </p:sp>
      <p:sp>
        <p:nvSpPr>
          <p:cNvPr id="17" name="object 17"/>
          <p:cNvSpPr txBox="1"/>
          <p:nvPr/>
        </p:nvSpPr>
        <p:spPr>
          <a:xfrm>
            <a:off x="7002530" y="4998351"/>
            <a:ext cx="287655" cy="261620"/>
          </a:xfrm>
          <a:prstGeom prst="rect">
            <a:avLst/>
          </a:prstGeom>
        </p:spPr>
        <p:txBody>
          <a:bodyPr vert="horz" wrap="square" lIns="0" tIns="12065" rIns="0" bIns="0" rtlCol="0">
            <a:spAutoFit/>
          </a:bodyPr>
          <a:lstStyle/>
          <a:p>
            <a:pPr marL="25400">
              <a:lnSpc>
                <a:spcPct val="100000"/>
              </a:lnSpc>
              <a:spcBef>
                <a:spcPts val="95"/>
              </a:spcBef>
            </a:pPr>
            <a:r>
              <a:rPr sz="1550" dirty="0">
                <a:latin typeface="Symbol"/>
                <a:cs typeface="Symbol"/>
              </a:rPr>
              <a:t></a:t>
            </a:r>
            <a:r>
              <a:rPr sz="1550" spc="-10" dirty="0">
                <a:latin typeface="Times New Roman"/>
                <a:cs typeface="Times New Roman"/>
              </a:rPr>
              <a:t> </a:t>
            </a:r>
            <a:r>
              <a:rPr sz="2325" spc="-75" baseline="-23297" dirty="0">
                <a:latin typeface="Times New Roman"/>
                <a:cs typeface="Times New Roman"/>
              </a:rPr>
              <a:t>9</a:t>
            </a:r>
            <a:endParaRPr sz="2325" baseline="-23297">
              <a:latin typeface="Times New Roman"/>
              <a:cs typeface="Times New Roman"/>
            </a:endParaRPr>
          </a:p>
        </p:txBody>
      </p:sp>
      <p:sp>
        <p:nvSpPr>
          <p:cNvPr id="18" name="object 18"/>
          <p:cNvSpPr txBox="1"/>
          <p:nvPr/>
        </p:nvSpPr>
        <p:spPr>
          <a:xfrm>
            <a:off x="6977130" y="4731298"/>
            <a:ext cx="1579880" cy="1202055"/>
          </a:xfrm>
          <a:prstGeom prst="rect">
            <a:avLst/>
          </a:prstGeom>
        </p:spPr>
        <p:txBody>
          <a:bodyPr vert="horz" wrap="square" lIns="0" tIns="70485" rIns="0" bIns="0" rtlCol="0">
            <a:spAutoFit/>
          </a:bodyPr>
          <a:lstStyle/>
          <a:p>
            <a:pPr marL="50165">
              <a:lnSpc>
                <a:spcPct val="100000"/>
              </a:lnSpc>
              <a:spcBef>
                <a:spcPts val="555"/>
              </a:spcBef>
              <a:tabLst>
                <a:tab pos="494665" algn="l"/>
                <a:tab pos="868680" algn="l"/>
                <a:tab pos="1256030" algn="l"/>
              </a:tabLst>
            </a:pPr>
            <a:r>
              <a:rPr sz="2325" spc="-37" baseline="-5376" dirty="0">
                <a:latin typeface="Symbol"/>
                <a:cs typeface="Symbol"/>
              </a:rPr>
              <a:t></a:t>
            </a:r>
            <a:r>
              <a:rPr sz="1550" spc="-25" dirty="0">
                <a:latin typeface="Times New Roman"/>
                <a:cs typeface="Times New Roman"/>
              </a:rPr>
              <a:t>10</a:t>
            </a:r>
            <a:r>
              <a:rPr sz="1550" dirty="0">
                <a:latin typeface="Times New Roman"/>
                <a:cs typeface="Times New Roman"/>
              </a:rPr>
              <a:t>	</a:t>
            </a:r>
            <a:r>
              <a:rPr sz="1550" spc="-25" dirty="0">
                <a:latin typeface="Times New Roman"/>
                <a:cs typeface="Times New Roman"/>
              </a:rPr>
              <a:t>10</a:t>
            </a:r>
            <a:r>
              <a:rPr sz="1550" dirty="0">
                <a:latin typeface="Times New Roman"/>
                <a:cs typeface="Times New Roman"/>
              </a:rPr>
              <a:t>	</a:t>
            </a:r>
            <a:r>
              <a:rPr sz="1550" spc="-25" dirty="0">
                <a:latin typeface="Times New Roman"/>
                <a:cs typeface="Times New Roman"/>
              </a:rPr>
              <a:t>16</a:t>
            </a:r>
            <a:r>
              <a:rPr sz="1550" dirty="0">
                <a:latin typeface="Times New Roman"/>
                <a:cs typeface="Times New Roman"/>
              </a:rPr>
              <a:t>	</a:t>
            </a:r>
            <a:r>
              <a:rPr sz="1550" spc="-25" dirty="0">
                <a:latin typeface="Times New Roman"/>
                <a:cs typeface="Times New Roman"/>
              </a:rPr>
              <a:t>28</a:t>
            </a:r>
            <a:r>
              <a:rPr sz="2325" spc="-37" baseline="-5376" dirty="0">
                <a:latin typeface="Symbol"/>
                <a:cs typeface="Symbol"/>
              </a:rPr>
              <a:t></a:t>
            </a:r>
            <a:endParaRPr sz="2325" baseline="-5376">
              <a:latin typeface="Symbol"/>
              <a:cs typeface="Symbol"/>
            </a:endParaRPr>
          </a:p>
          <a:p>
            <a:pPr marL="551180">
              <a:lnSpc>
                <a:spcPct val="100000"/>
              </a:lnSpc>
              <a:spcBef>
                <a:spcPts val="459"/>
              </a:spcBef>
              <a:tabLst>
                <a:tab pos="876935" algn="l"/>
              </a:tabLst>
            </a:pPr>
            <a:r>
              <a:rPr sz="1550" spc="-50" dirty="0">
                <a:latin typeface="Times New Roman"/>
                <a:cs typeface="Times New Roman"/>
              </a:rPr>
              <a:t>6</a:t>
            </a:r>
            <a:r>
              <a:rPr sz="1550" dirty="0">
                <a:latin typeface="Times New Roman"/>
                <a:cs typeface="Times New Roman"/>
              </a:rPr>
              <a:t>	</a:t>
            </a:r>
            <a:r>
              <a:rPr sz="1550" spc="-25" dirty="0">
                <a:latin typeface="Times New Roman"/>
                <a:cs typeface="Times New Roman"/>
              </a:rPr>
              <a:t>26</a:t>
            </a:r>
            <a:endParaRPr sz="1550">
              <a:latin typeface="Times New Roman"/>
              <a:cs typeface="Times New Roman"/>
            </a:endParaRPr>
          </a:p>
          <a:p>
            <a:pPr marL="505459">
              <a:lnSpc>
                <a:spcPct val="100000"/>
              </a:lnSpc>
              <a:spcBef>
                <a:spcPts val="450"/>
              </a:spcBef>
              <a:tabLst>
                <a:tab pos="872490" algn="l"/>
              </a:tabLst>
            </a:pPr>
            <a:r>
              <a:rPr sz="1550" spc="-25" dirty="0">
                <a:latin typeface="Times New Roman"/>
                <a:cs typeface="Times New Roman"/>
              </a:rPr>
              <a:t>25</a:t>
            </a:r>
            <a:r>
              <a:rPr sz="1550" dirty="0">
                <a:latin typeface="Times New Roman"/>
                <a:cs typeface="Times New Roman"/>
              </a:rPr>
              <a:t>	</a:t>
            </a:r>
            <a:r>
              <a:rPr sz="1550" spc="-25" dirty="0">
                <a:latin typeface="Times New Roman"/>
                <a:cs typeface="Times New Roman"/>
              </a:rPr>
              <a:t>13</a:t>
            </a:r>
            <a:endParaRPr sz="1550">
              <a:latin typeface="Times New Roman"/>
              <a:cs typeface="Times New Roman"/>
            </a:endParaRPr>
          </a:p>
          <a:p>
            <a:pPr marL="50800">
              <a:lnSpc>
                <a:spcPct val="100000"/>
              </a:lnSpc>
              <a:spcBef>
                <a:spcPts val="459"/>
              </a:spcBef>
              <a:tabLst>
                <a:tab pos="497205" algn="l"/>
                <a:tab pos="871855" algn="l"/>
                <a:tab pos="1252855" algn="l"/>
              </a:tabLst>
            </a:pPr>
            <a:r>
              <a:rPr sz="2325" spc="-37" baseline="28673" dirty="0">
                <a:latin typeface="Symbol"/>
                <a:cs typeface="Symbol"/>
              </a:rPr>
              <a:t></a:t>
            </a:r>
            <a:r>
              <a:rPr sz="1550" spc="-25" dirty="0">
                <a:latin typeface="Times New Roman"/>
                <a:cs typeface="Times New Roman"/>
              </a:rPr>
              <a:t>32</a:t>
            </a:r>
            <a:r>
              <a:rPr sz="1550" dirty="0">
                <a:latin typeface="Times New Roman"/>
                <a:cs typeface="Times New Roman"/>
              </a:rPr>
              <a:t>	</a:t>
            </a:r>
            <a:r>
              <a:rPr sz="1550" spc="-25" dirty="0">
                <a:latin typeface="Times New Roman"/>
                <a:cs typeface="Times New Roman"/>
              </a:rPr>
              <a:t>15</a:t>
            </a:r>
            <a:r>
              <a:rPr sz="1550" dirty="0">
                <a:latin typeface="Times New Roman"/>
                <a:cs typeface="Times New Roman"/>
              </a:rPr>
              <a:t>	</a:t>
            </a:r>
            <a:r>
              <a:rPr sz="1550" spc="-25" dirty="0">
                <a:latin typeface="Times New Roman"/>
                <a:cs typeface="Times New Roman"/>
              </a:rPr>
              <a:t>87</a:t>
            </a:r>
            <a:r>
              <a:rPr sz="1550" dirty="0">
                <a:latin typeface="Times New Roman"/>
                <a:cs typeface="Times New Roman"/>
              </a:rPr>
              <a:t>	</a:t>
            </a:r>
            <a:r>
              <a:rPr sz="1550" spc="-25" dirty="0">
                <a:latin typeface="Times New Roman"/>
                <a:cs typeface="Times New Roman"/>
              </a:rPr>
              <a:t>39</a:t>
            </a:r>
            <a:r>
              <a:rPr sz="2325" spc="-37" baseline="28673" dirty="0">
                <a:latin typeface="Symbol"/>
                <a:cs typeface="Symbol"/>
              </a:rPr>
              <a:t></a:t>
            </a:r>
            <a:endParaRPr sz="2325" baseline="28673">
              <a:latin typeface="Symbol"/>
              <a:cs typeface="Symbol"/>
            </a:endParaRPr>
          </a:p>
        </p:txBody>
      </p:sp>
      <p:grpSp>
        <p:nvGrpSpPr>
          <p:cNvPr id="19" name="object 19"/>
          <p:cNvGrpSpPr/>
          <p:nvPr/>
        </p:nvGrpSpPr>
        <p:grpSpPr>
          <a:xfrm>
            <a:off x="6458711" y="5178552"/>
            <a:ext cx="542925" cy="350520"/>
            <a:chOff x="6458711" y="5178552"/>
            <a:chExt cx="542925" cy="350520"/>
          </a:xfrm>
        </p:grpSpPr>
        <p:sp>
          <p:nvSpPr>
            <p:cNvPr id="20" name="object 20"/>
            <p:cNvSpPr/>
            <p:nvPr/>
          </p:nvSpPr>
          <p:spPr>
            <a:xfrm>
              <a:off x="6463284" y="5183124"/>
              <a:ext cx="533400" cy="341630"/>
            </a:xfrm>
            <a:custGeom>
              <a:avLst/>
              <a:gdLst/>
              <a:ahLst/>
              <a:cxnLst/>
              <a:rect l="l" t="t" r="r" b="b"/>
              <a:pathLst>
                <a:path w="533400" h="341629">
                  <a:moveTo>
                    <a:pt x="16662" y="85344"/>
                  </a:moveTo>
                  <a:lnTo>
                    <a:pt x="0" y="85344"/>
                  </a:lnTo>
                  <a:lnTo>
                    <a:pt x="0" y="256032"/>
                  </a:lnTo>
                  <a:lnTo>
                    <a:pt x="16662" y="256032"/>
                  </a:lnTo>
                  <a:lnTo>
                    <a:pt x="16662" y="85344"/>
                  </a:lnTo>
                  <a:close/>
                </a:path>
                <a:path w="533400" h="341629">
                  <a:moveTo>
                    <a:pt x="66598" y="85344"/>
                  </a:moveTo>
                  <a:lnTo>
                    <a:pt x="33274" y="85344"/>
                  </a:lnTo>
                  <a:lnTo>
                    <a:pt x="33274" y="256032"/>
                  </a:lnTo>
                  <a:lnTo>
                    <a:pt x="66598" y="256032"/>
                  </a:lnTo>
                  <a:lnTo>
                    <a:pt x="66598" y="85344"/>
                  </a:lnTo>
                  <a:close/>
                </a:path>
                <a:path w="533400" h="341629">
                  <a:moveTo>
                    <a:pt x="533400" y="170688"/>
                  </a:moveTo>
                  <a:lnTo>
                    <a:pt x="400050" y="0"/>
                  </a:lnTo>
                  <a:lnTo>
                    <a:pt x="400050" y="85344"/>
                  </a:lnTo>
                  <a:lnTo>
                    <a:pt x="83312" y="85344"/>
                  </a:lnTo>
                  <a:lnTo>
                    <a:pt x="83312" y="256032"/>
                  </a:lnTo>
                  <a:lnTo>
                    <a:pt x="400050" y="256032"/>
                  </a:lnTo>
                  <a:lnTo>
                    <a:pt x="400050" y="341376"/>
                  </a:lnTo>
                  <a:lnTo>
                    <a:pt x="533400" y="170688"/>
                  </a:lnTo>
                  <a:close/>
                </a:path>
              </a:pathLst>
            </a:custGeom>
            <a:solidFill>
              <a:srgbClr val="FFFF00"/>
            </a:solidFill>
          </p:spPr>
          <p:txBody>
            <a:bodyPr wrap="square" lIns="0" tIns="0" rIns="0" bIns="0" rtlCol="0"/>
            <a:lstStyle/>
            <a:p>
              <a:endParaRPr/>
            </a:p>
          </p:txBody>
        </p:sp>
        <p:sp>
          <p:nvSpPr>
            <p:cNvPr id="21" name="object 21"/>
            <p:cNvSpPr/>
            <p:nvPr/>
          </p:nvSpPr>
          <p:spPr>
            <a:xfrm>
              <a:off x="6463283" y="5183124"/>
              <a:ext cx="533400" cy="341630"/>
            </a:xfrm>
            <a:custGeom>
              <a:avLst/>
              <a:gdLst/>
              <a:ahLst/>
              <a:cxnLst/>
              <a:rect l="l" t="t" r="r" b="b"/>
              <a:pathLst>
                <a:path w="533400" h="341629">
                  <a:moveTo>
                    <a:pt x="400049" y="0"/>
                  </a:moveTo>
                  <a:lnTo>
                    <a:pt x="400049" y="85343"/>
                  </a:lnTo>
                  <a:lnTo>
                    <a:pt x="83312" y="85343"/>
                  </a:lnTo>
                  <a:lnTo>
                    <a:pt x="83312" y="256031"/>
                  </a:lnTo>
                  <a:lnTo>
                    <a:pt x="400049" y="256031"/>
                  </a:lnTo>
                  <a:lnTo>
                    <a:pt x="400049" y="341375"/>
                  </a:lnTo>
                  <a:lnTo>
                    <a:pt x="533399" y="170687"/>
                  </a:lnTo>
                  <a:lnTo>
                    <a:pt x="400049" y="0"/>
                  </a:lnTo>
                  <a:close/>
                </a:path>
                <a:path w="533400" h="341629">
                  <a:moveTo>
                    <a:pt x="33274" y="256031"/>
                  </a:moveTo>
                  <a:lnTo>
                    <a:pt x="66611" y="256031"/>
                  </a:lnTo>
                  <a:lnTo>
                    <a:pt x="66611" y="85343"/>
                  </a:lnTo>
                  <a:lnTo>
                    <a:pt x="33274" y="85343"/>
                  </a:lnTo>
                  <a:lnTo>
                    <a:pt x="33274" y="256031"/>
                  </a:lnTo>
                  <a:close/>
                </a:path>
                <a:path w="533400" h="341629">
                  <a:moveTo>
                    <a:pt x="0" y="256031"/>
                  </a:moveTo>
                  <a:lnTo>
                    <a:pt x="16668" y="256031"/>
                  </a:lnTo>
                  <a:lnTo>
                    <a:pt x="16668" y="85343"/>
                  </a:lnTo>
                  <a:lnTo>
                    <a:pt x="0" y="85343"/>
                  </a:lnTo>
                  <a:lnTo>
                    <a:pt x="0" y="256031"/>
                  </a:lnTo>
                  <a:close/>
                </a:path>
              </a:pathLst>
            </a:custGeom>
            <a:ln w="9144">
              <a:solidFill>
                <a:srgbClr val="000000"/>
              </a:solidFill>
            </a:ln>
          </p:spPr>
          <p:txBody>
            <a:bodyPr wrap="square" lIns="0" tIns="0" rIns="0" bIns="0" rtlCol="0"/>
            <a:lstStyle/>
            <a:p>
              <a:endParaRPr/>
            </a:p>
          </p:txBody>
        </p:sp>
      </p:grpSp>
      <p:sp>
        <p:nvSpPr>
          <p:cNvPr id="22" name="object 22"/>
          <p:cNvSpPr txBox="1"/>
          <p:nvPr/>
        </p:nvSpPr>
        <p:spPr>
          <a:xfrm>
            <a:off x="6866001" y="4287139"/>
            <a:ext cx="1776095" cy="329565"/>
          </a:xfrm>
          <a:prstGeom prst="rect">
            <a:avLst/>
          </a:prstGeom>
        </p:spPr>
        <p:txBody>
          <a:bodyPr vert="horz" wrap="square" lIns="0" tIns="11430" rIns="0" bIns="0" rtlCol="0">
            <a:spAutoFit/>
          </a:bodyPr>
          <a:lstStyle/>
          <a:p>
            <a:pPr marL="12700">
              <a:lnSpc>
                <a:spcPct val="100000"/>
              </a:lnSpc>
              <a:spcBef>
                <a:spcPts val="90"/>
              </a:spcBef>
            </a:pPr>
            <a:r>
              <a:rPr sz="2000" dirty="0">
                <a:latin typeface="Calibri"/>
                <a:cs typeface="Calibri"/>
              </a:rPr>
              <a:t>Gray</a:t>
            </a:r>
            <a:r>
              <a:rPr sz="2000" spc="-85" dirty="0">
                <a:latin typeface="Calibri"/>
                <a:cs typeface="Calibri"/>
              </a:rPr>
              <a:t> </a:t>
            </a:r>
            <a:r>
              <a:rPr sz="2000" dirty="0">
                <a:latin typeface="Calibri"/>
                <a:cs typeface="Calibri"/>
              </a:rPr>
              <a:t>scale</a:t>
            </a:r>
            <a:r>
              <a:rPr sz="2000" spc="-70" dirty="0">
                <a:latin typeface="Calibri"/>
                <a:cs typeface="Calibri"/>
              </a:rPr>
              <a:t> </a:t>
            </a:r>
            <a:r>
              <a:rPr sz="2000" spc="-10" dirty="0">
                <a:latin typeface="Calibri"/>
                <a:cs typeface="Calibri"/>
              </a:rPr>
              <a:t>values</a:t>
            </a:r>
            <a:endParaRPr sz="2000">
              <a:latin typeface="Calibri"/>
              <a:cs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200" y="1356360"/>
            <a:ext cx="8229600" cy="3798859"/>
          </a:xfrm>
          <a:prstGeom prst="rect">
            <a:avLst/>
          </a:prstGeom>
        </p:spPr>
      </p:pic>
      <p:pic>
        <p:nvPicPr>
          <p:cNvPr id="3" name="object 3"/>
          <p:cNvPicPr/>
          <p:nvPr/>
        </p:nvPicPr>
        <p:blipFill>
          <a:blip r:embed="rId3" cstate="print"/>
          <a:stretch>
            <a:fillRect/>
          </a:stretch>
        </p:blipFill>
        <p:spPr>
          <a:xfrm>
            <a:off x="1447800" y="5569688"/>
            <a:ext cx="6081945" cy="265813"/>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864095" y="4724400"/>
            <a:ext cx="1554480" cy="1176655"/>
          </a:xfrm>
          <a:custGeom>
            <a:avLst/>
            <a:gdLst/>
            <a:ahLst/>
            <a:cxnLst/>
            <a:rect l="l" t="t" r="r" b="b"/>
            <a:pathLst>
              <a:path w="1554479" h="1176654">
                <a:moveTo>
                  <a:pt x="1554479" y="0"/>
                </a:moveTo>
                <a:lnTo>
                  <a:pt x="0" y="0"/>
                </a:lnTo>
                <a:lnTo>
                  <a:pt x="0" y="1176528"/>
                </a:lnTo>
                <a:lnTo>
                  <a:pt x="1554479" y="1176528"/>
                </a:lnTo>
                <a:lnTo>
                  <a:pt x="1554479" y="0"/>
                </a:lnTo>
                <a:close/>
              </a:path>
            </a:pathLst>
          </a:custGeom>
          <a:solidFill>
            <a:srgbClr val="99CCFF"/>
          </a:solidFill>
        </p:spPr>
        <p:txBody>
          <a:bodyPr wrap="square" lIns="0" tIns="0" rIns="0" bIns="0" rtlCol="0"/>
          <a:lstStyle/>
          <a:p>
            <a:endParaRPr/>
          </a:p>
        </p:txBody>
      </p:sp>
      <p:sp>
        <p:nvSpPr>
          <p:cNvPr id="3" name="object 3"/>
          <p:cNvSpPr txBox="1"/>
          <p:nvPr/>
        </p:nvSpPr>
        <p:spPr>
          <a:xfrm>
            <a:off x="6884167" y="5112311"/>
            <a:ext cx="101600" cy="261620"/>
          </a:xfrm>
          <a:prstGeom prst="rect">
            <a:avLst/>
          </a:prstGeom>
        </p:spPr>
        <p:txBody>
          <a:bodyPr vert="horz" wrap="square" lIns="0" tIns="12065" rIns="0" bIns="0" rtlCol="0">
            <a:spAutoFit/>
          </a:bodyPr>
          <a:lstStyle/>
          <a:p>
            <a:pPr marL="12700">
              <a:lnSpc>
                <a:spcPct val="100000"/>
              </a:lnSpc>
              <a:spcBef>
                <a:spcPts val="95"/>
              </a:spcBef>
            </a:pPr>
            <a:r>
              <a:rPr sz="1550" spc="-50" dirty="0">
                <a:latin typeface="Symbol"/>
                <a:cs typeface="Symbol"/>
              </a:rPr>
              <a:t></a:t>
            </a:r>
            <a:endParaRPr sz="1550">
              <a:latin typeface="Symbol"/>
              <a:cs typeface="Symbol"/>
            </a:endParaRPr>
          </a:p>
        </p:txBody>
      </p:sp>
      <p:sp>
        <p:nvSpPr>
          <p:cNvPr id="4" name="object 4"/>
          <p:cNvSpPr txBox="1"/>
          <p:nvPr/>
        </p:nvSpPr>
        <p:spPr>
          <a:xfrm>
            <a:off x="6884167" y="5643661"/>
            <a:ext cx="101600" cy="261620"/>
          </a:xfrm>
          <a:prstGeom prst="rect">
            <a:avLst/>
          </a:prstGeom>
        </p:spPr>
        <p:txBody>
          <a:bodyPr vert="horz" wrap="square" lIns="0" tIns="12065" rIns="0" bIns="0" rtlCol="0">
            <a:spAutoFit/>
          </a:bodyPr>
          <a:lstStyle/>
          <a:p>
            <a:pPr marL="12700">
              <a:lnSpc>
                <a:spcPct val="100000"/>
              </a:lnSpc>
              <a:spcBef>
                <a:spcPts val="95"/>
              </a:spcBef>
            </a:pPr>
            <a:r>
              <a:rPr sz="1550" spc="-50" dirty="0">
                <a:latin typeface="Symbol"/>
                <a:cs typeface="Symbol"/>
              </a:rPr>
              <a:t></a:t>
            </a:r>
            <a:endParaRPr sz="1550">
              <a:latin typeface="Symbol"/>
              <a:cs typeface="Symbol"/>
            </a:endParaRPr>
          </a:p>
        </p:txBody>
      </p:sp>
      <p:sp>
        <p:nvSpPr>
          <p:cNvPr id="5" name="object 5"/>
          <p:cNvSpPr txBox="1"/>
          <p:nvPr/>
        </p:nvSpPr>
        <p:spPr>
          <a:xfrm>
            <a:off x="7343428" y="4933795"/>
            <a:ext cx="1031875" cy="962660"/>
          </a:xfrm>
          <a:prstGeom prst="rect">
            <a:avLst/>
          </a:prstGeom>
        </p:spPr>
        <p:txBody>
          <a:bodyPr vert="horz" wrap="square" lIns="0" tIns="635" rIns="0" bIns="0" rtlCol="0">
            <a:spAutoFit/>
          </a:bodyPr>
          <a:lstStyle/>
          <a:p>
            <a:pPr marL="955040">
              <a:lnSpc>
                <a:spcPts val="1265"/>
              </a:lnSpc>
              <a:spcBef>
                <a:spcPts val="5"/>
              </a:spcBef>
            </a:pPr>
            <a:r>
              <a:rPr sz="1550" spc="-50" dirty="0">
                <a:latin typeface="Symbol"/>
                <a:cs typeface="Symbol"/>
              </a:rPr>
              <a:t></a:t>
            </a:r>
            <a:endParaRPr sz="1550">
              <a:latin typeface="Symbol"/>
              <a:cs typeface="Symbol"/>
            </a:endParaRPr>
          </a:p>
          <a:p>
            <a:pPr marL="53975">
              <a:lnSpc>
                <a:spcPts val="1265"/>
              </a:lnSpc>
              <a:tabLst>
                <a:tab pos="379730" algn="l"/>
                <a:tab pos="755650" algn="l"/>
              </a:tabLst>
            </a:pPr>
            <a:r>
              <a:rPr sz="1550" spc="-50" dirty="0">
                <a:latin typeface="Times New Roman"/>
                <a:cs typeface="Times New Roman"/>
              </a:rPr>
              <a:t>6</a:t>
            </a:r>
            <a:r>
              <a:rPr sz="1550" dirty="0">
                <a:latin typeface="Times New Roman"/>
                <a:cs typeface="Times New Roman"/>
              </a:rPr>
              <a:t>	</a:t>
            </a:r>
            <a:r>
              <a:rPr sz="1550" spc="-25" dirty="0">
                <a:latin typeface="Times New Roman"/>
                <a:cs typeface="Times New Roman"/>
              </a:rPr>
              <a:t>26</a:t>
            </a:r>
            <a:r>
              <a:rPr sz="1550" dirty="0">
                <a:latin typeface="Times New Roman"/>
                <a:cs typeface="Times New Roman"/>
              </a:rPr>
              <a:t>	</a:t>
            </a:r>
            <a:r>
              <a:rPr sz="1550" spc="-25" dirty="0">
                <a:latin typeface="Times New Roman"/>
                <a:cs typeface="Times New Roman"/>
              </a:rPr>
              <a:t>37</a:t>
            </a:r>
            <a:r>
              <a:rPr sz="2325" spc="-37" baseline="-28673" dirty="0">
                <a:latin typeface="Symbol"/>
                <a:cs typeface="Symbol"/>
              </a:rPr>
              <a:t></a:t>
            </a:r>
            <a:endParaRPr sz="2325" baseline="-28673">
              <a:latin typeface="Symbol"/>
              <a:cs typeface="Symbol"/>
            </a:endParaRPr>
          </a:p>
          <a:p>
            <a:pPr marL="8255">
              <a:lnSpc>
                <a:spcPts val="1680"/>
              </a:lnSpc>
              <a:spcBef>
                <a:spcPts val="459"/>
              </a:spcBef>
              <a:tabLst>
                <a:tab pos="375285" algn="l"/>
                <a:tab pos="756285" algn="l"/>
              </a:tabLst>
            </a:pPr>
            <a:r>
              <a:rPr sz="1550" spc="-25" dirty="0">
                <a:latin typeface="Times New Roman"/>
                <a:cs typeface="Times New Roman"/>
              </a:rPr>
              <a:t>25</a:t>
            </a:r>
            <a:r>
              <a:rPr sz="1550" dirty="0">
                <a:latin typeface="Times New Roman"/>
                <a:cs typeface="Times New Roman"/>
              </a:rPr>
              <a:t>	</a:t>
            </a:r>
            <a:r>
              <a:rPr sz="1550" spc="-25" dirty="0">
                <a:latin typeface="Times New Roman"/>
                <a:cs typeface="Times New Roman"/>
              </a:rPr>
              <a:t>13</a:t>
            </a:r>
            <a:r>
              <a:rPr sz="1550" dirty="0">
                <a:latin typeface="Times New Roman"/>
                <a:cs typeface="Times New Roman"/>
              </a:rPr>
              <a:t>	</a:t>
            </a:r>
            <a:r>
              <a:rPr sz="1550" spc="-25" dirty="0">
                <a:latin typeface="Times New Roman"/>
                <a:cs typeface="Times New Roman"/>
              </a:rPr>
              <a:t>22</a:t>
            </a:r>
            <a:r>
              <a:rPr sz="1550" spc="-25" dirty="0">
                <a:latin typeface="Symbol"/>
                <a:cs typeface="Symbol"/>
              </a:rPr>
              <a:t></a:t>
            </a:r>
            <a:endParaRPr sz="1550">
              <a:latin typeface="Symbol"/>
              <a:cs typeface="Symbol"/>
            </a:endParaRPr>
          </a:p>
          <a:p>
            <a:pPr marL="955040">
              <a:lnSpc>
                <a:spcPts val="1155"/>
              </a:lnSpc>
            </a:pPr>
            <a:r>
              <a:rPr sz="1550" spc="-50" dirty="0">
                <a:latin typeface="Symbol"/>
                <a:cs typeface="Symbol"/>
              </a:rPr>
              <a:t></a:t>
            </a:r>
            <a:endParaRPr sz="1550">
              <a:latin typeface="Symbol"/>
              <a:cs typeface="Symbol"/>
            </a:endParaRPr>
          </a:p>
          <a:p>
            <a:pPr>
              <a:lnSpc>
                <a:spcPts val="1335"/>
              </a:lnSpc>
              <a:tabLst>
                <a:tab pos="374650" algn="l"/>
                <a:tab pos="755650" algn="l"/>
              </a:tabLst>
            </a:pPr>
            <a:r>
              <a:rPr sz="1550" spc="-25" dirty="0">
                <a:latin typeface="Times New Roman"/>
                <a:cs typeface="Times New Roman"/>
              </a:rPr>
              <a:t>15</a:t>
            </a:r>
            <a:r>
              <a:rPr sz="1550" dirty="0">
                <a:latin typeface="Times New Roman"/>
                <a:cs typeface="Times New Roman"/>
              </a:rPr>
              <a:t>	</a:t>
            </a:r>
            <a:r>
              <a:rPr sz="1550" spc="-25" dirty="0">
                <a:latin typeface="Times New Roman"/>
                <a:cs typeface="Times New Roman"/>
              </a:rPr>
              <a:t>87</a:t>
            </a:r>
            <a:r>
              <a:rPr sz="1550" dirty="0">
                <a:latin typeface="Times New Roman"/>
                <a:cs typeface="Times New Roman"/>
              </a:rPr>
              <a:t>	</a:t>
            </a:r>
            <a:r>
              <a:rPr sz="1550" spc="-25" dirty="0">
                <a:latin typeface="Times New Roman"/>
                <a:cs typeface="Times New Roman"/>
              </a:rPr>
              <a:t>39</a:t>
            </a:r>
            <a:r>
              <a:rPr sz="2325" spc="-37" baseline="-14336" dirty="0">
                <a:latin typeface="Symbol"/>
                <a:cs typeface="Symbol"/>
              </a:rPr>
              <a:t></a:t>
            </a:r>
            <a:endParaRPr sz="2325" baseline="-14336">
              <a:latin typeface="Symbol"/>
              <a:cs typeface="Symbol"/>
            </a:endParaRPr>
          </a:p>
        </p:txBody>
      </p:sp>
      <p:sp>
        <p:nvSpPr>
          <p:cNvPr id="6" name="object 6"/>
          <p:cNvSpPr/>
          <p:nvPr/>
        </p:nvSpPr>
        <p:spPr>
          <a:xfrm>
            <a:off x="7144511" y="4895088"/>
            <a:ext cx="1554480" cy="1179830"/>
          </a:xfrm>
          <a:custGeom>
            <a:avLst/>
            <a:gdLst/>
            <a:ahLst/>
            <a:cxnLst/>
            <a:rect l="l" t="t" r="r" b="b"/>
            <a:pathLst>
              <a:path w="1554479" h="1179829">
                <a:moveTo>
                  <a:pt x="1554479" y="0"/>
                </a:moveTo>
                <a:lnTo>
                  <a:pt x="0" y="0"/>
                </a:lnTo>
                <a:lnTo>
                  <a:pt x="0" y="1179576"/>
                </a:lnTo>
                <a:lnTo>
                  <a:pt x="1554479" y="1179576"/>
                </a:lnTo>
                <a:lnTo>
                  <a:pt x="1554479" y="0"/>
                </a:lnTo>
                <a:close/>
              </a:path>
            </a:pathLst>
          </a:custGeom>
          <a:solidFill>
            <a:srgbClr val="00FF00"/>
          </a:solidFill>
        </p:spPr>
        <p:txBody>
          <a:bodyPr wrap="square" lIns="0" tIns="0" rIns="0" bIns="0" rtlCol="0"/>
          <a:lstStyle/>
          <a:p>
            <a:endParaRPr/>
          </a:p>
        </p:txBody>
      </p:sp>
      <p:sp>
        <p:nvSpPr>
          <p:cNvPr id="7" name="object 7"/>
          <p:cNvSpPr txBox="1"/>
          <p:nvPr/>
        </p:nvSpPr>
        <p:spPr>
          <a:xfrm>
            <a:off x="6858767" y="5595423"/>
            <a:ext cx="433070" cy="262255"/>
          </a:xfrm>
          <a:prstGeom prst="rect">
            <a:avLst/>
          </a:prstGeom>
        </p:spPr>
        <p:txBody>
          <a:bodyPr vert="horz" wrap="square" lIns="0" tIns="12700" rIns="0" bIns="0" rtlCol="0">
            <a:spAutoFit/>
          </a:bodyPr>
          <a:lstStyle/>
          <a:p>
            <a:pPr marL="38100">
              <a:lnSpc>
                <a:spcPct val="100000"/>
              </a:lnSpc>
              <a:spcBef>
                <a:spcPts val="100"/>
              </a:spcBef>
            </a:pPr>
            <a:r>
              <a:rPr sz="2325" spc="-30" baseline="28673" dirty="0">
                <a:latin typeface="Symbol"/>
                <a:cs typeface="Symbol"/>
              </a:rPr>
              <a:t></a:t>
            </a:r>
            <a:r>
              <a:rPr sz="1550" spc="-20" dirty="0">
                <a:latin typeface="Times New Roman"/>
                <a:cs typeface="Times New Roman"/>
              </a:rPr>
              <a:t>32</a:t>
            </a:r>
            <a:r>
              <a:rPr sz="2325" spc="-30" baseline="34050" dirty="0">
                <a:latin typeface="Symbol"/>
                <a:cs typeface="Symbol"/>
              </a:rPr>
              <a:t></a:t>
            </a:r>
            <a:endParaRPr sz="2325" baseline="34050">
              <a:latin typeface="Symbol"/>
              <a:cs typeface="Symbol"/>
            </a:endParaRPr>
          </a:p>
        </p:txBody>
      </p:sp>
      <p:sp>
        <p:nvSpPr>
          <p:cNvPr id="8" name="object 8"/>
          <p:cNvSpPr txBox="1"/>
          <p:nvPr/>
        </p:nvSpPr>
        <p:spPr>
          <a:xfrm>
            <a:off x="7164582" y="5816770"/>
            <a:ext cx="101600" cy="262255"/>
          </a:xfrm>
          <a:prstGeom prst="rect">
            <a:avLst/>
          </a:prstGeom>
        </p:spPr>
        <p:txBody>
          <a:bodyPr vert="horz" wrap="square" lIns="0" tIns="12700" rIns="0" bIns="0" rtlCol="0">
            <a:spAutoFit/>
          </a:bodyPr>
          <a:lstStyle/>
          <a:p>
            <a:pPr marL="12700">
              <a:lnSpc>
                <a:spcPct val="100000"/>
              </a:lnSpc>
              <a:spcBef>
                <a:spcPts val="100"/>
              </a:spcBef>
            </a:pPr>
            <a:r>
              <a:rPr sz="1550" spc="-50" dirty="0">
                <a:latin typeface="Symbol"/>
                <a:cs typeface="Symbol"/>
              </a:rPr>
              <a:t></a:t>
            </a:r>
            <a:endParaRPr sz="1550">
              <a:latin typeface="Symbol"/>
              <a:cs typeface="Symbol"/>
            </a:endParaRPr>
          </a:p>
        </p:txBody>
      </p:sp>
      <p:sp>
        <p:nvSpPr>
          <p:cNvPr id="9" name="object 9"/>
          <p:cNvSpPr txBox="1"/>
          <p:nvPr/>
        </p:nvSpPr>
        <p:spPr>
          <a:xfrm>
            <a:off x="7628194" y="5105051"/>
            <a:ext cx="1033144" cy="965200"/>
          </a:xfrm>
          <a:prstGeom prst="rect">
            <a:avLst/>
          </a:prstGeom>
        </p:spPr>
        <p:txBody>
          <a:bodyPr vert="horz" wrap="square" lIns="0" tIns="1270" rIns="0" bIns="0" rtlCol="0">
            <a:spAutoFit/>
          </a:bodyPr>
          <a:lstStyle/>
          <a:p>
            <a:pPr marL="956310">
              <a:lnSpc>
                <a:spcPts val="1270"/>
              </a:lnSpc>
              <a:spcBef>
                <a:spcPts val="10"/>
              </a:spcBef>
            </a:pPr>
            <a:r>
              <a:rPr sz="1550" spc="-50" dirty="0">
                <a:latin typeface="Symbol"/>
                <a:cs typeface="Symbol"/>
              </a:rPr>
              <a:t></a:t>
            </a:r>
            <a:endParaRPr sz="1550">
              <a:latin typeface="Symbol"/>
              <a:cs typeface="Symbol"/>
            </a:endParaRPr>
          </a:p>
          <a:p>
            <a:pPr>
              <a:lnSpc>
                <a:spcPts val="1270"/>
              </a:lnSpc>
              <a:tabLst>
                <a:tab pos="379095" algn="l"/>
                <a:tab pos="756285" algn="l"/>
              </a:tabLst>
            </a:pPr>
            <a:r>
              <a:rPr sz="1550" spc="-25" dirty="0">
                <a:latin typeface="Times New Roman"/>
                <a:cs typeface="Times New Roman"/>
              </a:rPr>
              <a:t>54</a:t>
            </a:r>
            <a:r>
              <a:rPr sz="1550" dirty="0">
                <a:latin typeface="Times New Roman"/>
                <a:cs typeface="Times New Roman"/>
              </a:rPr>
              <a:t>	</a:t>
            </a:r>
            <a:r>
              <a:rPr sz="1550" spc="-25" dirty="0">
                <a:latin typeface="Times New Roman"/>
                <a:cs typeface="Times New Roman"/>
              </a:rPr>
              <a:t>96</a:t>
            </a:r>
            <a:r>
              <a:rPr sz="1550" dirty="0">
                <a:latin typeface="Times New Roman"/>
                <a:cs typeface="Times New Roman"/>
              </a:rPr>
              <a:t>	</a:t>
            </a:r>
            <a:r>
              <a:rPr sz="1550" spc="-25" dirty="0">
                <a:latin typeface="Times New Roman"/>
                <a:cs typeface="Times New Roman"/>
              </a:rPr>
              <a:t>67</a:t>
            </a:r>
            <a:r>
              <a:rPr sz="2325" spc="-37" baseline="-28673" dirty="0">
                <a:latin typeface="Symbol"/>
                <a:cs typeface="Symbol"/>
              </a:rPr>
              <a:t></a:t>
            </a:r>
            <a:endParaRPr sz="2325" baseline="-28673">
              <a:latin typeface="Symbol"/>
              <a:cs typeface="Symbol"/>
            </a:endParaRPr>
          </a:p>
          <a:p>
            <a:pPr>
              <a:lnSpc>
                <a:spcPts val="1680"/>
              </a:lnSpc>
              <a:spcBef>
                <a:spcPts val="465"/>
              </a:spcBef>
              <a:tabLst>
                <a:tab pos="378460" algn="l"/>
                <a:tab pos="757555" algn="l"/>
              </a:tabLst>
            </a:pPr>
            <a:r>
              <a:rPr sz="1550" spc="-25" dirty="0">
                <a:latin typeface="Times New Roman"/>
                <a:cs typeface="Times New Roman"/>
              </a:rPr>
              <a:t>54</a:t>
            </a:r>
            <a:r>
              <a:rPr sz="1550" dirty="0">
                <a:latin typeface="Times New Roman"/>
                <a:cs typeface="Times New Roman"/>
              </a:rPr>
              <a:t>	</a:t>
            </a:r>
            <a:r>
              <a:rPr sz="1550" spc="-25" dirty="0">
                <a:latin typeface="Times New Roman"/>
                <a:cs typeface="Times New Roman"/>
              </a:rPr>
              <a:t>47</a:t>
            </a:r>
            <a:r>
              <a:rPr sz="1550" dirty="0">
                <a:latin typeface="Times New Roman"/>
                <a:cs typeface="Times New Roman"/>
              </a:rPr>
              <a:t>	</a:t>
            </a:r>
            <a:r>
              <a:rPr sz="1550" spc="-25" dirty="0">
                <a:latin typeface="Times New Roman"/>
                <a:cs typeface="Times New Roman"/>
              </a:rPr>
              <a:t>42</a:t>
            </a:r>
            <a:r>
              <a:rPr sz="1550" spc="-25" dirty="0">
                <a:latin typeface="Symbol"/>
                <a:cs typeface="Symbol"/>
              </a:rPr>
              <a:t></a:t>
            </a:r>
            <a:endParaRPr sz="1550">
              <a:latin typeface="Symbol"/>
              <a:cs typeface="Symbol"/>
            </a:endParaRPr>
          </a:p>
          <a:p>
            <a:pPr marL="956310">
              <a:lnSpc>
                <a:spcPts val="1155"/>
              </a:lnSpc>
            </a:pPr>
            <a:r>
              <a:rPr sz="1550" spc="-50" dirty="0">
                <a:latin typeface="Symbol"/>
                <a:cs typeface="Symbol"/>
              </a:rPr>
              <a:t></a:t>
            </a:r>
            <a:endParaRPr sz="1550">
              <a:latin typeface="Symbol"/>
              <a:cs typeface="Symbol"/>
            </a:endParaRPr>
          </a:p>
          <a:p>
            <a:pPr marL="5080">
              <a:lnSpc>
                <a:spcPts val="1335"/>
              </a:lnSpc>
              <a:tabLst>
                <a:tab pos="381635" algn="l"/>
                <a:tab pos="756285" algn="l"/>
              </a:tabLst>
            </a:pPr>
            <a:r>
              <a:rPr sz="1550" spc="-25" dirty="0">
                <a:latin typeface="Times New Roman"/>
                <a:cs typeface="Times New Roman"/>
              </a:rPr>
              <a:t>65</a:t>
            </a:r>
            <a:r>
              <a:rPr sz="1550" dirty="0">
                <a:latin typeface="Times New Roman"/>
                <a:cs typeface="Times New Roman"/>
              </a:rPr>
              <a:t>	</a:t>
            </a:r>
            <a:r>
              <a:rPr sz="1550" spc="-25" dirty="0">
                <a:latin typeface="Times New Roman"/>
                <a:cs typeface="Times New Roman"/>
              </a:rPr>
              <a:t>65</a:t>
            </a:r>
            <a:r>
              <a:rPr sz="1550" dirty="0">
                <a:latin typeface="Times New Roman"/>
                <a:cs typeface="Times New Roman"/>
              </a:rPr>
              <a:t>	</a:t>
            </a:r>
            <a:r>
              <a:rPr sz="1550" spc="-25" dirty="0">
                <a:latin typeface="Times New Roman"/>
                <a:cs typeface="Times New Roman"/>
              </a:rPr>
              <a:t>39</a:t>
            </a:r>
            <a:r>
              <a:rPr sz="2325" spc="-37" baseline="-14336" dirty="0">
                <a:latin typeface="Symbol"/>
                <a:cs typeface="Symbol"/>
              </a:rPr>
              <a:t></a:t>
            </a:r>
            <a:endParaRPr sz="2325" baseline="-14336">
              <a:latin typeface="Symbol"/>
              <a:cs typeface="Symbol"/>
            </a:endParaRPr>
          </a:p>
        </p:txBody>
      </p:sp>
      <p:sp>
        <p:nvSpPr>
          <p:cNvPr id="10" name="object 10"/>
          <p:cNvSpPr txBox="1"/>
          <p:nvPr/>
        </p:nvSpPr>
        <p:spPr>
          <a:xfrm>
            <a:off x="6858767" y="4884332"/>
            <a:ext cx="1840230" cy="262255"/>
          </a:xfrm>
          <a:prstGeom prst="rect">
            <a:avLst/>
          </a:prstGeom>
        </p:spPr>
        <p:txBody>
          <a:bodyPr vert="horz" wrap="square" lIns="0" tIns="12700" rIns="0" bIns="0" rtlCol="0">
            <a:spAutoFit/>
          </a:bodyPr>
          <a:lstStyle/>
          <a:p>
            <a:pPr marL="38100">
              <a:lnSpc>
                <a:spcPct val="100000"/>
              </a:lnSpc>
              <a:spcBef>
                <a:spcPts val="100"/>
              </a:spcBef>
              <a:tabLst>
                <a:tab pos="771525" algn="l"/>
                <a:tab pos="1146810" algn="l"/>
                <a:tab pos="1532255" algn="l"/>
              </a:tabLst>
            </a:pPr>
            <a:r>
              <a:rPr sz="2325" baseline="-10752" dirty="0">
                <a:latin typeface="Symbol"/>
                <a:cs typeface="Symbol"/>
              </a:rPr>
              <a:t></a:t>
            </a:r>
            <a:r>
              <a:rPr sz="2325" spc="-7" baseline="-10752" dirty="0">
                <a:latin typeface="Times New Roman"/>
                <a:cs typeface="Times New Roman"/>
              </a:rPr>
              <a:t> </a:t>
            </a:r>
            <a:r>
              <a:rPr sz="2325" baseline="-34050" dirty="0">
                <a:latin typeface="Times New Roman"/>
                <a:cs typeface="Times New Roman"/>
              </a:rPr>
              <a:t>9</a:t>
            </a:r>
            <a:r>
              <a:rPr sz="2325" spc="75" baseline="-34050" dirty="0">
                <a:latin typeface="Times New Roman"/>
                <a:cs typeface="Times New Roman"/>
              </a:rPr>
              <a:t> </a:t>
            </a:r>
            <a:r>
              <a:rPr sz="2325" spc="-37" baseline="-5376" dirty="0">
                <a:latin typeface="Symbol"/>
                <a:cs typeface="Symbol"/>
              </a:rPr>
              <a:t></a:t>
            </a:r>
            <a:r>
              <a:rPr sz="1550" spc="-25" dirty="0">
                <a:latin typeface="Times New Roman"/>
                <a:cs typeface="Times New Roman"/>
              </a:rPr>
              <a:t>65</a:t>
            </a:r>
            <a:r>
              <a:rPr sz="1550" dirty="0">
                <a:latin typeface="Times New Roman"/>
                <a:cs typeface="Times New Roman"/>
              </a:rPr>
              <a:t>	</a:t>
            </a:r>
            <a:r>
              <a:rPr sz="1550" spc="-25" dirty="0">
                <a:latin typeface="Times New Roman"/>
                <a:cs typeface="Times New Roman"/>
              </a:rPr>
              <a:t>70</a:t>
            </a:r>
            <a:r>
              <a:rPr sz="1550" dirty="0">
                <a:latin typeface="Times New Roman"/>
                <a:cs typeface="Times New Roman"/>
              </a:rPr>
              <a:t>	</a:t>
            </a:r>
            <a:r>
              <a:rPr sz="1550" spc="-25" dirty="0">
                <a:latin typeface="Times New Roman"/>
                <a:cs typeface="Times New Roman"/>
              </a:rPr>
              <a:t>56</a:t>
            </a:r>
            <a:r>
              <a:rPr sz="1550" dirty="0">
                <a:latin typeface="Times New Roman"/>
                <a:cs typeface="Times New Roman"/>
              </a:rPr>
              <a:t>	</a:t>
            </a:r>
            <a:r>
              <a:rPr sz="1550" spc="-25" dirty="0">
                <a:latin typeface="Times New Roman"/>
                <a:cs typeface="Times New Roman"/>
              </a:rPr>
              <a:t>43</a:t>
            </a:r>
            <a:r>
              <a:rPr sz="2325" spc="-37" baseline="-5376" dirty="0">
                <a:latin typeface="Symbol"/>
                <a:cs typeface="Symbol"/>
              </a:rPr>
              <a:t></a:t>
            </a:r>
            <a:endParaRPr sz="2325" baseline="-5376">
              <a:latin typeface="Symbol"/>
              <a:cs typeface="Symbol"/>
            </a:endParaRPr>
          </a:p>
        </p:txBody>
      </p:sp>
      <p:sp>
        <p:nvSpPr>
          <p:cNvPr id="11" name="object 11"/>
          <p:cNvSpPr/>
          <p:nvPr/>
        </p:nvSpPr>
        <p:spPr>
          <a:xfrm>
            <a:off x="7437119" y="5105400"/>
            <a:ext cx="1554480" cy="1176655"/>
          </a:xfrm>
          <a:custGeom>
            <a:avLst/>
            <a:gdLst/>
            <a:ahLst/>
            <a:cxnLst/>
            <a:rect l="l" t="t" r="r" b="b"/>
            <a:pathLst>
              <a:path w="1554479" h="1176654">
                <a:moveTo>
                  <a:pt x="1554479" y="0"/>
                </a:moveTo>
                <a:lnTo>
                  <a:pt x="0" y="0"/>
                </a:lnTo>
                <a:lnTo>
                  <a:pt x="0" y="1176528"/>
                </a:lnTo>
                <a:lnTo>
                  <a:pt x="1554479" y="1176528"/>
                </a:lnTo>
                <a:lnTo>
                  <a:pt x="1554479" y="0"/>
                </a:lnTo>
                <a:close/>
              </a:path>
            </a:pathLst>
          </a:custGeom>
          <a:solidFill>
            <a:srgbClr val="FF6600"/>
          </a:solidFill>
        </p:spPr>
        <p:txBody>
          <a:bodyPr wrap="square" lIns="0" tIns="0" rIns="0" bIns="0" rtlCol="0"/>
          <a:lstStyle/>
          <a:p>
            <a:endParaRPr/>
          </a:p>
        </p:txBody>
      </p:sp>
      <p:sp>
        <p:nvSpPr>
          <p:cNvPr id="12" name="object 12"/>
          <p:cNvSpPr txBox="1"/>
          <p:nvPr/>
        </p:nvSpPr>
        <p:spPr>
          <a:xfrm>
            <a:off x="8858082" y="5493311"/>
            <a:ext cx="101600" cy="261620"/>
          </a:xfrm>
          <a:prstGeom prst="rect">
            <a:avLst/>
          </a:prstGeom>
        </p:spPr>
        <p:txBody>
          <a:bodyPr vert="horz" wrap="square" lIns="0" tIns="12065" rIns="0" bIns="0" rtlCol="0">
            <a:spAutoFit/>
          </a:bodyPr>
          <a:lstStyle/>
          <a:p>
            <a:pPr marL="12700">
              <a:lnSpc>
                <a:spcPct val="100000"/>
              </a:lnSpc>
              <a:spcBef>
                <a:spcPts val="95"/>
              </a:spcBef>
            </a:pPr>
            <a:r>
              <a:rPr sz="1550" spc="-50" dirty="0">
                <a:latin typeface="Symbol"/>
                <a:cs typeface="Symbol"/>
              </a:rPr>
              <a:t></a:t>
            </a:r>
            <a:endParaRPr sz="1550">
              <a:latin typeface="Symbol"/>
              <a:cs typeface="Symbol"/>
            </a:endParaRPr>
          </a:p>
        </p:txBody>
      </p:sp>
      <p:sp>
        <p:nvSpPr>
          <p:cNvPr id="13" name="object 13"/>
          <p:cNvSpPr txBox="1"/>
          <p:nvPr/>
        </p:nvSpPr>
        <p:spPr>
          <a:xfrm>
            <a:off x="8858083" y="6024661"/>
            <a:ext cx="101600" cy="261620"/>
          </a:xfrm>
          <a:prstGeom prst="rect">
            <a:avLst/>
          </a:prstGeom>
        </p:spPr>
        <p:txBody>
          <a:bodyPr vert="horz" wrap="square" lIns="0" tIns="12065" rIns="0" bIns="0" rtlCol="0">
            <a:spAutoFit/>
          </a:bodyPr>
          <a:lstStyle/>
          <a:p>
            <a:pPr marL="12700">
              <a:lnSpc>
                <a:spcPct val="100000"/>
              </a:lnSpc>
              <a:spcBef>
                <a:spcPts val="95"/>
              </a:spcBef>
            </a:pPr>
            <a:r>
              <a:rPr sz="1550" spc="-50" dirty="0">
                <a:latin typeface="Symbol"/>
                <a:cs typeface="Symbol"/>
              </a:rPr>
              <a:t></a:t>
            </a:r>
            <a:endParaRPr sz="1550">
              <a:latin typeface="Symbol"/>
              <a:cs typeface="Symbol"/>
            </a:endParaRPr>
          </a:p>
        </p:txBody>
      </p:sp>
      <p:sp>
        <p:nvSpPr>
          <p:cNvPr id="14" name="object 14"/>
          <p:cNvSpPr txBox="1"/>
          <p:nvPr/>
        </p:nvSpPr>
        <p:spPr>
          <a:xfrm>
            <a:off x="7457190" y="5493311"/>
            <a:ext cx="101600" cy="261620"/>
          </a:xfrm>
          <a:prstGeom prst="rect">
            <a:avLst/>
          </a:prstGeom>
        </p:spPr>
        <p:txBody>
          <a:bodyPr vert="horz" wrap="square" lIns="0" tIns="12065" rIns="0" bIns="0" rtlCol="0">
            <a:spAutoFit/>
          </a:bodyPr>
          <a:lstStyle/>
          <a:p>
            <a:pPr marL="12700">
              <a:lnSpc>
                <a:spcPct val="100000"/>
              </a:lnSpc>
              <a:spcBef>
                <a:spcPts val="95"/>
              </a:spcBef>
            </a:pPr>
            <a:r>
              <a:rPr sz="1550" spc="-50" dirty="0">
                <a:latin typeface="Symbol"/>
                <a:cs typeface="Symbol"/>
              </a:rPr>
              <a:t></a:t>
            </a:r>
            <a:endParaRPr sz="1550">
              <a:latin typeface="Symbol"/>
              <a:cs typeface="Symbol"/>
            </a:endParaRPr>
          </a:p>
        </p:txBody>
      </p:sp>
      <p:sp>
        <p:nvSpPr>
          <p:cNvPr id="15" name="object 15"/>
          <p:cNvSpPr txBox="1"/>
          <p:nvPr/>
        </p:nvSpPr>
        <p:spPr>
          <a:xfrm>
            <a:off x="7457191" y="6024661"/>
            <a:ext cx="101600" cy="261620"/>
          </a:xfrm>
          <a:prstGeom prst="rect">
            <a:avLst/>
          </a:prstGeom>
        </p:spPr>
        <p:txBody>
          <a:bodyPr vert="horz" wrap="square" lIns="0" tIns="12065" rIns="0" bIns="0" rtlCol="0">
            <a:spAutoFit/>
          </a:bodyPr>
          <a:lstStyle/>
          <a:p>
            <a:pPr marL="12700">
              <a:lnSpc>
                <a:spcPct val="100000"/>
              </a:lnSpc>
              <a:spcBef>
                <a:spcPts val="95"/>
              </a:spcBef>
            </a:pPr>
            <a:r>
              <a:rPr sz="1550" spc="-50" dirty="0">
                <a:latin typeface="Symbol"/>
                <a:cs typeface="Symbol"/>
              </a:rPr>
              <a:t></a:t>
            </a:r>
            <a:endParaRPr sz="1550">
              <a:latin typeface="Symbol"/>
              <a:cs typeface="Symbol"/>
            </a:endParaRPr>
          </a:p>
        </p:txBody>
      </p:sp>
      <p:sp>
        <p:nvSpPr>
          <p:cNvPr id="16" name="object 16"/>
          <p:cNvSpPr txBox="1"/>
          <p:nvPr/>
        </p:nvSpPr>
        <p:spPr>
          <a:xfrm>
            <a:off x="7887835" y="5976927"/>
            <a:ext cx="1122680" cy="261620"/>
          </a:xfrm>
          <a:prstGeom prst="rect">
            <a:avLst/>
          </a:prstGeom>
        </p:spPr>
        <p:txBody>
          <a:bodyPr vert="horz" wrap="square" lIns="0" tIns="12065" rIns="0" bIns="0" rtlCol="0">
            <a:spAutoFit/>
          </a:bodyPr>
          <a:lstStyle/>
          <a:p>
            <a:pPr marL="38100">
              <a:lnSpc>
                <a:spcPct val="100000"/>
              </a:lnSpc>
              <a:spcBef>
                <a:spcPts val="95"/>
              </a:spcBef>
              <a:tabLst>
                <a:tab pos="405130" algn="l"/>
                <a:tab pos="784225" algn="l"/>
              </a:tabLst>
            </a:pPr>
            <a:r>
              <a:rPr sz="1550" spc="-25" dirty="0">
                <a:latin typeface="Times New Roman"/>
                <a:cs typeface="Times New Roman"/>
              </a:rPr>
              <a:t>65</a:t>
            </a:r>
            <a:r>
              <a:rPr sz="1550" dirty="0">
                <a:latin typeface="Times New Roman"/>
                <a:cs typeface="Times New Roman"/>
              </a:rPr>
              <a:t>	</a:t>
            </a:r>
            <a:r>
              <a:rPr sz="1550" spc="-25" dirty="0">
                <a:latin typeface="Times New Roman"/>
                <a:cs typeface="Times New Roman"/>
              </a:rPr>
              <a:t>87</a:t>
            </a:r>
            <a:r>
              <a:rPr sz="1550" dirty="0">
                <a:latin typeface="Times New Roman"/>
                <a:cs typeface="Times New Roman"/>
              </a:rPr>
              <a:t>	</a:t>
            </a:r>
            <a:r>
              <a:rPr sz="1550" spc="-25" dirty="0">
                <a:latin typeface="Times New Roman"/>
                <a:cs typeface="Times New Roman"/>
              </a:rPr>
              <a:t>99</a:t>
            </a:r>
            <a:r>
              <a:rPr sz="2325" spc="-37" baseline="28673" dirty="0">
                <a:latin typeface="Symbol"/>
                <a:cs typeface="Symbol"/>
              </a:rPr>
              <a:t></a:t>
            </a:r>
            <a:endParaRPr sz="2325" baseline="28673">
              <a:latin typeface="Symbol"/>
              <a:cs typeface="Symbol"/>
            </a:endParaRPr>
          </a:p>
        </p:txBody>
      </p:sp>
      <p:sp>
        <p:nvSpPr>
          <p:cNvPr id="17" name="object 17"/>
          <p:cNvSpPr txBox="1"/>
          <p:nvPr/>
        </p:nvSpPr>
        <p:spPr>
          <a:xfrm>
            <a:off x="7431791" y="5976927"/>
            <a:ext cx="349250" cy="261620"/>
          </a:xfrm>
          <a:prstGeom prst="rect">
            <a:avLst/>
          </a:prstGeom>
        </p:spPr>
        <p:txBody>
          <a:bodyPr vert="horz" wrap="square" lIns="0" tIns="12065" rIns="0" bIns="0" rtlCol="0">
            <a:spAutoFit/>
          </a:bodyPr>
          <a:lstStyle/>
          <a:p>
            <a:pPr marL="38100">
              <a:lnSpc>
                <a:spcPct val="100000"/>
              </a:lnSpc>
              <a:spcBef>
                <a:spcPts val="95"/>
              </a:spcBef>
            </a:pPr>
            <a:r>
              <a:rPr sz="2325" spc="-37" baseline="28673" dirty="0">
                <a:latin typeface="Symbol"/>
                <a:cs typeface="Symbol"/>
              </a:rPr>
              <a:t></a:t>
            </a:r>
            <a:r>
              <a:rPr sz="1550" spc="-25" dirty="0">
                <a:latin typeface="Times New Roman"/>
                <a:cs typeface="Times New Roman"/>
              </a:rPr>
              <a:t>32</a:t>
            </a:r>
            <a:endParaRPr sz="1550">
              <a:latin typeface="Times New Roman"/>
              <a:cs typeface="Times New Roman"/>
            </a:endParaRPr>
          </a:p>
        </p:txBody>
      </p:sp>
      <p:sp>
        <p:nvSpPr>
          <p:cNvPr id="18" name="object 18"/>
          <p:cNvSpPr txBox="1"/>
          <p:nvPr/>
        </p:nvSpPr>
        <p:spPr>
          <a:xfrm>
            <a:off x="8289521" y="5683860"/>
            <a:ext cx="669925" cy="261620"/>
          </a:xfrm>
          <a:prstGeom prst="rect">
            <a:avLst/>
          </a:prstGeom>
        </p:spPr>
        <p:txBody>
          <a:bodyPr vert="horz" wrap="square" lIns="0" tIns="12065" rIns="0" bIns="0" rtlCol="0">
            <a:spAutoFit/>
          </a:bodyPr>
          <a:lstStyle/>
          <a:p>
            <a:pPr marL="12700">
              <a:lnSpc>
                <a:spcPct val="100000"/>
              </a:lnSpc>
              <a:spcBef>
                <a:spcPts val="95"/>
              </a:spcBef>
              <a:tabLst>
                <a:tab pos="382270" algn="l"/>
              </a:tabLst>
            </a:pPr>
            <a:r>
              <a:rPr sz="1550" spc="-25" dirty="0">
                <a:latin typeface="Times New Roman"/>
                <a:cs typeface="Times New Roman"/>
              </a:rPr>
              <a:t>43</a:t>
            </a:r>
            <a:r>
              <a:rPr sz="1550" dirty="0">
                <a:latin typeface="Times New Roman"/>
                <a:cs typeface="Times New Roman"/>
              </a:rPr>
              <a:t>	</a:t>
            </a:r>
            <a:r>
              <a:rPr sz="1550" spc="-25" dirty="0">
                <a:latin typeface="Times New Roman"/>
                <a:cs typeface="Times New Roman"/>
              </a:rPr>
              <a:t>92</a:t>
            </a:r>
            <a:r>
              <a:rPr sz="1550" spc="-25" dirty="0">
                <a:latin typeface="Symbol"/>
                <a:cs typeface="Symbol"/>
              </a:rPr>
              <a:t></a:t>
            </a:r>
            <a:endParaRPr sz="1550">
              <a:latin typeface="Symbol"/>
              <a:cs typeface="Symbol"/>
            </a:endParaRPr>
          </a:p>
        </p:txBody>
      </p:sp>
      <p:sp>
        <p:nvSpPr>
          <p:cNvPr id="19" name="object 19"/>
          <p:cNvSpPr txBox="1"/>
          <p:nvPr/>
        </p:nvSpPr>
        <p:spPr>
          <a:xfrm>
            <a:off x="7139182" y="5683356"/>
            <a:ext cx="643255" cy="262255"/>
          </a:xfrm>
          <a:prstGeom prst="rect">
            <a:avLst/>
          </a:prstGeom>
        </p:spPr>
        <p:txBody>
          <a:bodyPr vert="horz" wrap="square" lIns="0" tIns="12700" rIns="0" bIns="0" rtlCol="0">
            <a:spAutoFit/>
          </a:bodyPr>
          <a:lstStyle/>
          <a:p>
            <a:pPr marL="38100">
              <a:lnSpc>
                <a:spcPct val="100000"/>
              </a:lnSpc>
              <a:spcBef>
                <a:spcPts val="100"/>
              </a:spcBef>
            </a:pPr>
            <a:r>
              <a:rPr sz="2325" spc="-15" baseline="5376" dirty="0">
                <a:latin typeface="Symbol"/>
                <a:cs typeface="Symbol"/>
              </a:rPr>
              <a:t></a:t>
            </a:r>
            <a:r>
              <a:rPr sz="2325" spc="-15" baseline="-23297" dirty="0">
                <a:latin typeface="Times New Roman"/>
                <a:cs typeface="Times New Roman"/>
              </a:rPr>
              <a:t>54</a:t>
            </a:r>
            <a:r>
              <a:rPr sz="2325" spc="-337" baseline="-23297" dirty="0">
                <a:latin typeface="Times New Roman"/>
                <a:cs typeface="Times New Roman"/>
              </a:rPr>
              <a:t> </a:t>
            </a:r>
            <a:r>
              <a:rPr sz="1550" spc="-25" dirty="0">
                <a:latin typeface="Symbol"/>
                <a:cs typeface="Symbol"/>
              </a:rPr>
              <a:t></a:t>
            </a:r>
            <a:r>
              <a:rPr sz="1550" spc="-25" dirty="0">
                <a:latin typeface="Times New Roman"/>
                <a:cs typeface="Times New Roman"/>
              </a:rPr>
              <a:t>85</a:t>
            </a:r>
            <a:endParaRPr sz="1550">
              <a:latin typeface="Times New Roman"/>
              <a:cs typeface="Times New Roman"/>
            </a:endParaRPr>
          </a:p>
        </p:txBody>
      </p:sp>
      <p:sp>
        <p:nvSpPr>
          <p:cNvPr id="20" name="object 20"/>
          <p:cNvSpPr txBox="1"/>
          <p:nvPr/>
        </p:nvSpPr>
        <p:spPr>
          <a:xfrm>
            <a:off x="6858767" y="5302647"/>
            <a:ext cx="923925" cy="433070"/>
          </a:xfrm>
          <a:prstGeom prst="rect">
            <a:avLst/>
          </a:prstGeom>
        </p:spPr>
        <p:txBody>
          <a:bodyPr vert="horz" wrap="square" lIns="0" tIns="12700" rIns="0" bIns="0" rtlCol="0">
            <a:spAutoFit/>
          </a:bodyPr>
          <a:lstStyle/>
          <a:p>
            <a:pPr marL="38100">
              <a:lnSpc>
                <a:spcPts val="1605"/>
              </a:lnSpc>
              <a:spcBef>
                <a:spcPts val="100"/>
              </a:spcBef>
              <a:tabLst>
                <a:tab pos="610870" algn="l"/>
              </a:tabLst>
            </a:pPr>
            <a:r>
              <a:rPr sz="1550" spc="-20" dirty="0">
                <a:latin typeface="Symbol"/>
                <a:cs typeface="Symbol"/>
              </a:rPr>
              <a:t></a:t>
            </a:r>
            <a:r>
              <a:rPr sz="1550" spc="-20" dirty="0">
                <a:latin typeface="Times New Roman"/>
                <a:cs typeface="Times New Roman"/>
              </a:rPr>
              <a:t>15</a:t>
            </a:r>
            <a:r>
              <a:rPr sz="2325" spc="-30" baseline="5376" dirty="0">
                <a:latin typeface="Symbol"/>
                <a:cs typeface="Symbol"/>
              </a:rPr>
              <a:t></a:t>
            </a:r>
            <a:r>
              <a:rPr sz="2325" baseline="5376" dirty="0">
                <a:latin typeface="Times New Roman"/>
                <a:cs typeface="Times New Roman"/>
              </a:rPr>
              <a:t>	</a:t>
            </a:r>
            <a:r>
              <a:rPr sz="1550" spc="-25" dirty="0">
                <a:latin typeface="Symbol"/>
                <a:cs typeface="Symbol"/>
              </a:rPr>
              <a:t></a:t>
            </a:r>
            <a:r>
              <a:rPr sz="2325" spc="-37" baseline="-23297" dirty="0">
                <a:latin typeface="Times New Roman"/>
                <a:cs typeface="Times New Roman"/>
              </a:rPr>
              <a:t>60</a:t>
            </a:r>
            <a:endParaRPr sz="2325" baseline="-23297">
              <a:latin typeface="Times New Roman"/>
              <a:cs typeface="Times New Roman"/>
            </a:endParaRPr>
          </a:p>
          <a:p>
            <a:pPr marL="79375" algn="ctr">
              <a:lnSpc>
                <a:spcPts val="1605"/>
              </a:lnSpc>
            </a:pPr>
            <a:r>
              <a:rPr sz="1550" spc="-25" dirty="0">
                <a:latin typeface="Times New Roman"/>
                <a:cs typeface="Times New Roman"/>
              </a:rPr>
              <a:t>21</a:t>
            </a:r>
            <a:endParaRPr sz="1550">
              <a:latin typeface="Times New Roman"/>
              <a:cs typeface="Times New Roman"/>
            </a:endParaRPr>
          </a:p>
        </p:txBody>
      </p:sp>
      <p:sp>
        <p:nvSpPr>
          <p:cNvPr id="21" name="object 21"/>
          <p:cNvSpPr txBox="1"/>
          <p:nvPr/>
        </p:nvSpPr>
        <p:spPr>
          <a:xfrm>
            <a:off x="7113782" y="5035544"/>
            <a:ext cx="1896745" cy="908685"/>
          </a:xfrm>
          <a:prstGeom prst="rect">
            <a:avLst/>
          </a:prstGeom>
        </p:spPr>
        <p:txBody>
          <a:bodyPr vert="horz" wrap="square" lIns="0" tIns="71120" rIns="0" bIns="0" rtlCol="0">
            <a:spAutoFit/>
          </a:bodyPr>
          <a:lstStyle/>
          <a:p>
            <a:pPr marR="55880" algn="r">
              <a:lnSpc>
                <a:spcPct val="100000"/>
              </a:lnSpc>
              <a:spcBef>
                <a:spcPts val="560"/>
              </a:spcBef>
              <a:tabLst>
                <a:tab pos="745490" algn="l"/>
                <a:tab pos="1118870" algn="l"/>
                <a:tab pos="1496695" algn="l"/>
              </a:tabLst>
            </a:pPr>
            <a:r>
              <a:rPr sz="1550" spc="-10" dirty="0">
                <a:latin typeface="Symbol"/>
                <a:cs typeface="Symbol"/>
              </a:rPr>
              <a:t></a:t>
            </a:r>
            <a:r>
              <a:rPr sz="2325" spc="-15" baseline="-23297" dirty="0">
                <a:latin typeface="Times New Roman"/>
                <a:cs typeface="Times New Roman"/>
              </a:rPr>
              <a:t>32</a:t>
            </a:r>
            <a:r>
              <a:rPr sz="2325" spc="-337" baseline="-23297" dirty="0">
                <a:latin typeface="Times New Roman"/>
                <a:cs typeface="Times New Roman"/>
              </a:rPr>
              <a:t> </a:t>
            </a:r>
            <a:r>
              <a:rPr sz="2325" spc="-37" baseline="-5376" dirty="0">
                <a:latin typeface="Symbol"/>
                <a:cs typeface="Symbol"/>
              </a:rPr>
              <a:t></a:t>
            </a:r>
            <a:r>
              <a:rPr sz="1550" spc="-25" dirty="0">
                <a:latin typeface="Times New Roman"/>
                <a:cs typeface="Times New Roman"/>
              </a:rPr>
              <a:t>99</a:t>
            </a:r>
            <a:r>
              <a:rPr sz="1550" dirty="0">
                <a:latin typeface="Times New Roman"/>
                <a:cs typeface="Times New Roman"/>
              </a:rPr>
              <a:t>	</a:t>
            </a:r>
            <a:r>
              <a:rPr sz="1550" spc="-25" dirty="0">
                <a:latin typeface="Times New Roman"/>
                <a:cs typeface="Times New Roman"/>
              </a:rPr>
              <a:t>70</a:t>
            </a:r>
            <a:r>
              <a:rPr sz="1550" dirty="0">
                <a:latin typeface="Times New Roman"/>
                <a:cs typeface="Times New Roman"/>
              </a:rPr>
              <a:t>	</a:t>
            </a:r>
            <a:r>
              <a:rPr sz="1550" spc="-25" dirty="0">
                <a:latin typeface="Times New Roman"/>
                <a:cs typeface="Times New Roman"/>
              </a:rPr>
              <a:t>56</a:t>
            </a:r>
            <a:r>
              <a:rPr sz="1550" dirty="0">
                <a:latin typeface="Times New Roman"/>
                <a:cs typeface="Times New Roman"/>
              </a:rPr>
              <a:t>	</a:t>
            </a:r>
            <a:r>
              <a:rPr sz="1550" spc="-25" dirty="0">
                <a:latin typeface="Times New Roman"/>
                <a:cs typeface="Times New Roman"/>
              </a:rPr>
              <a:t>78</a:t>
            </a:r>
            <a:r>
              <a:rPr sz="2325" spc="-37" baseline="-5376" dirty="0">
                <a:latin typeface="Symbol"/>
                <a:cs typeface="Symbol"/>
              </a:rPr>
              <a:t></a:t>
            </a:r>
            <a:endParaRPr sz="2325" baseline="-5376">
              <a:latin typeface="Symbol"/>
              <a:cs typeface="Symbol"/>
            </a:endParaRPr>
          </a:p>
          <a:p>
            <a:pPr marR="55880" algn="r">
              <a:lnSpc>
                <a:spcPct val="100000"/>
              </a:lnSpc>
              <a:spcBef>
                <a:spcPts val="455"/>
              </a:spcBef>
              <a:tabLst>
                <a:tab pos="374015" algn="l"/>
                <a:tab pos="748665" algn="l"/>
              </a:tabLst>
            </a:pPr>
            <a:r>
              <a:rPr sz="1550" spc="-25" dirty="0">
                <a:latin typeface="Times New Roman"/>
                <a:cs typeface="Times New Roman"/>
              </a:rPr>
              <a:t>90</a:t>
            </a:r>
            <a:r>
              <a:rPr sz="1550" dirty="0">
                <a:latin typeface="Times New Roman"/>
                <a:cs typeface="Times New Roman"/>
              </a:rPr>
              <a:t>	</a:t>
            </a:r>
            <a:r>
              <a:rPr sz="1550" spc="-25" dirty="0">
                <a:latin typeface="Times New Roman"/>
                <a:cs typeface="Times New Roman"/>
              </a:rPr>
              <a:t>96</a:t>
            </a:r>
            <a:r>
              <a:rPr sz="1550" dirty="0">
                <a:latin typeface="Times New Roman"/>
                <a:cs typeface="Times New Roman"/>
              </a:rPr>
              <a:t>	</a:t>
            </a:r>
            <a:r>
              <a:rPr sz="1550" spc="-25" dirty="0">
                <a:latin typeface="Times New Roman"/>
                <a:cs typeface="Times New Roman"/>
              </a:rPr>
              <a:t>67</a:t>
            </a:r>
            <a:r>
              <a:rPr sz="2325" spc="-37" baseline="23297" dirty="0">
                <a:latin typeface="Symbol"/>
                <a:cs typeface="Symbol"/>
              </a:rPr>
              <a:t></a:t>
            </a:r>
            <a:endParaRPr sz="2325" baseline="23297">
              <a:latin typeface="Symbol"/>
              <a:cs typeface="Symbol"/>
            </a:endParaRPr>
          </a:p>
          <a:p>
            <a:pPr marR="73025" algn="ctr">
              <a:lnSpc>
                <a:spcPct val="100000"/>
              </a:lnSpc>
              <a:spcBef>
                <a:spcPts val="455"/>
              </a:spcBef>
            </a:pPr>
            <a:r>
              <a:rPr sz="1550" spc="-25" dirty="0">
                <a:latin typeface="Times New Roman"/>
                <a:cs typeface="Times New Roman"/>
              </a:rPr>
              <a:t>85</a:t>
            </a:r>
            <a:endParaRPr sz="1550">
              <a:latin typeface="Times New Roman"/>
              <a:cs typeface="Times New Roman"/>
            </a:endParaRPr>
          </a:p>
        </p:txBody>
      </p:sp>
      <p:sp>
        <p:nvSpPr>
          <p:cNvPr id="22" name="object 22"/>
          <p:cNvSpPr txBox="1"/>
          <p:nvPr/>
        </p:nvSpPr>
        <p:spPr>
          <a:xfrm>
            <a:off x="6884167" y="4128876"/>
            <a:ext cx="1879600" cy="846455"/>
          </a:xfrm>
          <a:prstGeom prst="rect">
            <a:avLst/>
          </a:prstGeom>
        </p:spPr>
        <p:txBody>
          <a:bodyPr vert="horz" wrap="square" lIns="0" tIns="169545" rIns="0" bIns="0" rtlCol="0">
            <a:spAutoFit/>
          </a:bodyPr>
          <a:lstStyle/>
          <a:p>
            <a:pPr marL="95885">
              <a:lnSpc>
                <a:spcPct val="100000"/>
              </a:lnSpc>
              <a:spcBef>
                <a:spcPts val="1335"/>
              </a:spcBef>
            </a:pPr>
            <a:r>
              <a:rPr sz="2000" dirty="0">
                <a:latin typeface="Calibri"/>
                <a:cs typeface="Calibri"/>
              </a:rPr>
              <a:t>RGB</a:t>
            </a:r>
            <a:r>
              <a:rPr sz="2000" spc="-55" dirty="0">
                <a:latin typeface="Calibri"/>
                <a:cs typeface="Calibri"/>
              </a:rPr>
              <a:t> </a:t>
            </a:r>
            <a:r>
              <a:rPr sz="2000" spc="-10" dirty="0">
                <a:latin typeface="Calibri"/>
                <a:cs typeface="Calibri"/>
              </a:rPr>
              <a:t>components</a:t>
            </a:r>
            <a:endParaRPr sz="2000">
              <a:latin typeface="Calibri"/>
              <a:cs typeface="Calibri"/>
            </a:endParaRPr>
          </a:p>
          <a:p>
            <a:pPr marL="12700">
              <a:lnSpc>
                <a:spcPct val="100000"/>
              </a:lnSpc>
              <a:spcBef>
                <a:spcPts val="965"/>
              </a:spcBef>
              <a:tabLst>
                <a:tab pos="456565" algn="l"/>
                <a:tab pos="830580" algn="l"/>
                <a:tab pos="1217930" algn="l"/>
              </a:tabLst>
            </a:pPr>
            <a:r>
              <a:rPr sz="2325" spc="-37" baseline="-5376" dirty="0">
                <a:latin typeface="Symbol"/>
                <a:cs typeface="Symbol"/>
              </a:rPr>
              <a:t></a:t>
            </a:r>
            <a:r>
              <a:rPr sz="1550" spc="-25" dirty="0">
                <a:latin typeface="Times New Roman"/>
                <a:cs typeface="Times New Roman"/>
              </a:rPr>
              <a:t>10</a:t>
            </a:r>
            <a:r>
              <a:rPr sz="1550" dirty="0">
                <a:latin typeface="Times New Roman"/>
                <a:cs typeface="Times New Roman"/>
              </a:rPr>
              <a:t>	</a:t>
            </a:r>
            <a:r>
              <a:rPr sz="1550" spc="-25" dirty="0">
                <a:latin typeface="Times New Roman"/>
                <a:cs typeface="Times New Roman"/>
              </a:rPr>
              <a:t>10</a:t>
            </a:r>
            <a:r>
              <a:rPr sz="1550" dirty="0">
                <a:latin typeface="Times New Roman"/>
                <a:cs typeface="Times New Roman"/>
              </a:rPr>
              <a:t>	</a:t>
            </a:r>
            <a:r>
              <a:rPr sz="1550" spc="-25" dirty="0">
                <a:latin typeface="Times New Roman"/>
                <a:cs typeface="Times New Roman"/>
              </a:rPr>
              <a:t>16</a:t>
            </a:r>
            <a:r>
              <a:rPr sz="1550" dirty="0">
                <a:latin typeface="Times New Roman"/>
                <a:cs typeface="Times New Roman"/>
              </a:rPr>
              <a:t>	</a:t>
            </a:r>
            <a:r>
              <a:rPr sz="1550" spc="-25" dirty="0">
                <a:latin typeface="Times New Roman"/>
                <a:cs typeface="Times New Roman"/>
              </a:rPr>
              <a:t>28</a:t>
            </a:r>
            <a:r>
              <a:rPr sz="2325" spc="-37" baseline="-5376" dirty="0">
                <a:latin typeface="Symbol"/>
                <a:cs typeface="Symbol"/>
              </a:rPr>
              <a:t></a:t>
            </a:r>
            <a:endParaRPr sz="2325" baseline="-5376">
              <a:latin typeface="Symbol"/>
              <a:cs typeface="Symbol"/>
            </a:endParaRPr>
          </a:p>
        </p:txBody>
      </p:sp>
      <p:sp>
        <p:nvSpPr>
          <p:cNvPr id="23" name="object 23"/>
          <p:cNvSpPr txBox="1">
            <a:spLocks noGrp="1"/>
          </p:cNvSpPr>
          <p:nvPr>
            <p:ph type="title"/>
          </p:nvPr>
        </p:nvSpPr>
        <p:spPr>
          <a:xfrm>
            <a:off x="1522222" y="160985"/>
            <a:ext cx="5422900" cy="512445"/>
          </a:xfrm>
          <a:prstGeom prst="rect">
            <a:avLst/>
          </a:prstGeom>
        </p:spPr>
        <p:txBody>
          <a:bodyPr vert="horz" wrap="square" lIns="0" tIns="12065" rIns="0" bIns="0" rtlCol="0">
            <a:spAutoFit/>
          </a:bodyPr>
          <a:lstStyle/>
          <a:p>
            <a:pPr marL="12700">
              <a:lnSpc>
                <a:spcPct val="100000"/>
              </a:lnSpc>
              <a:spcBef>
                <a:spcPts val="95"/>
              </a:spcBef>
            </a:pPr>
            <a:r>
              <a:rPr sz="3200" b="1" dirty="0">
                <a:latin typeface="Calibri"/>
                <a:cs typeface="Calibri"/>
              </a:rPr>
              <a:t>Digital</a:t>
            </a:r>
            <a:r>
              <a:rPr sz="3200" b="1" spc="-105" dirty="0">
                <a:latin typeface="Calibri"/>
                <a:cs typeface="Calibri"/>
              </a:rPr>
              <a:t> </a:t>
            </a:r>
            <a:r>
              <a:rPr sz="3200" b="1" dirty="0">
                <a:latin typeface="Calibri"/>
                <a:cs typeface="Calibri"/>
              </a:rPr>
              <a:t>Image</a:t>
            </a:r>
            <a:r>
              <a:rPr sz="3200" b="1" spc="-70" dirty="0">
                <a:latin typeface="Calibri"/>
                <a:cs typeface="Calibri"/>
              </a:rPr>
              <a:t> </a:t>
            </a:r>
            <a:r>
              <a:rPr sz="3200" b="1" dirty="0">
                <a:latin typeface="Calibri"/>
                <a:cs typeface="Calibri"/>
              </a:rPr>
              <a:t>Types</a:t>
            </a:r>
            <a:r>
              <a:rPr sz="3200" b="1" spc="-85" dirty="0">
                <a:latin typeface="Calibri"/>
                <a:cs typeface="Calibri"/>
              </a:rPr>
              <a:t> </a:t>
            </a:r>
            <a:r>
              <a:rPr sz="3200" b="1" dirty="0">
                <a:latin typeface="Calibri"/>
                <a:cs typeface="Calibri"/>
              </a:rPr>
              <a:t>:</a:t>
            </a:r>
            <a:r>
              <a:rPr sz="3200" b="1" spc="-65" dirty="0">
                <a:latin typeface="Calibri"/>
                <a:cs typeface="Calibri"/>
              </a:rPr>
              <a:t> </a:t>
            </a:r>
            <a:r>
              <a:rPr sz="3200" b="1" dirty="0">
                <a:latin typeface="Calibri"/>
                <a:cs typeface="Calibri"/>
              </a:rPr>
              <a:t>RGB</a:t>
            </a:r>
            <a:r>
              <a:rPr sz="3200" b="1" spc="-80" dirty="0">
                <a:latin typeface="Calibri"/>
                <a:cs typeface="Calibri"/>
              </a:rPr>
              <a:t> </a:t>
            </a:r>
            <a:r>
              <a:rPr sz="3200" b="1" spc="-10" dirty="0">
                <a:latin typeface="Calibri"/>
                <a:cs typeface="Calibri"/>
              </a:rPr>
              <a:t>Image</a:t>
            </a:r>
            <a:endParaRPr sz="3200">
              <a:latin typeface="Calibri"/>
              <a:cs typeface="Calibri"/>
            </a:endParaRPr>
          </a:p>
        </p:txBody>
      </p:sp>
      <p:grpSp>
        <p:nvGrpSpPr>
          <p:cNvPr id="24" name="object 24"/>
          <p:cNvGrpSpPr/>
          <p:nvPr/>
        </p:nvGrpSpPr>
        <p:grpSpPr>
          <a:xfrm>
            <a:off x="996696" y="990600"/>
            <a:ext cx="4876800" cy="5257800"/>
            <a:chOff x="996696" y="990600"/>
            <a:chExt cx="4876800" cy="5257800"/>
          </a:xfrm>
        </p:grpSpPr>
        <p:pic>
          <p:nvPicPr>
            <p:cNvPr id="25" name="object 25"/>
            <p:cNvPicPr/>
            <p:nvPr/>
          </p:nvPicPr>
          <p:blipFill>
            <a:blip r:embed="rId2" cstate="print"/>
            <a:stretch>
              <a:fillRect/>
            </a:stretch>
          </p:blipFill>
          <p:spPr>
            <a:xfrm>
              <a:off x="996696" y="990600"/>
              <a:ext cx="3611879" cy="2404872"/>
            </a:xfrm>
            <a:prstGeom prst="rect">
              <a:avLst/>
            </a:prstGeom>
          </p:spPr>
        </p:pic>
        <p:pic>
          <p:nvPicPr>
            <p:cNvPr id="26" name="object 26"/>
            <p:cNvPicPr/>
            <p:nvPr/>
          </p:nvPicPr>
          <p:blipFill>
            <a:blip r:embed="rId3" cstate="print"/>
            <a:stretch>
              <a:fillRect/>
            </a:stretch>
          </p:blipFill>
          <p:spPr>
            <a:xfrm>
              <a:off x="3130296" y="3505200"/>
              <a:ext cx="1143000" cy="1143000"/>
            </a:xfrm>
            <a:prstGeom prst="rect">
              <a:avLst/>
            </a:prstGeom>
          </p:spPr>
        </p:pic>
        <p:pic>
          <p:nvPicPr>
            <p:cNvPr id="27" name="object 27"/>
            <p:cNvPicPr/>
            <p:nvPr/>
          </p:nvPicPr>
          <p:blipFill>
            <a:blip r:embed="rId4" cstate="print"/>
            <a:stretch>
              <a:fillRect/>
            </a:stretch>
          </p:blipFill>
          <p:spPr>
            <a:xfrm>
              <a:off x="4273296" y="4648187"/>
              <a:ext cx="1600200" cy="1600200"/>
            </a:xfrm>
            <a:prstGeom prst="rect">
              <a:avLst/>
            </a:prstGeom>
          </p:spPr>
        </p:pic>
        <p:sp>
          <p:nvSpPr>
            <p:cNvPr id="28" name="object 28"/>
            <p:cNvSpPr/>
            <p:nvPr/>
          </p:nvSpPr>
          <p:spPr>
            <a:xfrm>
              <a:off x="2368296" y="2743200"/>
              <a:ext cx="228600" cy="228600"/>
            </a:xfrm>
            <a:custGeom>
              <a:avLst/>
              <a:gdLst/>
              <a:ahLst/>
              <a:cxnLst/>
              <a:rect l="l" t="t" r="r" b="b"/>
              <a:pathLst>
                <a:path w="228600" h="228600">
                  <a:moveTo>
                    <a:pt x="0" y="228600"/>
                  </a:moveTo>
                  <a:lnTo>
                    <a:pt x="228600" y="228600"/>
                  </a:lnTo>
                  <a:lnTo>
                    <a:pt x="228600" y="0"/>
                  </a:lnTo>
                  <a:lnTo>
                    <a:pt x="0" y="0"/>
                  </a:lnTo>
                  <a:lnTo>
                    <a:pt x="0" y="228600"/>
                  </a:lnTo>
                  <a:close/>
                </a:path>
              </a:pathLst>
            </a:custGeom>
            <a:ln w="24384">
              <a:solidFill>
                <a:srgbClr val="FF0000"/>
              </a:solidFill>
            </a:ln>
          </p:spPr>
          <p:txBody>
            <a:bodyPr wrap="square" lIns="0" tIns="0" rIns="0" bIns="0" rtlCol="0"/>
            <a:lstStyle/>
            <a:p>
              <a:endParaRPr/>
            </a:p>
          </p:txBody>
        </p:sp>
        <p:sp>
          <p:nvSpPr>
            <p:cNvPr id="29" name="object 29"/>
            <p:cNvSpPr/>
            <p:nvPr/>
          </p:nvSpPr>
          <p:spPr>
            <a:xfrm>
              <a:off x="2359914" y="2734817"/>
              <a:ext cx="3514090" cy="3514090"/>
            </a:xfrm>
            <a:custGeom>
              <a:avLst/>
              <a:gdLst/>
              <a:ahLst/>
              <a:cxnLst/>
              <a:rect l="l" t="t" r="r" b="b"/>
              <a:pathLst>
                <a:path w="3514090" h="3514090">
                  <a:moveTo>
                    <a:pt x="773557" y="1828292"/>
                  </a:moveTo>
                  <a:lnTo>
                    <a:pt x="747229" y="1840255"/>
                  </a:lnTo>
                  <a:lnTo>
                    <a:pt x="16764" y="233172"/>
                  </a:lnTo>
                  <a:lnTo>
                    <a:pt x="0" y="240792"/>
                  </a:lnTo>
                  <a:lnTo>
                    <a:pt x="730567" y="1847824"/>
                  </a:lnTo>
                  <a:lnTo>
                    <a:pt x="704215" y="1859788"/>
                  </a:lnTo>
                  <a:lnTo>
                    <a:pt x="770382" y="1913382"/>
                  </a:lnTo>
                  <a:lnTo>
                    <a:pt x="772375" y="1859788"/>
                  </a:lnTo>
                  <a:lnTo>
                    <a:pt x="772388" y="1859407"/>
                  </a:lnTo>
                  <a:lnTo>
                    <a:pt x="773557" y="1828292"/>
                  </a:lnTo>
                  <a:close/>
                </a:path>
                <a:path w="3514090" h="3514090">
                  <a:moveTo>
                    <a:pt x="1913382" y="770382"/>
                  </a:moveTo>
                  <a:lnTo>
                    <a:pt x="1898865" y="752475"/>
                  </a:lnTo>
                  <a:lnTo>
                    <a:pt x="1859788" y="704215"/>
                  </a:lnTo>
                  <a:lnTo>
                    <a:pt x="1847811" y="730580"/>
                  </a:lnTo>
                  <a:lnTo>
                    <a:pt x="240792" y="0"/>
                  </a:lnTo>
                  <a:lnTo>
                    <a:pt x="233172" y="16764"/>
                  </a:lnTo>
                  <a:lnTo>
                    <a:pt x="1840242" y="747242"/>
                  </a:lnTo>
                  <a:lnTo>
                    <a:pt x="1828292" y="773557"/>
                  </a:lnTo>
                  <a:lnTo>
                    <a:pt x="1913382" y="770382"/>
                  </a:lnTo>
                  <a:close/>
                </a:path>
                <a:path w="3514090" h="3514090">
                  <a:moveTo>
                    <a:pt x="1929130" y="3429851"/>
                  </a:moveTo>
                  <a:lnTo>
                    <a:pt x="1901253" y="3437813"/>
                  </a:lnTo>
                  <a:lnTo>
                    <a:pt x="1312545" y="1377442"/>
                  </a:lnTo>
                  <a:lnTo>
                    <a:pt x="1295019" y="1382522"/>
                  </a:lnTo>
                  <a:lnTo>
                    <a:pt x="1883600" y="3442855"/>
                  </a:lnTo>
                  <a:lnTo>
                    <a:pt x="1855851" y="3450780"/>
                  </a:lnTo>
                  <a:lnTo>
                    <a:pt x="1913382" y="3513582"/>
                  </a:lnTo>
                  <a:lnTo>
                    <a:pt x="1924392" y="3455035"/>
                  </a:lnTo>
                  <a:lnTo>
                    <a:pt x="1929130" y="3429851"/>
                  </a:lnTo>
                  <a:close/>
                </a:path>
                <a:path w="3514090" h="3514090">
                  <a:moveTo>
                    <a:pt x="3513582" y="1913382"/>
                  </a:moveTo>
                  <a:lnTo>
                    <a:pt x="3500590" y="1899158"/>
                  </a:lnTo>
                  <a:lnTo>
                    <a:pt x="3456178" y="1850517"/>
                  </a:lnTo>
                  <a:lnTo>
                    <a:pt x="3445776" y="1877479"/>
                  </a:lnTo>
                  <a:lnTo>
                    <a:pt x="1535684" y="1142873"/>
                  </a:lnTo>
                  <a:lnTo>
                    <a:pt x="1529080" y="1159891"/>
                  </a:lnTo>
                  <a:lnTo>
                    <a:pt x="3439160" y="1894624"/>
                  </a:lnTo>
                  <a:lnTo>
                    <a:pt x="3428746" y="1921637"/>
                  </a:lnTo>
                  <a:lnTo>
                    <a:pt x="3513582" y="1913382"/>
                  </a:lnTo>
                  <a:close/>
                </a:path>
              </a:pathLst>
            </a:custGeom>
            <a:solidFill>
              <a:srgbClr val="FF0000"/>
            </a:solidFill>
          </p:spPr>
          <p:txBody>
            <a:bodyPr wrap="square" lIns="0" tIns="0" rIns="0" bIns="0" rtlCol="0"/>
            <a:lstStyle/>
            <a:p>
              <a:endParaRPr/>
            </a:p>
          </p:txBody>
        </p:sp>
        <p:sp>
          <p:nvSpPr>
            <p:cNvPr id="30" name="object 30"/>
            <p:cNvSpPr/>
            <p:nvPr/>
          </p:nvSpPr>
          <p:spPr>
            <a:xfrm>
              <a:off x="3663696" y="3886200"/>
              <a:ext cx="228600" cy="228600"/>
            </a:xfrm>
            <a:custGeom>
              <a:avLst/>
              <a:gdLst/>
              <a:ahLst/>
              <a:cxnLst/>
              <a:rect l="l" t="t" r="r" b="b"/>
              <a:pathLst>
                <a:path w="228600" h="228600">
                  <a:moveTo>
                    <a:pt x="0" y="228600"/>
                  </a:moveTo>
                  <a:lnTo>
                    <a:pt x="228600" y="228600"/>
                  </a:lnTo>
                  <a:lnTo>
                    <a:pt x="228600" y="0"/>
                  </a:lnTo>
                  <a:lnTo>
                    <a:pt x="0" y="0"/>
                  </a:lnTo>
                  <a:lnTo>
                    <a:pt x="0" y="228600"/>
                  </a:lnTo>
                  <a:close/>
                </a:path>
              </a:pathLst>
            </a:custGeom>
            <a:ln w="24384">
              <a:solidFill>
                <a:srgbClr val="FF0000"/>
              </a:solidFill>
            </a:ln>
          </p:spPr>
          <p:txBody>
            <a:bodyPr wrap="square" lIns="0" tIns="0" rIns="0" bIns="0" rtlCol="0"/>
            <a:lstStyle/>
            <a:p>
              <a:endParaRPr/>
            </a:p>
          </p:txBody>
        </p:sp>
      </p:grpSp>
      <p:grpSp>
        <p:nvGrpSpPr>
          <p:cNvPr id="31" name="object 31"/>
          <p:cNvGrpSpPr/>
          <p:nvPr/>
        </p:nvGrpSpPr>
        <p:grpSpPr>
          <a:xfrm>
            <a:off x="6099047" y="5178552"/>
            <a:ext cx="542925" cy="350520"/>
            <a:chOff x="6099047" y="5178552"/>
            <a:chExt cx="542925" cy="350520"/>
          </a:xfrm>
        </p:grpSpPr>
        <p:sp>
          <p:nvSpPr>
            <p:cNvPr id="32" name="object 32"/>
            <p:cNvSpPr/>
            <p:nvPr/>
          </p:nvSpPr>
          <p:spPr>
            <a:xfrm>
              <a:off x="6103620" y="5183124"/>
              <a:ext cx="533400" cy="341630"/>
            </a:xfrm>
            <a:custGeom>
              <a:avLst/>
              <a:gdLst/>
              <a:ahLst/>
              <a:cxnLst/>
              <a:rect l="l" t="t" r="r" b="b"/>
              <a:pathLst>
                <a:path w="533400" h="341629">
                  <a:moveTo>
                    <a:pt x="16662" y="85344"/>
                  </a:moveTo>
                  <a:lnTo>
                    <a:pt x="0" y="85344"/>
                  </a:lnTo>
                  <a:lnTo>
                    <a:pt x="0" y="256032"/>
                  </a:lnTo>
                  <a:lnTo>
                    <a:pt x="16662" y="256032"/>
                  </a:lnTo>
                  <a:lnTo>
                    <a:pt x="16662" y="85344"/>
                  </a:lnTo>
                  <a:close/>
                </a:path>
                <a:path w="533400" h="341629">
                  <a:moveTo>
                    <a:pt x="66611" y="85344"/>
                  </a:moveTo>
                  <a:lnTo>
                    <a:pt x="33274" y="85344"/>
                  </a:lnTo>
                  <a:lnTo>
                    <a:pt x="33274" y="256032"/>
                  </a:lnTo>
                  <a:lnTo>
                    <a:pt x="66611" y="256032"/>
                  </a:lnTo>
                  <a:lnTo>
                    <a:pt x="66611" y="85344"/>
                  </a:lnTo>
                  <a:close/>
                </a:path>
                <a:path w="533400" h="341629">
                  <a:moveTo>
                    <a:pt x="533400" y="170688"/>
                  </a:moveTo>
                  <a:lnTo>
                    <a:pt x="400050" y="0"/>
                  </a:lnTo>
                  <a:lnTo>
                    <a:pt x="400050" y="85344"/>
                  </a:lnTo>
                  <a:lnTo>
                    <a:pt x="83312" y="85344"/>
                  </a:lnTo>
                  <a:lnTo>
                    <a:pt x="83312" y="256032"/>
                  </a:lnTo>
                  <a:lnTo>
                    <a:pt x="400050" y="256032"/>
                  </a:lnTo>
                  <a:lnTo>
                    <a:pt x="400050" y="341376"/>
                  </a:lnTo>
                  <a:lnTo>
                    <a:pt x="533400" y="170688"/>
                  </a:lnTo>
                  <a:close/>
                </a:path>
              </a:pathLst>
            </a:custGeom>
            <a:solidFill>
              <a:srgbClr val="FFFF00"/>
            </a:solidFill>
          </p:spPr>
          <p:txBody>
            <a:bodyPr wrap="square" lIns="0" tIns="0" rIns="0" bIns="0" rtlCol="0"/>
            <a:lstStyle/>
            <a:p>
              <a:endParaRPr/>
            </a:p>
          </p:txBody>
        </p:sp>
        <p:sp>
          <p:nvSpPr>
            <p:cNvPr id="33" name="object 33"/>
            <p:cNvSpPr/>
            <p:nvPr/>
          </p:nvSpPr>
          <p:spPr>
            <a:xfrm>
              <a:off x="6103619" y="5183124"/>
              <a:ext cx="533400" cy="341630"/>
            </a:xfrm>
            <a:custGeom>
              <a:avLst/>
              <a:gdLst/>
              <a:ahLst/>
              <a:cxnLst/>
              <a:rect l="l" t="t" r="r" b="b"/>
              <a:pathLst>
                <a:path w="533400" h="341629">
                  <a:moveTo>
                    <a:pt x="400050" y="0"/>
                  </a:moveTo>
                  <a:lnTo>
                    <a:pt x="400050" y="85343"/>
                  </a:lnTo>
                  <a:lnTo>
                    <a:pt x="83312" y="85343"/>
                  </a:lnTo>
                  <a:lnTo>
                    <a:pt x="83312" y="256031"/>
                  </a:lnTo>
                  <a:lnTo>
                    <a:pt x="400050" y="256031"/>
                  </a:lnTo>
                  <a:lnTo>
                    <a:pt x="400050" y="341375"/>
                  </a:lnTo>
                  <a:lnTo>
                    <a:pt x="533400" y="170687"/>
                  </a:lnTo>
                  <a:lnTo>
                    <a:pt x="400050" y="0"/>
                  </a:lnTo>
                  <a:close/>
                </a:path>
                <a:path w="533400" h="341629">
                  <a:moveTo>
                    <a:pt x="33274" y="256031"/>
                  </a:moveTo>
                  <a:lnTo>
                    <a:pt x="66611" y="256031"/>
                  </a:lnTo>
                  <a:lnTo>
                    <a:pt x="66611" y="85343"/>
                  </a:lnTo>
                  <a:lnTo>
                    <a:pt x="33274" y="85343"/>
                  </a:lnTo>
                  <a:lnTo>
                    <a:pt x="33274" y="256031"/>
                  </a:lnTo>
                  <a:close/>
                </a:path>
                <a:path w="533400" h="341629">
                  <a:moveTo>
                    <a:pt x="0" y="256031"/>
                  </a:moveTo>
                  <a:lnTo>
                    <a:pt x="16668" y="256031"/>
                  </a:lnTo>
                  <a:lnTo>
                    <a:pt x="16668" y="85343"/>
                  </a:lnTo>
                  <a:lnTo>
                    <a:pt x="0" y="85343"/>
                  </a:lnTo>
                  <a:lnTo>
                    <a:pt x="0" y="256031"/>
                  </a:lnTo>
                  <a:close/>
                </a:path>
              </a:pathLst>
            </a:custGeom>
            <a:ln w="9144">
              <a:solidFill>
                <a:srgbClr val="000000"/>
              </a:solidFill>
            </a:ln>
          </p:spPr>
          <p:txBody>
            <a:bodyPr wrap="square" lIns="0" tIns="0" rIns="0" bIns="0" rtlCol="0"/>
            <a:lstStyle/>
            <a:p>
              <a:endParaRPr/>
            </a:p>
          </p:txBody>
        </p:sp>
      </p:grpSp>
      <p:sp>
        <p:nvSpPr>
          <p:cNvPr id="34" name="object 34"/>
          <p:cNvSpPr txBox="1"/>
          <p:nvPr/>
        </p:nvSpPr>
        <p:spPr>
          <a:xfrm>
            <a:off x="4887214" y="1085215"/>
            <a:ext cx="2618740" cy="1123315"/>
          </a:xfrm>
          <a:prstGeom prst="rect">
            <a:avLst/>
          </a:prstGeom>
        </p:spPr>
        <p:txBody>
          <a:bodyPr vert="horz" wrap="square" lIns="0" tIns="12700" rIns="0" bIns="0" rtlCol="0">
            <a:spAutoFit/>
          </a:bodyPr>
          <a:lstStyle/>
          <a:p>
            <a:pPr marL="12700" marR="5080" algn="just">
              <a:lnSpc>
                <a:spcPct val="100000"/>
              </a:lnSpc>
              <a:spcBef>
                <a:spcPts val="100"/>
              </a:spcBef>
            </a:pPr>
            <a:r>
              <a:rPr sz="1800" b="1" dirty="0">
                <a:latin typeface="Calibri"/>
                <a:cs typeface="Calibri"/>
              </a:rPr>
              <a:t>Color</a:t>
            </a:r>
            <a:r>
              <a:rPr sz="1800" b="1" spc="-20" dirty="0">
                <a:latin typeface="Calibri"/>
                <a:cs typeface="Calibri"/>
              </a:rPr>
              <a:t> </a:t>
            </a:r>
            <a:r>
              <a:rPr sz="1800" b="1" dirty="0">
                <a:latin typeface="Calibri"/>
                <a:cs typeface="Calibri"/>
              </a:rPr>
              <a:t>image</a:t>
            </a:r>
            <a:r>
              <a:rPr sz="1800" b="1" spc="-45" dirty="0">
                <a:latin typeface="Calibri"/>
                <a:cs typeface="Calibri"/>
              </a:rPr>
              <a:t> </a:t>
            </a:r>
            <a:r>
              <a:rPr sz="1800" b="1" dirty="0">
                <a:latin typeface="Calibri"/>
                <a:cs typeface="Calibri"/>
              </a:rPr>
              <a:t>or</a:t>
            </a:r>
            <a:r>
              <a:rPr sz="1800" b="1" spc="-15" dirty="0">
                <a:latin typeface="Calibri"/>
                <a:cs typeface="Calibri"/>
              </a:rPr>
              <a:t> </a:t>
            </a:r>
            <a:r>
              <a:rPr sz="1800" b="1" dirty="0">
                <a:latin typeface="Calibri"/>
                <a:cs typeface="Calibri"/>
              </a:rPr>
              <a:t>RGB</a:t>
            </a:r>
            <a:r>
              <a:rPr sz="1800" b="1" spc="-5" dirty="0">
                <a:latin typeface="Calibri"/>
                <a:cs typeface="Calibri"/>
              </a:rPr>
              <a:t> </a:t>
            </a:r>
            <a:r>
              <a:rPr sz="1800" b="1" spc="-10" dirty="0">
                <a:latin typeface="Calibri"/>
                <a:cs typeface="Calibri"/>
              </a:rPr>
              <a:t>image</a:t>
            </a:r>
            <a:r>
              <a:rPr sz="1800" spc="-10" dirty="0">
                <a:latin typeface="Calibri"/>
                <a:cs typeface="Calibri"/>
              </a:rPr>
              <a:t>: </a:t>
            </a:r>
            <a:r>
              <a:rPr sz="1800" dirty="0">
                <a:latin typeface="Calibri"/>
                <a:cs typeface="Calibri"/>
              </a:rPr>
              <a:t>each</a:t>
            </a:r>
            <a:r>
              <a:rPr sz="1800" spc="-35" dirty="0">
                <a:latin typeface="Calibri"/>
                <a:cs typeface="Calibri"/>
              </a:rPr>
              <a:t> </a:t>
            </a:r>
            <a:r>
              <a:rPr sz="1800" dirty="0">
                <a:latin typeface="Calibri"/>
                <a:cs typeface="Calibri"/>
              </a:rPr>
              <a:t>pixel</a:t>
            </a:r>
            <a:r>
              <a:rPr sz="1800" spc="-10" dirty="0">
                <a:latin typeface="Calibri"/>
                <a:cs typeface="Calibri"/>
              </a:rPr>
              <a:t> contains</a:t>
            </a:r>
            <a:r>
              <a:rPr sz="1800" spc="-15" dirty="0">
                <a:latin typeface="Calibri"/>
                <a:cs typeface="Calibri"/>
              </a:rPr>
              <a:t> </a:t>
            </a:r>
            <a:r>
              <a:rPr sz="1800" dirty="0">
                <a:latin typeface="Calibri"/>
                <a:cs typeface="Calibri"/>
              </a:rPr>
              <a:t>a</a:t>
            </a:r>
            <a:r>
              <a:rPr sz="1800" spc="-45" dirty="0">
                <a:latin typeface="Calibri"/>
                <a:cs typeface="Calibri"/>
              </a:rPr>
              <a:t> </a:t>
            </a:r>
            <a:r>
              <a:rPr sz="1800" spc="-10" dirty="0">
                <a:latin typeface="Calibri"/>
                <a:cs typeface="Calibri"/>
              </a:rPr>
              <a:t>vector representing</a:t>
            </a:r>
            <a:r>
              <a:rPr sz="1800" spc="15" dirty="0">
                <a:latin typeface="Calibri"/>
                <a:cs typeface="Calibri"/>
              </a:rPr>
              <a:t> </a:t>
            </a:r>
            <a:r>
              <a:rPr sz="1800" dirty="0">
                <a:latin typeface="Calibri"/>
                <a:cs typeface="Calibri"/>
              </a:rPr>
              <a:t>red,</a:t>
            </a:r>
            <a:r>
              <a:rPr sz="1800" spc="-55" dirty="0">
                <a:latin typeface="Calibri"/>
                <a:cs typeface="Calibri"/>
              </a:rPr>
              <a:t> </a:t>
            </a:r>
            <a:r>
              <a:rPr sz="1800" dirty="0">
                <a:latin typeface="Calibri"/>
                <a:cs typeface="Calibri"/>
              </a:rPr>
              <a:t>green</a:t>
            </a:r>
            <a:r>
              <a:rPr sz="1800" spc="-45" dirty="0">
                <a:latin typeface="Calibri"/>
                <a:cs typeface="Calibri"/>
              </a:rPr>
              <a:t> </a:t>
            </a:r>
            <a:r>
              <a:rPr sz="1800" spc="-25" dirty="0">
                <a:latin typeface="Calibri"/>
                <a:cs typeface="Calibri"/>
              </a:rPr>
              <a:t>and </a:t>
            </a:r>
            <a:r>
              <a:rPr sz="1800" dirty="0">
                <a:latin typeface="Calibri"/>
                <a:cs typeface="Calibri"/>
              </a:rPr>
              <a:t>blue</a:t>
            </a:r>
            <a:r>
              <a:rPr sz="1800" spc="-20" dirty="0">
                <a:latin typeface="Calibri"/>
                <a:cs typeface="Calibri"/>
              </a:rPr>
              <a:t> </a:t>
            </a:r>
            <a:r>
              <a:rPr sz="1800" spc="-10" dirty="0">
                <a:latin typeface="Calibri"/>
                <a:cs typeface="Calibri"/>
              </a:rPr>
              <a:t>components.</a:t>
            </a:r>
            <a:endParaRPr sz="1800">
              <a:latin typeface="Calibri"/>
              <a:cs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90600" y="1600200"/>
            <a:ext cx="6848724" cy="426055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1439" y="2391866"/>
            <a:ext cx="3886835" cy="848994"/>
          </a:xfrm>
          <a:prstGeom prst="rect">
            <a:avLst/>
          </a:prstGeom>
        </p:spPr>
        <p:txBody>
          <a:bodyPr vert="horz" wrap="square" lIns="0" tIns="12700" rIns="0" bIns="0" rtlCol="0">
            <a:spAutoFit/>
          </a:bodyPr>
          <a:lstStyle/>
          <a:p>
            <a:pPr marL="12700">
              <a:lnSpc>
                <a:spcPct val="100000"/>
              </a:lnSpc>
              <a:spcBef>
                <a:spcPts val="100"/>
              </a:spcBef>
            </a:pPr>
            <a:r>
              <a:rPr sz="5400" dirty="0"/>
              <a:t>Color</a:t>
            </a:r>
            <a:r>
              <a:rPr sz="5400" spc="-35" dirty="0"/>
              <a:t> </a:t>
            </a:r>
            <a:r>
              <a:rPr sz="5400" spc="-10" dirty="0"/>
              <a:t>Imaging</a:t>
            </a:r>
            <a:endParaRPr sz="5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6858000"/>
          </a:xfrm>
          <a:prstGeom prst="rect">
            <a:avLst/>
          </a:prstGeom>
        </p:spPr>
      </p:pic>
      <p:sp>
        <p:nvSpPr>
          <p:cNvPr id="3" name="object 3"/>
          <p:cNvSpPr txBox="1">
            <a:spLocks noGrp="1"/>
          </p:cNvSpPr>
          <p:nvPr>
            <p:ph type="title"/>
          </p:nvPr>
        </p:nvSpPr>
        <p:spPr>
          <a:prstGeom prst="rect">
            <a:avLst/>
          </a:prstGeom>
        </p:spPr>
        <p:txBody>
          <a:bodyPr vert="horz" wrap="square" lIns="0" tIns="420801" rIns="0" bIns="0" rtlCol="0">
            <a:spAutoFit/>
          </a:bodyPr>
          <a:lstStyle/>
          <a:p>
            <a:pPr marL="2503170">
              <a:lnSpc>
                <a:spcPct val="100000"/>
              </a:lnSpc>
              <a:spcBef>
                <a:spcPts val="90"/>
              </a:spcBef>
            </a:pPr>
            <a:r>
              <a:rPr spc="-20" dirty="0"/>
              <a:t>Introduction</a:t>
            </a:r>
          </a:p>
        </p:txBody>
      </p:sp>
      <p:sp>
        <p:nvSpPr>
          <p:cNvPr id="4" name="object 4"/>
          <p:cNvSpPr txBox="1"/>
          <p:nvPr/>
        </p:nvSpPr>
        <p:spPr>
          <a:xfrm>
            <a:off x="536244" y="1510581"/>
            <a:ext cx="7592695" cy="1638300"/>
          </a:xfrm>
          <a:prstGeom prst="rect">
            <a:avLst/>
          </a:prstGeom>
        </p:spPr>
        <p:txBody>
          <a:bodyPr vert="horz" wrap="square" lIns="0" tIns="110489" rIns="0" bIns="0" rtlCol="0">
            <a:spAutoFit/>
          </a:bodyPr>
          <a:lstStyle/>
          <a:p>
            <a:pPr marL="12700">
              <a:lnSpc>
                <a:spcPct val="100000"/>
              </a:lnSpc>
              <a:spcBef>
                <a:spcPts val="869"/>
              </a:spcBef>
            </a:pPr>
            <a:r>
              <a:rPr sz="3200" dirty="0">
                <a:latin typeface="Calibri"/>
                <a:cs typeface="Calibri"/>
              </a:rPr>
              <a:t>we’ll</a:t>
            </a:r>
            <a:r>
              <a:rPr sz="3200" spc="-75" dirty="0">
                <a:latin typeface="Calibri"/>
                <a:cs typeface="Calibri"/>
              </a:rPr>
              <a:t> </a:t>
            </a:r>
            <a:r>
              <a:rPr sz="3200" dirty="0">
                <a:latin typeface="Calibri"/>
                <a:cs typeface="Calibri"/>
              </a:rPr>
              <a:t>look</a:t>
            </a:r>
            <a:r>
              <a:rPr sz="3200" spc="-85" dirty="0">
                <a:latin typeface="Calibri"/>
                <a:cs typeface="Calibri"/>
              </a:rPr>
              <a:t> </a:t>
            </a:r>
            <a:r>
              <a:rPr sz="3200" dirty="0">
                <a:latin typeface="Calibri"/>
                <a:cs typeface="Calibri"/>
              </a:rPr>
              <a:t>at</a:t>
            </a:r>
            <a:r>
              <a:rPr sz="3200" spc="-80" dirty="0">
                <a:latin typeface="Calibri"/>
                <a:cs typeface="Calibri"/>
              </a:rPr>
              <a:t> </a:t>
            </a:r>
            <a:r>
              <a:rPr sz="3200" dirty="0">
                <a:latin typeface="Calibri"/>
                <a:cs typeface="Calibri"/>
              </a:rPr>
              <a:t>color</a:t>
            </a:r>
            <a:r>
              <a:rPr sz="3200" spc="-85" dirty="0">
                <a:latin typeface="Calibri"/>
                <a:cs typeface="Calibri"/>
              </a:rPr>
              <a:t> </a:t>
            </a:r>
            <a:r>
              <a:rPr sz="3200" dirty="0">
                <a:latin typeface="Calibri"/>
                <a:cs typeface="Calibri"/>
              </a:rPr>
              <a:t>image</a:t>
            </a:r>
            <a:r>
              <a:rPr sz="3200" spc="-75" dirty="0">
                <a:latin typeface="Calibri"/>
                <a:cs typeface="Calibri"/>
              </a:rPr>
              <a:t> </a:t>
            </a:r>
            <a:r>
              <a:rPr sz="3200" dirty="0">
                <a:latin typeface="Calibri"/>
                <a:cs typeface="Calibri"/>
              </a:rPr>
              <a:t>processing,</a:t>
            </a:r>
            <a:r>
              <a:rPr sz="3200" spc="-60" dirty="0">
                <a:latin typeface="Calibri"/>
                <a:cs typeface="Calibri"/>
              </a:rPr>
              <a:t> </a:t>
            </a:r>
            <a:r>
              <a:rPr sz="3200" spc="-10" dirty="0">
                <a:latin typeface="Calibri"/>
                <a:cs typeface="Calibri"/>
              </a:rPr>
              <a:t>covering:</a:t>
            </a:r>
            <a:endParaRPr sz="3200">
              <a:latin typeface="Calibri"/>
              <a:cs typeface="Calibri"/>
            </a:endParaRPr>
          </a:p>
          <a:p>
            <a:pPr marL="755650" indent="-285750">
              <a:lnSpc>
                <a:spcPct val="100000"/>
              </a:lnSpc>
              <a:spcBef>
                <a:spcPts val="690"/>
              </a:spcBef>
              <a:buFont typeface="Arial MT"/>
              <a:buChar char="–"/>
              <a:tabLst>
                <a:tab pos="755650" algn="l"/>
              </a:tabLst>
            </a:pPr>
            <a:r>
              <a:rPr sz="2800" dirty="0">
                <a:latin typeface="Calibri"/>
                <a:cs typeface="Calibri"/>
              </a:rPr>
              <a:t>Color</a:t>
            </a:r>
            <a:r>
              <a:rPr sz="2800" spc="-15" dirty="0">
                <a:latin typeface="Calibri"/>
                <a:cs typeface="Calibri"/>
              </a:rPr>
              <a:t> </a:t>
            </a:r>
            <a:r>
              <a:rPr sz="2800" spc="-10" dirty="0">
                <a:latin typeface="Calibri"/>
                <a:cs typeface="Calibri"/>
              </a:rPr>
              <a:t>fundamentals</a:t>
            </a:r>
            <a:endParaRPr sz="2800">
              <a:latin typeface="Calibri"/>
              <a:cs typeface="Calibri"/>
            </a:endParaRPr>
          </a:p>
          <a:p>
            <a:pPr marL="755650" indent="-285750">
              <a:lnSpc>
                <a:spcPct val="100000"/>
              </a:lnSpc>
              <a:spcBef>
                <a:spcPts val="675"/>
              </a:spcBef>
              <a:buFont typeface="Arial MT"/>
              <a:buChar char="–"/>
              <a:tabLst>
                <a:tab pos="755650" algn="l"/>
              </a:tabLst>
            </a:pPr>
            <a:r>
              <a:rPr sz="2800" dirty="0">
                <a:latin typeface="Calibri"/>
                <a:cs typeface="Calibri"/>
              </a:rPr>
              <a:t>Color</a:t>
            </a:r>
            <a:r>
              <a:rPr sz="2800" spc="-15" dirty="0">
                <a:latin typeface="Calibri"/>
                <a:cs typeface="Calibri"/>
              </a:rPr>
              <a:t> </a:t>
            </a:r>
            <a:r>
              <a:rPr sz="2800" spc="-10" dirty="0">
                <a:latin typeface="Calibri"/>
                <a:cs typeface="Calibri"/>
              </a:rPr>
              <a:t>models</a:t>
            </a:r>
            <a:endParaRPr sz="2800">
              <a:latin typeface="Calibri"/>
              <a:cs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7016" y="465200"/>
            <a:ext cx="4568190" cy="695325"/>
          </a:xfrm>
          <a:prstGeom prst="rect">
            <a:avLst/>
          </a:prstGeom>
        </p:spPr>
        <p:txBody>
          <a:bodyPr vert="horz" wrap="square" lIns="0" tIns="11430" rIns="0" bIns="0" rtlCol="0">
            <a:spAutoFit/>
          </a:bodyPr>
          <a:lstStyle/>
          <a:p>
            <a:pPr marL="12700">
              <a:lnSpc>
                <a:spcPct val="100000"/>
              </a:lnSpc>
              <a:spcBef>
                <a:spcPts val="90"/>
              </a:spcBef>
            </a:pPr>
            <a:r>
              <a:rPr dirty="0"/>
              <a:t>Color</a:t>
            </a:r>
            <a:r>
              <a:rPr spc="-65" dirty="0"/>
              <a:t> </a:t>
            </a:r>
            <a:r>
              <a:rPr spc="-10" dirty="0"/>
              <a:t>Fundamentals</a:t>
            </a:r>
          </a:p>
        </p:txBody>
      </p:sp>
      <p:sp>
        <p:nvSpPr>
          <p:cNvPr id="3" name="object 3"/>
          <p:cNvSpPr txBox="1">
            <a:spLocks noGrp="1"/>
          </p:cNvSpPr>
          <p:nvPr>
            <p:ph type="body" idx="1"/>
          </p:nvPr>
        </p:nvSpPr>
        <p:spPr>
          <a:prstGeom prst="rect">
            <a:avLst/>
          </a:prstGeom>
        </p:spPr>
        <p:txBody>
          <a:bodyPr vert="horz" wrap="square" lIns="0" tIns="60833" rIns="0" bIns="0" rtlCol="0">
            <a:spAutoFit/>
          </a:bodyPr>
          <a:lstStyle/>
          <a:p>
            <a:pPr marL="12700" marR="5080">
              <a:lnSpc>
                <a:spcPct val="100000"/>
              </a:lnSpc>
              <a:spcBef>
                <a:spcPts val="95"/>
              </a:spcBef>
            </a:pPr>
            <a:r>
              <a:rPr dirty="0"/>
              <a:t>In</a:t>
            </a:r>
            <a:r>
              <a:rPr spc="-85" dirty="0"/>
              <a:t> </a:t>
            </a:r>
            <a:r>
              <a:rPr dirty="0"/>
              <a:t>1666</a:t>
            </a:r>
            <a:r>
              <a:rPr spc="-30" dirty="0"/>
              <a:t> </a:t>
            </a:r>
            <a:r>
              <a:rPr dirty="0"/>
              <a:t>Sir</a:t>
            </a:r>
            <a:r>
              <a:rPr spc="-65" dirty="0"/>
              <a:t> </a:t>
            </a:r>
            <a:r>
              <a:rPr dirty="0"/>
              <a:t>Isaac</a:t>
            </a:r>
            <a:r>
              <a:rPr spc="-65" dirty="0"/>
              <a:t> </a:t>
            </a:r>
            <a:r>
              <a:rPr dirty="0"/>
              <a:t>Newton</a:t>
            </a:r>
            <a:r>
              <a:rPr spc="-65" dirty="0"/>
              <a:t> </a:t>
            </a:r>
            <a:r>
              <a:rPr spc="-10" dirty="0"/>
              <a:t>discovered</a:t>
            </a:r>
            <a:r>
              <a:rPr spc="-25" dirty="0"/>
              <a:t> </a:t>
            </a:r>
            <a:r>
              <a:rPr dirty="0"/>
              <a:t>that</a:t>
            </a:r>
            <a:r>
              <a:rPr spc="-100" dirty="0"/>
              <a:t> </a:t>
            </a:r>
            <a:r>
              <a:rPr dirty="0"/>
              <a:t>when</a:t>
            </a:r>
            <a:r>
              <a:rPr spc="-45" dirty="0"/>
              <a:t> </a:t>
            </a:r>
            <a:r>
              <a:rPr spc="-50" dirty="0"/>
              <a:t>a </a:t>
            </a:r>
            <a:r>
              <a:rPr dirty="0"/>
              <a:t>beam</a:t>
            </a:r>
            <a:r>
              <a:rPr spc="-40" dirty="0"/>
              <a:t> </a:t>
            </a:r>
            <a:r>
              <a:rPr dirty="0"/>
              <a:t>of</a:t>
            </a:r>
            <a:r>
              <a:rPr spc="-80" dirty="0"/>
              <a:t> </a:t>
            </a:r>
            <a:r>
              <a:rPr dirty="0"/>
              <a:t>sunlight</a:t>
            </a:r>
            <a:r>
              <a:rPr spc="-75" dirty="0"/>
              <a:t> </a:t>
            </a:r>
            <a:r>
              <a:rPr dirty="0"/>
              <a:t>passes</a:t>
            </a:r>
            <a:r>
              <a:rPr spc="-65" dirty="0"/>
              <a:t> </a:t>
            </a:r>
            <a:r>
              <a:rPr dirty="0"/>
              <a:t>through</a:t>
            </a:r>
            <a:r>
              <a:rPr spc="-65" dirty="0"/>
              <a:t> </a:t>
            </a:r>
            <a:r>
              <a:rPr dirty="0"/>
              <a:t>a</a:t>
            </a:r>
            <a:r>
              <a:rPr spc="-55" dirty="0"/>
              <a:t> </a:t>
            </a:r>
            <a:r>
              <a:rPr dirty="0"/>
              <a:t>glass</a:t>
            </a:r>
            <a:r>
              <a:rPr spc="-80" dirty="0"/>
              <a:t> </a:t>
            </a:r>
            <a:r>
              <a:rPr spc="-10" dirty="0"/>
              <a:t>prism, </a:t>
            </a:r>
            <a:r>
              <a:rPr dirty="0"/>
              <a:t>the</a:t>
            </a:r>
            <a:r>
              <a:rPr spc="-75" dirty="0"/>
              <a:t> </a:t>
            </a:r>
            <a:r>
              <a:rPr dirty="0"/>
              <a:t>emerging</a:t>
            </a:r>
            <a:r>
              <a:rPr spc="-25" dirty="0"/>
              <a:t> </a:t>
            </a:r>
            <a:r>
              <a:rPr dirty="0"/>
              <a:t>beam</a:t>
            </a:r>
            <a:r>
              <a:rPr spc="-30" dirty="0"/>
              <a:t> </a:t>
            </a:r>
            <a:r>
              <a:rPr dirty="0"/>
              <a:t>is</a:t>
            </a:r>
            <a:r>
              <a:rPr spc="-75" dirty="0"/>
              <a:t> </a:t>
            </a:r>
            <a:r>
              <a:rPr dirty="0"/>
              <a:t>split</a:t>
            </a:r>
            <a:r>
              <a:rPr spc="-70" dirty="0"/>
              <a:t> </a:t>
            </a:r>
            <a:r>
              <a:rPr dirty="0"/>
              <a:t>into</a:t>
            </a:r>
            <a:r>
              <a:rPr spc="-70" dirty="0"/>
              <a:t> </a:t>
            </a:r>
            <a:r>
              <a:rPr dirty="0"/>
              <a:t>a</a:t>
            </a:r>
            <a:r>
              <a:rPr spc="-75" dirty="0"/>
              <a:t> </a:t>
            </a:r>
            <a:r>
              <a:rPr dirty="0"/>
              <a:t>spectrum</a:t>
            </a:r>
            <a:r>
              <a:rPr spc="-40" dirty="0"/>
              <a:t> </a:t>
            </a:r>
            <a:r>
              <a:rPr spc="-25" dirty="0"/>
              <a:t>of </a:t>
            </a:r>
            <a:r>
              <a:rPr spc="-10" dirty="0"/>
              <a:t>colors</a:t>
            </a:r>
          </a:p>
        </p:txBody>
      </p:sp>
      <p:pic>
        <p:nvPicPr>
          <p:cNvPr id="4" name="object 4"/>
          <p:cNvPicPr/>
          <p:nvPr/>
        </p:nvPicPr>
        <p:blipFill>
          <a:blip r:embed="rId2" cstate="print"/>
          <a:stretch>
            <a:fillRect/>
          </a:stretch>
        </p:blipFill>
        <p:spPr>
          <a:xfrm>
            <a:off x="1039630" y="3761232"/>
            <a:ext cx="7215049" cy="2352342"/>
          </a:xfrm>
          <a:prstGeom prst="rect">
            <a:avLst/>
          </a:prstGeom>
        </p:spPr>
      </p:pic>
      <p:grpSp>
        <p:nvGrpSpPr>
          <p:cNvPr id="5" name="object 5"/>
          <p:cNvGrpSpPr/>
          <p:nvPr/>
        </p:nvGrpSpPr>
        <p:grpSpPr>
          <a:xfrm>
            <a:off x="-6096" y="1624583"/>
            <a:ext cx="262255" cy="5233670"/>
            <a:chOff x="-6096" y="1624583"/>
            <a:chExt cx="262255" cy="5233670"/>
          </a:xfrm>
        </p:grpSpPr>
        <p:pic>
          <p:nvPicPr>
            <p:cNvPr id="6" name="object 6"/>
            <p:cNvPicPr/>
            <p:nvPr/>
          </p:nvPicPr>
          <p:blipFill>
            <a:blip r:embed="rId3" cstate="print"/>
            <a:stretch>
              <a:fillRect/>
            </a:stretch>
          </p:blipFill>
          <p:spPr>
            <a:xfrm>
              <a:off x="0" y="6662926"/>
              <a:ext cx="256032" cy="195073"/>
            </a:xfrm>
            <a:prstGeom prst="rect">
              <a:avLst/>
            </a:prstGeom>
          </p:spPr>
        </p:pic>
        <p:sp>
          <p:nvSpPr>
            <p:cNvPr id="7" name="object 7"/>
            <p:cNvSpPr/>
            <p:nvPr/>
          </p:nvSpPr>
          <p:spPr>
            <a:xfrm>
              <a:off x="0" y="1630679"/>
              <a:ext cx="250190" cy="5035550"/>
            </a:xfrm>
            <a:custGeom>
              <a:avLst/>
              <a:gdLst/>
              <a:ahLst/>
              <a:cxnLst/>
              <a:rect l="l" t="t" r="r" b="b"/>
              <a:pathLst>
                <a:path w="250190" h="5035550">
                  <a:moveTo>
                    <a:pt x="249936" y="0"/>
                  </a:moveTo>
                  <a:lnTo>
                    <a:pt x="0" y="0"/>
                  </a:lnTo>
                  <a:lnTo>
                    <a:pt x="0" y="5035296"/>
                  </a:lnTo>
                  <a:lnTo>
                    <a:pt x="249936" y="5035296"/>
                  </a:lnTo>
                  <a:lnTo>
                    <a:pt x="249936" y="0"/>
                  </a:lnTo>
                  <a:close/>
                </a:path>
              </a:pathLst>
            </a:custGeom>
            <a:solidFill>
              <a:srgbClr val="C0504D"/>
            </a:solidFill>
          </p:spPr>
          <p:txBody>
            <a:bodyPr wrap="square" lIns="0" tIns="0" rIns="0" bIns="0" rtlCol="0"/>
            <a:lstStyle/>
            <a:p>
              <a:endParaRPr/>
            </a:p>
          </p:txBody>
        </p:sp>
        <p:sp>
          <p:nvSpPr>
            <p:cNvPr id="8" name="object 8"/>
            <p:cNvSpPr/>
            <p:nvPr/>
          </p:nvSpPr>
          <p:spPr>
            <a:xfrm>
              <a:off x="0" y="1630679"/>
              <a:ext cx="250190" cy="5035550"/>
            </a:xfrm>
            <a:custGeom>
              <a:avLst/>
              <a:gdLst/>
              <a:ahLst/>
              <a:cxnLst/>
              <a:rect l="l" t="t" r="r" b="b"/>
              <a:pathLst>
                <a:path w="250190" h="5035550">
                  <a:moveTo>
                    <a:pt x="0" y="5035296"/>
                  </a:moveTo>
                  <a:lnTo>
                    <a:pt x="249936" y="5035296"/>
                  </a:lnTo>
                  <a:lnTo>
                    <a:pt x="249936" y="0"/>
                  </a:lnTo>
                  <a:lnTo>
                    <a:pt x="0" y="0"/>
                  </a:lnTo>
                </a:path>
              </a:pathLst>
            </a:custGeom>
            <a:ln w="12192">
              <a:solidFill>
                <a:srgbClr val="000000"/>
              </a:solidFill>
            </a:ln>
          </p:spPr>
          <p:txBody>
            <a:bodyPr wrap="square" lIns="0" tIns="0" rIns="0" bIns="0" rtlCol="0"/>
            <a:lstStyle/>
            <a:p>
              <a:endParaRPr/>
            </a:p>
          </p:txBody>
        </p:sp>
      </p:grpSp>
      <p:sp>
        <p:nvSpPr>
          <p:cNvPr id="9" name="object 9"/>
          <p:cNvSpPr txBox="1"/>
          <p:nvPr/>
        </p:nvSpPr>
        <p:spPr>
          <a:xfrm>
            <a:off x="16256" y="1636776"/>
            <a:ext cx="208915" cy="5029200"/>
          </a:xfrm>
          <a:prstGeom prst="rect">
            <a:avLst/>
          </a:prstGeom>
        </p:spPr>
        <p:txBody>
          <a:bodyPr vert="vert270" wrap="square" lIns="0" tIns="12700" rIns="0" bIns="0" rtlCol="0">
            <a:spAutoFit/>
          </a:bodyPr>
          <a:lstStyle/>
          <a:p>
            <a:pPr marL="84455">
              <a:lnSpc>
                <a:spcPct val="100000"/>
              </a:lnSpc>
              <a:spcBef>
                <a:spcPts val="100"/>
              </a:spcBef>
            </a:pPr>
            <a:r>
              <a:rPr sz="1200" dirty="0">
                <a:solidFill>
                  <a:srgbClr val="FFFFFF"/>
                </a:solidFill>
                <a:latin typeface="Arial MT"/>
                <a:cs typeface="Arial MT"/>
              </a:rPr>
              <a:t>Images</a:t>
            </a:r>
            <a:r>
              <a:rPr sz="1200" spc="15" dirty="0">
                <a:solidFill>
                  <a:srgbClr val="FFFFFF"/>
                </a:solidFill>
                <a:latin typeface="Arial MT"/>
                <a:cs typeface="Arial MT"/>
              </a:rPr>
              <a:t> </a:t>
            </a:r>
            <a:r>
              <a:rPr sz="1200" dirty="0">
                <a:solidFill>
                  <a:srgbClr val="FFFFFF"/>
                </a:solidFill>
                <a:latin typeface="Arial MT"/>
                <a:cs typeface="Arial MT"/>
              </a:rPr>
              <a:t>taken</a:t>
            </a:r>
            <a:r>
              <a:rPr sz="1200" spc="-30" dirty="0">
                <a:solidFill>
                  <a:srgbClr val="FFFFFF"/>
                </a:solidFill>
                <a:latin typeface="Arial MT"/>
                <a:cs typeface="Arial MT"/>
              </a:rPr>
              <a:t> </a:t>
            </a:r>
            <a:r>
              <a:rPr sz="1200" dirty="0">
                <a:solidFill>
                  <a:srgbClr val="FFFFFF"/>
                </a:solidFill>
                <a:latin typeface="Arial MT"/>
                <a:cs typeface="Arial MT"/>
              </a:rPr>
              <a:t>from</a:t>
            </a:r>
            <a:r>
              <a:rPr sz="1200" spc="-20" dirty="0">
                <a:solidFill>
                  <a:srgbClr val="FFFFFF"/>
                </a:solidFill>
                <a:latin typeface="Arial MT"/>
                <a:cs typeface="Arial MT"/>
              </a:rPr>
              <a:t> </a:t>
            </a:r>
            <a:r>
              <a:rPr sz="1200" dirty="0">
                <a:solidFill>
                  <a:srgbClr val="FFFFFF"/>
                </a:solidFill>
                <a:latin typeface="Arial MT"/>
                <a:cs typeface="Arial MT"/>
              </a:rPr>
              <a:t>Gonzalez</a:t>
            </a:r>
            <a:r>
              <a:rPr sz="1200" spc="-75" dirty="0">
                <a:solidFill>
                  <a:srgbClr val="FFFFFF"/>
                </a:solidFill>
                <a:latin typeface="Arial MT"/>
                <a:cs typeface="Arial MT"/>
              </a:rPr>
              <a:t> </a:t>
            </a:r>
            <a:r>
              <a:rPr sz="1200" dirty="0">
                <a:solidFill>
                  <a:srgbClr val="FFFFFF"/>
                </a:solidFill>
                <a:latin typeface="Arial MT"/>
                <a:cs typeface="Arial MT"/>
              </a:rPr>
              <a:t>&amp;</a:t>
            </a:r>
            <a:r>
              <a:rPr sz="1200" spc="-20" dirty="0">
                <a:solidFill>
                  <a:srgbClr val="FFFFFF"/>
                </a:solidFill>
                <a:latin typeface="Arial MT"/>
                <a:cs typeface="Arial MT"/>
              </a:rPr>
              <a:t> </a:t>
            </a:r>
            <a:r>
              <a:rPr sz="1200" dirty="0">
                <a:solidFill>
                  <a:srgbClr val="FFFFFF"/>
                </a:solidFill>
                <a:latin typeface="Arial MT"/>
                <a:cs typeface="Arial MT"/>
              </a:rPr>
              <a:t>Woods,</a:t>
            </a:r>
            <a:r>
              <a:rPr sz="1200" spc="-75" dirty="0">
                <a:solidFill>
                  <a:srgbClr val="FFFFFF"/>
                </a:solidFill>
                <a:latin typeface="Arial MT"/>
                <a:cs typeface="Arial MT"/>
              </a:rPr>
              <a:t> </a:t>
            </a:r>
            <a:r>
              <a:rPr sz="1200" dirty="0">
                <a:solidFill>
                  <a:srgbClr val="FFFFFF"/>
                </a:solidFill>
                <a:latin typeface="Arial MT"/>
                <a:cs typeface="Arial MT"/>
              </a:rPr>
              <a:t>Digital</a:t>
            </a:r>
            <a:r>
              <a:rPr sz="1200" spc="-80" dirty="0">
                <a:solidFill>
                  <a:srgbClr val="FFFFFF"/>
                </a:solidFill>
                <a:latin typeface="Arial MT"/>
                <a:cs typeface="Arial MT"/>
              </a:rPr>
              <a:t> </a:t>
            </a:r>
            <a:r>
              <a:rPr sz="1200" dirty="0">
                <a:solidFill>
                  <a:srgbClr val="FFFFFF"/>
                </a:solidFill>
                <a:latin typeface="Arial MT"/>
                <a:cs typeface="Arial MT"/>
              </a:rPr>
              <a:t>Image</a:t>
            </a:r>
            <a:r>
              <a:rPr sz="1200" spc="15" dirty="0">
                <a:solidFill>
                  <a:srgbClr val="FFFFFF"/>
                </a:solidFill>
                <a:latin typeface="Arial MT"/>
                <a:cs typeface="Arial MT"/>
              </a:rPr>
              <a:t> </a:t>
            </a:r>
            <a:r>
              <a:rPr sz="1200" dirty="0">
                <a:solidFill>
                  <a:srgbClr val="FFFFFF"/>
                </a:solidFill>
                <a:latin typeface="Arial MT"/>
                <a:cs typeface="Arial MT"/>
              </a:rPr>
              <a:t>Processing</a:t>
            </a:r>
            <a:r>
              <a:rPr sz="1200" spc="-70" dirty="0">
                <a:solidFill>
                  <a:srgbClr val="FFFFFF"/>
                </a:solidFill>
                <a:latin typeface="Arial MT"/>
                <a:cs typeface="Arial MT"/>
              </a:rPr>
              <a:t> </a:t>
            </a:r>
            <a:r>
              <a:rPr sz="1200" spc="-10" dirty="0">
                <a:solidFill>
                  <a:srgbClr val="FFFFFF"/>
                </a:solidFill>
                <a:latin typeface="Arial MT"/>
                <a:cs typeface="Arial MT"/>
              </a:rPr>
              <a:t>(2002)</a:t>
            </a:r>
            <a:endParaRPr sz="1200">
              <a:latin typeface="Arial MT"/>
              <a:cs typeface="Arial M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710565">
              <a:lnSpc>
                <a:spcPct val="100000"/>
              </a:lnSpc>
              <a:spcBef>
                <a:spcPts val="90"/>
              </a:spcBef>
            </a:pPr>
            <a:r>
              <a:rPr dirty="0"/>
              <a:t>Color</a:t>
            </a:r>
            <a:r>
              <a:rPr spc="-170" dirty="0"/>
              <a:t> </a:t>
            </a:r>
            <a:r>
              <a:rPr spc="-10" dirty="0"/>
              <a:t>Fundamentals</a:t>
            </a:r>
            <a:r>
              <a:rPr spc="-125" dirty="0"/>
              <a:t> </a:t>
            </a:r>
            <a:r>
              <a:rPr spc="-10" dirty="0"/>
              <a:t>(cont…)</a:t>
            </a:r>
          </a:p>
        </p:txBody>
      </p:sp>
      <p:sp>
        <p:nvSpPr>
          <p:cNvPr id="3" name="object 3"/>
          <p:cNvSpPr txBox="1"/>
          <p:nvPr/>
        </p:nvSpPr>
        <p:spPr>
          <a:xfrm>
            <a:off x="536244" y="4545914"/>
            <a:ext cx="3428365" cy="1215390"/>
          </a:xfrm>
          <a:prstGeom prst="rect">
            <a:avLst/>
          </a:prstGeom>
        </p:spPr>
        <p:txBody>
          <a:bodyPr vert="horz" wrap="square" lIns="0" tIns="100965" rIns="0" bIns="0" rtlCol="0">
            <a:spAutoFit/>
          </a:bodyPr>
          <a:lstStyle/>
          <a:p>
            <a:pPr marL="12700" marR="5080">
              <a:lnSpc>
                <a:spcPts val="2880"/>
              </a:lnSpc>
              <a:spcBef>
                <a:spcPts val="795"/>
              </a:spcBef>
            </a:pPr>
            <a:r>
              <a:rPr sz="3000" dirty="0">
                <a:latin typeface="Calibri"/>
                <a:cs typeface="Calibri"/>
              </a:rPr>
              <a:t>absorbing</a:t>
            </a:r>
            <a:r>
              <a:rPr sz="3000" spc="-80" dirty="0">
                <a:latin typeface="Calibri"/>
                <a:cs typeface="Calibri"/>
              </a:rPr>
              <a:t> </a:t>
            </a:r>
            <a:r>
              <a:rPr sz="3000" dirty="0">
                <a:latin typeface="Calibri"/>
                <a:cs typeface="Calibri"/>
              </a:rPr>
              <a:t>most</a:t>
            </a:r>
            <a:r>
              <a:rPr sz="3000" spc="-80" dirty="0">
                <a:latin typeface="Calibri"/>
                <a:cs typeface="Calibri"/>
              </a:rPr>
              <a:t> </a:t>
            </a:r>
            <a:r>
              <a:rPr sz="3000" dirty="0">
                <a:latin typeface="Calibri"/>
                <a:cs typeface="Calibri"/>
              </a:rPr>
              <a:t>of</a:t>
            </a:r>
            <a:r>
              <a:rPr sz="3000" spc="-55" dirty="0">
                <a:latin typeface="Calibri"/>
                <a:cs typeface="Calibri"/>
              </a:rPr>
              <a:t> </a:t>
            </a:r>
            <a:r>
              <a:rPr sz="3000" spc="-25" dirty="0">
                <a:latin typeface="Calibri"/>
                <a:cs typeface="Calibri"/>
              </a:rPr>
              <a:t>the </a:t>
            </a:r>
            <a:r>
              <a:rPr sz="3000" dirty="0">
                <a:latin typeface="Calibri"/>
                <a:cs typeface="Calibri"/>
              </a:rPr>
              <a:t>energy</a:t>
            </a:r>
            <a:r>
              <a:rPr sz="3000" spc="-75" dirty="0">
                <a:latin typeface="Calibri"/>
                <a:cs typeface="Calibri"/>
              </a:rPr>
              <a:t> </a:t>
            </a:r>
            <a:r>
              <a:rPr sz="3000" dirty="0">
                <a:latin typeface="Calibri"/>
                <a:cs typeface="Calibri"/>
              </a:rPr>
              <a:t>at</a:t>
            </a:r>
            <a:r>
              <a:rPr sz="3000" spc="-50" dirty="0">
                <a:latin typeface="Calibri"/>
                <a:cs typeface="Calibri"/>
              </a:rPr>
              <a:t> </a:t>
            </a:r>
            <a:r>
              <a:rPr sz="3000" spc="-10" dirty="0">
                <a:latin typeface="Calibri"/>
                <a:cs typeface="Calibri"/>
              </a:rPr>
              <a:t>other wavelengths</a:t>
            </a:r>
            <a:endParaRPr sz="3000">
              <a:latin typeface="Calibri"/>
              <a:cs typeface="Calibri"/>
            </a:endParaRPr>
          </a:p>
        </p:txBody>
      </p:sp>
      <p:grpSp>
        <p:nvGrpSpPr>
          <p:cNvPr id="4" name="object 4"/>
          <p:cNvGrpSpPr/>
          <p:nvPr/>
        </p:nvGrpSpPr>
        <p:grpSpPr>
          <a:xfrm>
            <a:off x="5655564" y="3730497"/>
            <a:ext cx="2870200" cy="2317115"/>
            <a:chOff x="5655564" y="3730497"/>
            <a:chExt cx="2870200" cy="2317115"/>
          </a:xfrm>
        </p:grpSpPr>
        <p:pic>
          <p:nvPicPr>
            <p:cNvPr id="5" name="object 5"/>
            <p:cNvPicPr/>
            <p:nvPr/>
          </p:nvPicPr>
          <p:blipFill>
            <a:blip r:embed="rId2" cstate="print"/>
            <a:stretch>
              <a:fillRect/>
            </a:stretch>
          </p:blipFill>
          <p:spPr>
            <a:xfrm>
              <a:off x="7507224" y="3736847"/>
              <a:ext cx="1011935" cy="2304288"/>
            </a:xfrm>
            <a:prstGeom prst="rect">
              <a:avLst/>
            </a:prstGeom>
          </p:spPr>
        </p:pic>
        <p:sp>
          <p:nvSpPr>
            <p:cNvPr id="6" name="object 6"/>
            <p:cNvSpPr/>
            <p:nvPr/>
          </p:nvSpPr>
          <p:spPr>
            <a:xfrm>
              <a:off x="7507224" y="3736847"/>
              <a:ext cx="1012190" cy="2304415"/>
            </a:xfrm>
            <a:custGeom>
              <a:avLst/>
              <a:gdLst/>
              <a:ahLst/>
              <a:cxnLst/>
              <a:rect l="l" t="t" r="r" b="b"/>
              <a:pathLst>
                <a:path w="1012190" h="2304415">
                  <a:moveTo>
                    <a:pt x="1011935" y="287654"/>
                  </a:moveTo>
                  <a:lnTo>
                    <a:pt x="998571" y="353614"/>
                  </a:lnTo>
                  <a:lnTo>
                    <a:pt x="960502" y="414162"/>
                  </a:lnTo>
                  <a:lnTo>
                    <a:pt x="933153" y="441867"/>
                  </a:lnTo>
                  <a:lnTo>
                    <a:pt x="900768" y="467572"/>
                  </a:lnTo>
                  <a:lnTo>
                    <a:pt x="863727" y="491061"/>
                  </a:lnTo>
                  <a:lnTo>
                    <a:pt x="822409" y="512118"/>
                  </a:lnTo>
                  <a:lnTo>
                    <a:pt x="777194" y="530527"/>
                  </a:lnTo>
                  <a:lnTo>
                    <a:pt x="728463" y="546074"/>
                  </a:lnTo>
                  <a:lnTo>
                    <a:pt x="676594" y="558541"/>
                  </a:lnTo>
                  <a:lnTo>
                    <a:pt x="621969" y="567713"/>
                  </a:lnTo>
                  <a:lnTo>
                    <a:pt x="564967" y="573374"/>
                  </a:lnTo>
                  <a:lnTo>
                    <a:pt x="505968" y="575309"/>
                  </a:lnTo>
                  <a:lnTo>
                    <a:pt x="446968" y="573374"/>
                  </a:lnTo>
                  <a:lnTo>
                    <a:pt x="389966" y="567713"/>
                  </a:lnTo>
                  <a:lnTo>
                    <a:pt x="335341" y="558541"/>
                  </a:lnTo>
                  <a:lnTo>
                    <a:pt x="283472" y="546074"/>
                  </a:lnTo>
                  <a:lnTo>
                    <a:pt x="234741" y="530527"/>
                  </a:lnTo>
                  <a:lnTo>
                    <a:pt x="189526" y="512118"/>
                  </a:lnTo>
                  <a:lnTo>
                    <a:pt x="148209" y="491061"/>
                  </a:lnTo>
                  <a:lnTo>
                    <a:pt x="111167" y="467572"/>
                  </a:lnTo>
                  <a:lnTo>
                    <a:pt x="78782" y="441867"/>
                  </a:lnTo>
                  <a:lnTo>
                    <a:pt x="51433" y="414162"/>
                  </a:lnTo>
                  <a:lnTo>
                    <a:pt x="13364" y="353614"/>
                  </a:lnTo>
                  <a:lnTo>
                    <a:pt x="0" y="287654"/>
                  </a:lnTo>
                  <a:lnTo>
                    <a:pt x="3404" y="254106"/>
                  </a:lnTo>
                  <a:lnTo>
                    <a:pt x="29501" y="190637"/>
                  </a:lnTo>
                  <a:lnTo>
                    <a:pt x="78782" y="133442"/>
                  </a:lnTo>
                  <a:lnTo>
                    <a:pt x="111167" y="107737"/>
                  </a:lnTo>
                  <a:lnTo>
                    <a:pt x="148208" y="84248"/>
                  </a:lnTo>
                  <a:lnTo>
                    <a:pt x="189526" y="63191"/>
                  </a:lnTo>
                  <a:lnTo>
                    <a:pt x="234741" y="44782"/>
                  </a:lnTo>
                  <a:lnTo>
                    <a:pt x="283472" y="29235"/>
                  </a:lnTo>
                  <a:lnTo>
                    <a:pt x="335341" y="16768"/>
                  </a:lnTo>
                  <a:lnTo>
                    <a:pt x="389966" y="7596"/>
                  </a:lnTo>
                  <a:lnTo>
                    <a:pt x="446968" y="1935"/>
                  </a:lnTo>
                  <a:lnTo>
                    <a:pt x="505968" y="0"/>
                  </a:lnTo>
                  <a:lnTo>
                    <a:pt x="564967" y="1935"/>
                  </a:lnTo>
                  <a:lnTo>
                    <a:pt x="621969" y="7596"/>
                  </a:lnTo>
                  <a:lnTo>
                    <a:pt x="676594" y="16768"/>
                  </a:lnTo>
                  <a:lnTo>
                    <a:pt x="728463" y="29235"/>
                  </a:lnTo>
                  <a:lnTo>
                    <a:pt x="777194" y="44782"/>
                  </a:lnTo>
                  <a:lnTo>
                    <a:pt x="822409" y="63191"/>
                  </a:lnTo>
                  <a:lnTo>
                    <a:pt x="863726" y="84248"/>
                  </a:lnTo>
                  <a:lnTo>
                    <a:pt x="900768" y="107737"/>
                  </a:lnTo>
                  <a:lnTo>
                    <a:pt x="933153" y="133442"/>
                  </a:lnTo>
                  <a:lnTo>
                    <a:pt x="960502" y="161147"/>
                  </a:lnTo>
                  <a:lnTo>
                    <a:pt x="998571" y="221695"/>
                  </a:lnTo>
                  <a:lnTo>
                    <a:pt x="1011935" y="287654"/>
                  </a:lnTo>
                  <a:close/>
                </a:path>
                <a:path w="1012190" h="2304415">
                  <a:moveTo>
                    <a:pt x="1011935" y="287654"/>
                  </a:moveTo>
                  <a:lnTo>
                    <a:pt x="1011935" y="2016607"/>
                  </a:lnTo>
                  <a:lnTo>
                    <a:pt x="1008531" y="2050156"/>
                  </a:lnTo>
                  <a:lnTo>
                    <a:pt x="982434" y="2113628"/>
                  </a:lnTo>
                  <a:lnTo>
                    <a:pt x="933153" y="2170827"/>
                  </a:lnTo>
                  <a:lnTo>
                    <a:pt x="900768" y="2196535"/>
                  </a:lnTo>
                  <a:lnTo>
                    <a:pt x="863727" y="2220026"/>
                  </a:lnTo>
                  <a:lnTo>
                    <a:pt x="822409" y="2241086"/>
                  </a:lnTo>
                  <a:lnTo>
                    <a:pt x="777194" y="2259498"/>
                  </a:lnTo>
                  <a:lnTo>
                    <a:pt x="728463" y="2275047"/>
                  </a:lnTo>
                  <a:lnTo>
                    <a:pt x="676594" y="2287516"/>
                  </a:lnTo>
                  <a:lnTo>
                    <a:pt x="621969" y="2296689"/>
                  </a:lnTo>
                  <a:lnTo>
                    <a:pt x="564967" y="2302352"/>
                  </a:lnTo>
                  <a:lnTo>
                    <a:pt x="505968" y="2304288"/>
                  </a:lnTo>
                  <a:lnTo>
                    <a:pt x="446968" y="2302352"/>
                  </a:lnTo>
                  <a:lnTo>
                    <a:pt x="389966" y="2296689"/>
                  </a:lnTo>
                  <a:lnTo>
                    <a:pt x="335341" y="2287516"/>
                  </a:lnTo>
                  <a:lnTo>
                    <a:pt x="283472" y="2275047"/>
                  </a:lnTo>
                  <a:lnTo>
                    <a:pt x="234741" y="2259498"/>
                  </a:lnTo>
                  <a:lnTo>
                    <a:pt x="189526" y="2241086"/>
                  </a:lnTo>
                  <a:lnTo>
                    <a:pt x="148209" y="2220026"/>
                  </a:lnTo>
                  <a:lnTo>
                    <a:pt x="111167" y="2196535"/>
                  </a:lnTo>
                  <a:lnTo>
                    <a:pt x="78782" y="2170827"/>
                  </a:lnTo>
                  <a:lnTo>
                    <a:pt x="51433" y="2143120"/>
                  </a:lnTo>
                  <a:lnTo>
                    <a:pt x="13364" y="2082568"/>
                  </a:lnTo>
                  <a:lnTo>
                    <a:pt x="0" y="2016607"/>
                  </a:lnTo>
                  <a:lnTo>
                    <a:pt x="0" y="287654"/>
                  </a:lnTo>
                </a:path>
              </a:pathLst>
            </a:custGeom>
            <a:ln w="12192">
              <a:solidFill>
                <a:srgbClr val="000000"/>
              </a:solidFill>
            </a:ln>
          </p:spPr>
          <p:txBody>
            <a:bodyPr wrap="square" lIns="0" tIns="0" rIns="0" bIns="0" rtlCol="0"/>
            <a:lstStyle/>
            <a:p>
              <a:endParaRPr/>
            </a:p>
          </p:txBody>
        </p:sp>
        <p:sp>
          <p:nvSpPr>
            <p:cNvPr id="7" name="object 7"/>
            <p:cNvSpPr/>
            <p:nvPr/>
          </p:nvSpPr>
          <p:spPr>
            <a:xfrm>
              <a:off x="5661914" y="3877436"/>
              <a:ext cx="1824989" cy="972819"/>
            </a:xfrm>
            <a:custGeom>
              <a:avLst/>
              <a:gdLst/>
              <a:ahLst/>
              <a:cxnLst/>
              <a:rect l="l" t="t" r="r" b="b"/>
              <a:pathLst>
                <a:path w="1824990" h="972820">
                  <a:moveTo>
                    <a:pt x="119125" y="0"/>
                  </a:moveTo>
                  <a:lnTo>
                    <a:pt x="1442846" y="477646"/>
                  </a:lnTo>
                  <a:lnTo>
                    <a:pt x="1502410" y="312546"/>
                  </a:lnTo>
                  <a:lnTo>
                    <a:pt x="1824609" y="801751"/>
                  </a:lnTo>
                  <a:lnTo>
                    <a:pt x="1264285" y="972693"/>
                  </a:lnTo>
                  <a:lnTo>
                    <a:pt x="1323847" y="807593"/>
                  </a:lnTo>
                  <a:lnTo>
                    <a:pt x="0" y="330073"/>
                  </a:lnTo>
                  <a:lnTo>
                    <a:pt x="119125" y="0"/>
                  </a:lnTo>
                  <a:close/>
                </a:path>
              </a:pathLst>
            </a:custGeom>
            <a:ln w="12700">
              <a:solidFill>
                <a:srgbClr val="000000"/>
              </a:solidFill>
            </a:ln>
          </p:spPr>
          <p:txBody>
            <a:bodyPr wrap="square" lIns="0" tIns="0" rIns="0" bIns="0" rtlCol="0"/>
            <a:lstStyle/>
            <a:p>
              <a:endParaRPr/>
            </a:p>
          </p:txBody>
        </p:sp>
        <p:sp>
          <p:nvSpPr>
            <p:cNvPr id="8" name="object 8"/>
            <p:cNvSpPr/>
            <p:nvPr/>
          </p:nvSpPr>
          <p:spPr>
            <a:xfrm>
              <a:off x="6140831" y="4142866"/>
              <a:ext cx="717550" cy="362585"/>
            </a:xfrm>
            <a:custGeom>
              <a:avLst/>
              <a:gdLst/>
              <a:ahLst/>
              <a:cxnLst/>
              <a:rect l="l" t="t" r="r" b="b"/>
              <a:pathLst>
                <a:path w="717550" h="362585">
                  <a:moveTo>
                    <a:pt x="318817" y="144478"/>
                  </a:moveTo>
                  <a:lnTo>
                    <a:pt x="284734" y="173862"/>
                  </a:lnTo>
                  <a:lnTo>
                    <a:pt x="281546" y="188936"/>
                  </a:lnTo>
                  <a:lnTo>
                    <a:pt x="281623" y="194690"/>
                  </a:lnTo>
                  <a:lnTo>
                    <a:pt x="281735" y="196087"/>
                  </a:lnTo>
                  <a:lnTo>
                    <a:pt x="281827" y="197230"/>
                  </a:lnTo>
                  <a:lnTo>
                    <a:pt x="315087" y="227964"/>
                  </a:lnTo>
                  <a:lnTo>
                    <a:pt x="322834" y="228472"/>
                  </a:lnTo>
                  <a:lnTo>
                    <a:pt x="329946" y="226313"/>
                  </a:lnTo>
                  <a:lnTo>
                    <a:pt x="337058" y="224027"/>
                  </a:lnTo>
                  <a:lnTo>
                    <a:pt x="342900" y="219582"/>
                  </a:lnTo>
                  <a:lnTo>
                    <a:pt x="345134" y="216407"/>
                  </a:lnTo>
                  <a:lnTo>
                    <a:pt x="315184" y="216407"/>
                  </a:lnTo>
                  <a:lnTo>
                    <a:pt x="304038" y="212343"/>
                  </a:lnTo>
                  <a:lnTo>
                    <a:pt x="299593" y="208279"/>
                  </a:lnTo>
                  <a:lnTo>
                    <a:pt x="297053" y="202437"/>
                  </a:lnTo>
                  <a:lnTo>
                    <a:pt x="294386" y="196595"/>
                  </a:lnTo>
                  <a:lnTo>
                    <a:pt x="294460" y="189229"/>
                  </a:lnTo>
                  <a:lnTo>
                    <a:pt x="296799" y="181228"/>
                  </a:lnTo>
                  <a:lnTo>
                    <a:pt x="329399" y="181228"/>
                  </a:lnTo>
                  <a:lnTo>
                    <a:pt x="301244" y="171068"/>
                  </a:lnTo>
                  <a:lnTo>
                    <a:pt x="304038" y="164718"/>
                  </a:lnTo>
                  <a:lnTo>
                    <a:pt x="308102" y="160400"/>
                  </a:lnTo>
                  <a:lnTo>
                    <a:pt x="313436" y="157860"/>
                  </a:lnTo>
                  <a:lnTo>
                    <a:pt x="318770" y="155447"/>
                  </a:lnTo>
                  <a:lnTo>
                    <a:pt x="347306" y="155447"/>
                  </a:lnTo>
                  <a:lnTo>
                    <a:pt x="346344" y="154352"/>
                  </a:lnTo>
                  <a:lnTo>
                    <a:pt x="340615" y="150127"/>
                  </a:lnTo>
                  <a:lnTo>
                    <a:pt x="333756" y="146938"/>
                  </a:lnTo>
                  <a:lnTo>
                    <a:pt x="326161" y="144940"/>
                  </a:lnTo>
                  <a:lnTo>
                    <a:pt x="318817" y="144478"/>
                  </a:lnTo>
                  <a:close/>
                </a:path>
                <a:path w="717550" h="362585">
                  <a:moveTo>
                    <a:pt x="335280" y="206374"/>
                  </a:moveTo>
                  <a:lnTo>
                    <a:pt x="331470" y="210946"/>
                  </a:lnTo>
                  <a:lnTo>
                    <a:pt x="327533" y="213994"/>
                  </a:lnTo>
                  <a:lnTo>
                    <a:pt x="323342" y="215137"/>
                  </a:lnTo>
                  <a:lnTo>
                    <a:pt x="319151" y="216407"/>
                  </a:lnTo>
                  <a:lnTo>
                    <a:pt x="345134" y="216407"/>
                  </a:lnTo>
                  <a:lnTo>
                    <a:pt x="347726" y="212724"/>
                  </a:lnTo>
                  <a:lnTo>
                    <a:pt x="335280" y="206374"/>
                  </a:lnTo>
                  <a:close/>
                </a:path>
                <a:path w="717550" h="362585">
                  <a:moveTo>
                    <a:pt x="255524" y="120649"/>
                  </a:moveTo>
                  <a:lnTo>
                    <a:pt x="251968" y="130428"/>
                  </a:lnTo>
                  <a:lnTo>
                    <a:pt x="261239" y="133730"/>
                  </a:lnTo>
                  <a:lnTo>
                    <a:pt x="245745" y="176529"/>
                  </a:lnTo>
                  <a:lnTo>
                    <a:pt x="243078" y="184149"/>
                  </a:lnTo>
                  <a:lnTo>
                    <a:pt x="241881" y="188936"/>
                  </a:lnTo>
                  <a:lnTo>
                    <a:pt x="241935" y="192023"/>
                  </a:lnTo>
                  <a:lnTo>
                    <a:pt x="242043" y="193166"/>
                  </a:lnTo>
                  <a:lnTo>
                    <a:pt x="242116" y="193928"/>
                  </a:lnTo>
                  <a:lnTo>
                    <a:pt x="242189" y="194690"/>
                  </a:lnTo>
                  <a:lnTo>
                    <a:pt x="265049" y="207898"/>
                  </a:lnTo>
                  <a:lnTo>
                    <a:pt x="266765" y="198508"/>
                  </a:lnTo>
                  <a:lnTo>
                    <a:pt x="266882" y="197865"/>
                  </a:lnTo>
                  <a:lnTo>
                    <a:pt x="266999" y="197230"/>
                  </a:lnTo>
                  <a:lnTo>
                    <a:pt x="267115" y="196595"/>
                  </a:lnTo>
                  <a:lnTo>
                    <a:pt x="267208" y="196087"/>
                  </a:lnTo>
                  <a:lnTo>
                    <a:pt x="256159" y="187705"/>
                  </a:lnTo>
                  <a:lnTo>
                    <a:pt x="256794" y="185419"/>
                  </a:lnTo>
                  <a:lnTo>
                    <a:pt x="258064" y="181736"/>
                  </a:lnTo>
                  <a:lnTo>
                    <a:pt x="273812" y="138302"/>
                  </a:lnTo>
                  <a:lnTo>
                    <a:pt x="288047" y="138302"/>
                  </a:lnTo>
                  <a:lnTo>
                    <a:pt x="289941" y="133095"/>
                  </a:lnTo>
                  <a:lnTo>
                    <a:pt x="277241" y="128523"/>
                  </a:lnTo>
                  <a:lnTo>
                    <a:pt x="278891" y="123951"/>
                  </a:lnTo>
                  <a:lnTo>
                    <a:pt x="264795" y="123951"/>
                  </a:lnTo>
                  <a:lnTo>
                    <a:pt x="255524" y="120649"/>
                  </a:lnTo>
                  <a:close/>
                </a:path>
                <a:path w="717550" h="362585">
                  <a:moveTo>
                    <a:pt x="329399" y="181228"/>
                  </a:moveTo>
                  <a:lnTo>
                    <a:pt x="296799" y="181228"/>
                  </a:lnTo>
                  <a:lnTo>
                    <a:pt x="352298" y="201167"/>
                  </a:lnTo>
                  <a:lnTo>
                    <a:pt x="352933" y="199770"/>
                  </a:lnTo>
                  <a:lnTo>
                    <a:pt x="353568" y="197865"/>
                  </a:lnTo>
                  <a:lnTo>
                    <a:pt x="355961" y="189483"/>
                  </a:lnTo>
                  <a:lnTo>
                    <a:pt x="356034" y="189229"/>
                  </a:lnTo>
                  <a:lnTo>
                    <a:pt x="356117" y="188936"/>
                  </a:lnTo>
                  <a:lnTo>
                    <a:pt x="356446" y="186181"/>
                  </a:lnTo>
                  <a:lnTo>
                    <a:pt x="343124" y="186181"/>
                  </a:lnTo>
                  <a:lnTo>
                    <a:pt x="329399" y="181228"/>
                  </a:lnTo>
                  <a:close/>
                </a:path>
                <a:path w="717550" h="362585">
                  <a:moveTo>
                    <a:pt x="231013" y="111759"/>
                  </a:moveTo>
                  <a:lnTo>
                    <a:pt x="204216" y="186181"/>
                  </a:lnTo>
                  <a:lnTo>
                    <a:pt x="216789" y="190626"/>
                  </a:lnTo>
                  <a:lnTo>
                    <a:pt x="243586" y="116331"/>
                  </a:lnTo>
                  <a:lnTo>
                    <a:pt x="231013" y="111759"/>
                  </a:lnTo>
                  <a:close/>
                </a:path>
                <a:path w="717550" h="362585">
                  <a:moveTo>
                    <a:pt x="347306" y="155447"/>
                  </a:moveTo>
                  <a:lnTo>
                    <a:pt x="324716" y="155447"/>
                  </a:lnTo>
                  <a:lnTo>
                    <a:pt x="336550" y="159638"/>
                  </a:lnTo>
                  <a:lnTo>
                    <a:pt x="340868" y="163956"/>
                  </a:lnTo>
                  <a:lnTo>
                    <a:pt x="343154" y="170306"/>
                  </a:lnTo>
                  <a:lnTo>
                    <a:pt x="344376" y="173862"/>
                  </a:lnTo>
                  <a:lnTo>
                    <a:pt x="344551" y="174497"/>
                  </a:lnTo>
                  <a:lnTo>
                    <a:pt x="344551" y="179577"/>
                  </a:lnTo>
                  <a:lnTo>
                    <a:pt x="342738" y="186181"/>
                  </a:lnTo>
                  <a:lnTo>
                    <a:pt x="356446" y="186181"/>
                  </a:lnTo>
                  <a:lnTo>
                    <a:pt x="356861" y="182697"/>
                  </a:lnTo>
                  <a:lnTo>
                    <a:pt x="356986" y="178942"/>
                  </a:lnTo>
                  <a:lnTo>
                    <a:pt x="356663" y="174497"/>
                  </a:lnTo>
                  <a:lnTo>
                    <a:pt x="356550" y="172934"/>
                  </a:lnTo>
                  <a:lnTo>
                    <a:pt x="354457" y="165861"/>
                  </a:lnTo>
                  <a:lnTo>
                    <a:pt x="350975" y="159638"/>
                  </a:lnTo>
                  <a:lnTo>
                    <a:pt x="347306" y="155447"/>
                  </a:lnTo>
                  <a:close/>
                </a:path>
                <a:path w="717550" h="362585">
                  <a:moveTo>
                    <a:pt x="199376" y="102234"/>
                  </a:moveTo>
                  <a:lnTo>
                    <a:pt x="175895" y="102234"/>
                  </a:lnTo>
                  <a:lnTo>
                    <a:pt x="179578" y="103631"/>
                  </a:lnTo>
                  <a:lnTo>
                    <a:pt x="184531" y="105409"/>
                  </a:lnTo>
                  <a:lnTo>
                    <a:pt x="187960" y="108203"/>
                  </a:lnTo>
                  <a:lnTo>
                    <a:pt x="189611" y="112140"/>
                  </a:lnTo>
                  <a:lnTo>
                    <a:pt x="191389" y="115950"/>
                  </a:lnTo>
                  <a:lnTo>
                    <a:pt x="191036" y="120649"/>
                  </a:lnTo>
                  <a:lnTo>
                    <a:pt x="191008" y="121030"/>
                  </a:lnTo>
                  <a:lnTo>
                    <a:pt x="171831" y="174497"/>
                  </a:lnTo>
                  <a:lnTo>
                    <a:pt x="184404" y="178942"/>
                  </a:lnTo>
                  <a:lnTo>
                    <a:pt x="201422" y="131825"/>
                  </a:lnTo>
                  <a:lnTo>
                    <a:pt x="203962" y="124586"/>
                  </a:lnTo>
                  <a:lnTo>
                    <a:pt x="205105" y="118744"/>
                  </a:lnTo>
                  <a:lnTo>
                    <a:pt x="204571" y="112521"/>
                  </a:lnTo>
                  <a:lnTo>
                    <a:pt x="204506" y="111759"/>
                  </a:lnTo>
                  <a:lnTo>
                    <a:pt x="204397" y="110489"/>
                  </a:lnTo>
                  <a:lnTo>
                    <a:pt x="204343" y="109854"/>
                  </a:lnTo>
                  <a:lnTo>
                    <a:pt x="202565" y="105790"/>
                  </a:lnTo>
                  <a:lnTo>
                    <a:pt x="199376" y="102234"/>
                  </a:lnTo>
                  <a:close/>
                </a:path>
                <a:path w="717550" h="362585">
                  <a:moveTo>
                    <a:pt x="160782" y="54482"/>
                  </a:moveTo>
                  <a:lnTo>
                    <a:pt x="123825" y="157098"/>
                  </a:lnTo>
                  <a:lnTo>
                    <a:pt x="136398" y="161670"/>
                  </a:lnTo>
                  <a:lnTo>
                    <a:pt x="151130" y="121030"/>
                  </a:lnTo>
                  <a:lnTo>
                    <a:pt x="153162" y="115188"/>
                  </a:lnTo>
                  <a:lnTo>
                    <a:pt x="155575" y="110870"/>
                  </a:lnTo>
                  <a:lnTo>
                    <a:pt x="163848" y="103631"/>
                  </a:lnTo>
                  <a:lnTo>
                    <a:pt x="163427" y="103631"/>
                  </a:lnTo>
                  <a:lnTo>
                    <a:pt x="170645" y="102234"/>
                  </a:lnTo>
                  <a:lnTo>
                    <a:pt x="199380" y="102234"/>
                  </a:lnTo>
                  <a:lnTo>
                    <a:pt x="195961" y="98551"/>
                  </a:lnTo>
                  <a:lnTo>
                    <a:pt x="192018" y="95884"/>
                  </a:lnTo>
                  <a:lnTo>
                    <a:pt x="160147" y="95884"/>
                  </a:lnTo>
                  <a:lnTo>
                    <a:pt x="173482" y="59054"/>
                  </a:lnTo>
                  <a:lnTo>
                    <a:pt x="160782" y="54482"/>
                  </a:lnTo>
                  <a:close/>
                </a:path>
                <a:path w="717550" h="362585">
                  <a:moveTo>
                    <a:pt x="288047" y="138302"/>
                  </a:moveTo>
                  <a:lnTo>
                    <a:pt x="273812" y="138302"/>
                  </a:lnTo>
                  <a:lnTo>
                    <a:pt x="286385" y="142874"/>
                  </a:lnTo>
                  <a:lnTo>
                    <a:pt x="288047" y="138302"/>
                  </a:lnTo>
                  <a:close/>
                </a:path>
                <a:path w="717550" h="362585">
                  <a:moveTo>
                    <a:pt x="83541" y="36194"/>
                  </a:moveTo>
                  <a:lnTo>
                    <a:pt x="71120" y="36194"/>
                  </a:lnTo>
                  <a:lnTo>
                    <a:pt x="70993" y="37845"/>
                  </a:lnTo>
                  <a:lnTo>
                    <a:pt x="70612" y="42163"/>
                  </a:lnTo>
                  <a:lnTo>
                    <a:pt x="70264" y="47116"/>
                  </a:lnTo>
                  <a:lnTo>
                    <a:pt x="63880" y="130428"/>
                  </a:lnTo>
                  <a:lnTo>
                    <a:pt x="63773" y="131825"/>
                  </a:lnTo>
                  <a:lnTo>
                    <a:pt x="63675" y="133095"/>
                  </a:lnTo>
                  <a:lnTo>
                    <a:pt x="63626" y="133730"/>
                  </a:lnTo>
                  <a:lnTo>
                    <a:pt x="63500" y="135381"/>
                  </a:lnTo>
                  <a:lnTo>
                    <a:pt x="76581" y="140080"/>
                  </a:lnTo>
                  <a:lnTo>
                    <a:pt x="88394" y="123316"/>
                  </a:lnTo>
                  <a:lnTo>
                    <a:pt x="75057" y="123316"/>
                  </a:lnTo>
                  <a:lnTo>
                    <a:pt x="76743" y="114149"/>
                  </a:lnTo>
                  <a:lnTo>
                    <a:pt x="78168" y="104552"/>
                  </a:lnTo>
                  <a:lnTo>
                    <a:pt x="79153" y="95884"/>
                  </a:lnTo>
                  <a:lnTo>
                    <a:pt x="79182" y="95630"/>
                  </a:lnTo>
                  <a:lnTo>
                    <a:pt x="79307" y="94527"/>
                  </a:lnTo>
                  <a:lnTo>
                    <a:pt x="80016" y="85597"/>
                  </a:lnTo>
                  <a:lnTo>
                    <a:pt x="83424" y="37845"/>
                  </a:lnTo>
                  <a:lnTo>
                    <a:pt x="83541" y="36194"/>
                  </a:lnTo>
                  <a:close/>
                </a:path>
                <a:path w="717550" h="362585">
                  <a:moveTo>
                    <a:pt x="286639" y="102488"/>
                  </a:moveTo>
                  <a:lnTo>
                    <a:pt x="271399" y="105536"/>
                  </a:lnTo>
                  <a:lnTo>
                    <a:pt x="264795" y="123951"/>
                  </a:lnTo>
                  <a:lnTo>
                    <a:pt x="278891" y="123951"/>
                  </a:lnTo>
                  <a:lnTo>
                    <a:pt x="286639" y="102488"/>
                  </a:lnTo>
                  <a:close/>
                </a:path>
                <a:path w="717550" h="362585">
                  <a:moveTo>
                    <a:pt x="128143" y="42671"/>
                  </a:moveTo>
                  <a:lnTo>
                    <a:pt x="83058" y="110489"/>
                  </a:lnTo>
                  <a:lnTo>
                    <a:pt x="78613" y="117347"/>
                  </a:lnTo>
                  <a:lnTo>
                    <a:pt x="75057" y="123316"/>
                  </a:lnTo>
                  <a:lnTo>
                    <a:pt x="88394" y="123316"/>
                  </a:lnTo>
                  <a:lnTo>
                    <a:pt x="141732" y="47624"/>
                  </a:lnTo>
                  <a:lnTo>
                    <a:pt x="128143" y="42671"/>
                  </a:lnTo>
                  <a:close/>
                </a:path>
                <a:path w="717550" h="362585">
                  <a:moveTo>
                    <a:pt x="9779" y="0"/>
                  </a:moveTo>
                  <a:lnTo>
                    <a:pt x="231" y="109854"/>
                  </a:lnTo>
                  <a:lnTo>
                    <a:pt x="176" y="110489"/>
                  </a:lnTo>
                  <a:lnTo>
                    <a:pt x="66" y="111759"/>
                  </a:lnTo>
                  <a:lnTo>
                    <a:pt x="0" y="112521"/>
                  </a:lnTo>
                  <a:lnTo>
                    <a:pt x="13843" y="117474"/>
                  </a:lnTo>
                  <a:lnTo>
                    <a:pt x="25855" y="100583"/>
                  </a:lnTo>
                  <a:lnTo>
                    <a:pt x="11811" y="100583"/>
                  </a:lnTo>
                  <a:lnTo>
                    <a:pt x="12973" y="93725"/>
                  </a:lnTo>
                  <a:lnTo>
                    <a:pt x="14224" y="85597"/>
                  </a:lnTo>
                  <a:lnTo>
                    <a:pt x="23749" y="5079"/>
                  </a:lnTo>
                  <a:lnTo>
                    <a:pt x="9779" y="0"/>
                  </a:lnTo>
                  <a:close/>
                </a:path>
                <a:path w="717550" h="362585">
                  <a:moveTo>
                    <a:pt x="241173" y="83565"/>
                  </a:moveTo>
                  <a:lnTo>
                    <a:pt x="235966" y="98043"/>
                  </a:lnTo>
                  <a:lnTo>
                    <a:pt x="248539" y="102488"/>
                  </a:lnTo>
                  <a:lnTo>
                    <a:pt x="253746" y="88010"/>
                  </a:lnTo>
                  <a:lnTo>
                    <a:pt x="241173" y="83565"/>
                  </a:lnTo>
                  <a:close/>
                </a:path>
                <a:path w="717550" h="362585">
                  <a:moveTo>
                    <a:pt x="67818" y="20954"/>
                  </a:moveTo>
                  <a:lnTo>
                    <a:pt x="23241" y="83184"/>
                  </a:lnTo>
                  <a:lnTo>
                    <a:pt x="22225" y="84708"/>
                  </a:lnTo>
                  <a:lnTo>
                    <a:pt x="18415" y="90550"/>
                  </a:lnTo>
                  <a:lnTo>
                    <a:pt x="11811" y="100583"/>
                  </a:lnTo>
                  <a:lnTo>
                    <a:pt x="25855" y="100583"/>
                  </a:lnTo>
                  <a:lnTo>
                    <a:pt x="63881" y="47116"/>
                  </a:lnTo>
                  <a:lnTo>
                    <a:pt x="68453" y="40512"/>
                  </a:lnTo>
                  <a:lnTo>
                    <a:pt x="71120" y="36194"/>
                  </a:lnTo>
                  <a:lnTo>
                    <a:pt x="83541" y="36194"/>
                  </a:lnTo>
                  <a:lnTo>
                    <a:pt x="84201" y="26923"/>
                  </a:lnTo>
                  <a:lnTo>
                    <a:pt x="67818" y="20954"/>
                  </a:lnTo>
                  <a:close/>
                </a:path>
                <a:path w="717550" h="362585">
                  <a:moveTo>
                    <a:pt x="172910" y="91805"/>
                  </a:moveTo>
                  <a:lnTo>
                    <a:pt x="166481" y="93100"/>
                  </a:lnTo>
                  <a:lnTo>
                    <a:pt x="160147" y="95884"/>
                  </a:lnTo>
                  <a:lnTo>
                    <a:pt x="192018" y="95884"/>
                  </a:lnTo>
                  <a:lnTo>
                    <a:pt x="191643" y="95630"/>
                  </a:lnTo>
                  <a:lnTo>
                    <a:pt x="186055" y="93725"/>
                  </a:lnTo>
                  <a:lnTo>
                    <a:pt x="179435" y="92009"/>
                  </a:lnTo>
                  <a:lnTo>
                    <a:pt x="172910" y="91805"/>
                  </a:lnTo>
                  <a:close/>
                </a:path>
                <a:path w="717550" h="362585">
                  <a:moveTo>
                    <a:pt x="425703" y="150113"/>
                  </a:moveTo>
                  <a:lnTo>
                    <a:pt x="388620" y="252729"/>
                  </a:lnTo>
                  <a:lnTo>
                    <a:pt x="452754" y="275843"/>
                  </a:lnTo>
                  <a:lnTo>
                    <a:pt x="457073" y="263651"/>
                  </a:lnTo>
                  <a:lnTo>
                    <a:pt x="406653" y="245490"/>
                  </a:lnTo>
                  <a:lnTo>
                    <a:pt x="439293" y="154939"/>
                  </a:lnTo>
                  <a:lnTo>
                    <a:pt x="425703" y="150113"/>
                  </a:lnTo>
                  <a:close/>
                </a:path>
                <a:path w="717550" h="362585">
                  <a:moveTo>
                    <a:pt x="504951" y="178688"/>
                  </a:moveTo>
                  <a:lnTo>
                    <a:pt x="499745" y="193166"/>
                  </a:lnTo>
                  <a:lnTo>
                    <a:pt x="512318" y="197738"/>
                  </a:lnTo>
                  <a:lnTo>
                    <a:pt x="517525" y="183260"/>
                  </a:lnTo>
                  <a:lnTo>
                    <a:pt x="504951" y="178688"/>
                  </a:lnTo>
                  <a:close/>
                </a:path>
                <a:path w="717550" h="362585">
                  <a:moveTo>
                    <a:pt x="658100" y="267715"/>
                  </a:moveTo>
                  <a:lnTo>
                    <a:pt x="634619" y="267715"/>
                  </a:lnTo>
                  <a:lnTo>
                    <a:pt x="638301" y="269112"/>
                  </a:lnTo>
                  <a:lnTo>
                    <a:pt x="643382" y="270890"/>
                  </a:lnTo>
                  <a:lnTo>
                    <a:pt x="646684" y="273684"/>
                  </a:lnTo>
                  <a:lnTo>
                    <a:pt x="648335" y="277621"/>
                  </a:lnTo>
                  <a:lnTo>
                    <a:pt x="649757" y="280669"/>
                  </a:lnTo>
                  <a:lnTo>
                    <a:pt x="650103" y="281558"/>
                  </a:lnTo>
                  <a:lnTo>
                    <a:pt x="650017" y="282701"/>
                  </a:lnTo>
                  <a:lnTo>
                    <a:pt x="649903" y="284225"/>
                  </a:lnTo>
                  <a:lnTo>
                    <a:pt x="649779" y="285876"/>
                  </a:lnTo>
                  <a:lnTo>
                    <a:pt x="649732" y="286511"/>
                  </a:lnTo>
                  <a:lnTo>
                    <a:pt x="630554" y="339978"/>
                  </a:lnTo>
                  <a:lnTo>
                    <a:pt x="643127" y="344423"/>
                  </a:lnTo>
                  <a:lnTo>
                    <a:pt x="660146" y="297306"/>
                  </a:lnTo>
                  <a:lnTo>
                    <a:pt x="662580" y="290367"/>
                  </a:lnTo>
                  <a:lnTo>
                    <a:pt x="662686" y="290067"/>
                  </a:lnTo>
                  <a:lnTo>
                    <a:pt x="663828" y="284225"/>
                  </a:lnTo>
                  <a:lnTo>
                    <a:pt x="663262" y="277621"/>
                  </a:lnTo>
                  <a:lnTo>
                    <a:pt x="663154" y="276351"/>
                  </a:lnTo>
                  <a:lnTo>
                    <a:pt x="663067" y="275335"/>
                  </a:lnTo>
                  <a:lnTo>
                    <a:pt x="661289" y="271271"/>
                  </a:lnTo>
                  <a:lnTo>
                    <a:pt x="658214" y="267842"/>
                  </a:lnTo>
                  <a:lnTo>
                    <a:pt x="658100" y="267715"/>
                  </a:lnTo>
                  <a:close/>
                </a:path>
                <a:path w="717550" h="362585">
                  <a:moveTo>
                    <a:pt x="497713" y="298957"/>
                  </a:moveTo>
                  <a:lnTo>
                    <a:pt x="494665" y="306958"/>
                  </a:lnTo>
                  <a:lnTo>
                    <a:pt x="495062" y="312419"/>
                  </a:lnTo>
                  <a:lnTo>
                    <a:pt x="495173" y="313943"/>
                  </a:lnTo>
                  <a:lnTo>
                    <a:pt x="532765" y="337184"/>
                  </a:lnTo>
                  <a:lnTo>
                    <a:pt x="538099" y="336295"/>
                  </a:lnTo>
                  <a:lnTo>
                    <a:pt x="544957" y="335279"/>
                  </a:lnTo>
                  <a:lnTo>
                    <a:pt x="550037" y="332739"/>
                  </a:lnTo>
                  <a:lnTo>
                    <a:pt x="554227" y="328802"/>
                  </a:lnTo>
                  <a:lnTo>
                    <a:pt x="556670" y="325881"/>
                  </a:lnTo>
                  <a:lnTo>
                    <a:pt x="534098" y="325881"/>
                  </a:lnTo>
                  <a:lnTo>
                    <a:pt x="528066" y="325246"/>
                  </a:lnTo>
                  <a:lnTo>
                    <a:pt x="508508" y="309244"/>
                  </a:lnTo>
                  <a:lnTo>
                    <a:pt x="509341" y="305434"/>
                  </a:lnTo>
                  <a:lnTo>
                    <a:pt x="509397" y="305180"/>
                  </a:lnTo>
                  <a:lnTo>
                    <a:pt x="497713" y="298957"/>
                  </a:lnTo>
                  <a:close/>
                </a:path>
                <a:path w="717550" h="362585">
                  <a:moveTo>
                    <a:pt x="619633" y="219963"/>
                  </a:moveTo>
                  <a:lnTo>
                    <a:pt x="582549" y="322579"/>
                  </a:lnTo>
                  <a:lnTo>
                    <a:pt x="595122" y="327151"/>
                  </a:lnTo>
                  <a:lnTo>
                    <a:pt x="609853" y="286511"/>
                  </a:lnTo>
                  <a:lnTo>
                    <a:pt x="611886" y="280669"/>
                  </a:lnTo>
                  <a:lnTo>
                    <a:pt x="614299" y="276351"/>
                  </a:lnTo>
                  <a:lnTo>
                    <a:pt x="629475" y="267715"/>
                  </a:lnTo>
                  <a:lnTo>
                    <a:pt x="658104" y="267715"/>
                  </a:lnTo>
                  <a:lnTo>
                    <a:pt x="654802" y="264159"/>
                  </a:lnTo>
                  <a:lnTo>
                    <a:pt x="650742" y="261365"/>
                  </a:lnTo>
                  <a:lnTo>
                    <a:pt x="618871" y="261365"/>
                  </a:lnTo>
                  <a:lnTo>
                    <a:pt x="632160" y="224662"/>
                  </a:lnTo>
                  <a:lnTo>
                    <a:pt x="632205" y="224535"/>
                  </a:lnTo>
                  <a:lnTo>
                    <a:pt x="619633" y="219963"/>
                  </a:lnTo>
                  <a:close/>
                </a:path>
                <a:path w="717550" h="362585">
                  <a:moveTo>
                    <a:pt x="568062" y="301243"/>
                  </a:moveTo>
                  <a:lnTo>
                    <a:pt x="553720" y="301243"/>
                  </a:lnTo>
                  <a:lnTo>
                    <a:pt x="550888" y="309244"/>
                  </a:lnTo>
                  <a:lnTo>
                    <a:pt x="550799" y="309498"/>
                  </a:lnTo>
                  <a:lnTo>
                    <a:pt x="536955" y="324484"/>
                  </a:lnTo>
                  <a:lnTo>
                    <a:pt x="532485" y="325881"/>
                  </a:lnTo>
                  <a:lnTo>
                    <a:pt x="556670" y="325881"/>
                  </a:lnTo>
                  <a:lnTo>
                    <a:pt x="557201" y="325246"/>
                  </a:lnTo>
                  <a:lnTo>
                    <a:pt x="557688" y="324484"/>
                  </a:lnTo>
                  <a:lnTo>
                    <a:pt x="560387" y="320024"/>
                  </a:lnTo>
                  <a:lnTo>
                    <a:pt x="563479" y="313461"/>
                  </a:lnTo>
                  <a:lnTo>
                    <a:pt x="566547" y="305434"/>
                  </a:lnTo>
                  <a:lnTo>
                    <a:pt x="568062" y="301243"/>
                  </a:lnTo>
                  <a:close/>
                </a:path>
                <a:path w="717550" h="362585">
                  <a:moveTo>
                    <a:pt x="544195" y="224662"/>
                  </a:moveTo>
                  <a:lnTo>
                    <a:pt x="511048" y="254380"/>
                  </a:lnTo>
                  <a:lnTo>
                    <a:pt x="507962" y="268985"/>
                  </a:lnTo>
                  <a:lnTo>
                    <a:pt x="507975" y="270890"/>
                  </a:lnTo>
                  <a:lnTo>
                    <a:pt x="508094" y="273303"/>
                  </a:lnTo>
                  <a:lnTo>
                    <a:pt x="508193" y="275335"/>
                  </a:lnTo>
                  <a:lnTo>
                    <a:pt x="508261" y="276723"/>
                  </a:lnTo>
                  <a:lnTo>
                    <a:pt x="536353" y="305180"/>
                  </a:lnTo>
                  <a:lnTo>
                    <a:pt x="541647" y="305180"/>
                  </a:lnTo>
                  <a:lnTo>
                    <a:pt x="547788" y="303887"/>
                  </a:lnTo>
                  <a:lnTo>
                    <a:pt x="553720" y="301243"/>
                  </a:lnTo>
                  <a:lnTo>
                    <a:pt x="568062" y="301243"/>
                  </a:lnTo>
                  <a:lnTo>
                    <a:pt x="570020" y="295830"/>
                  </a:lnTo>
                  <a:lnTo>
                    <a:pt x="570083" y="295655"/>
                  </a:lnTo>
                  <a:lnTo>
                    <a:pt x="540385" y="295655"/>
                  </a:lnTo>
                  <a:lnTo>
                    <a:pt x="534543" y="293496"/>
                  </a:lnTo>
                  <a:lnTo>
                    <a:pt x="528701" y="291464"/>
                  </a:lnTo>
                  <a:lnTo>
                    <a:pt x="524637" y="287400"/>
                  </a:lnTo>
                  <a:lnTo>
                    <a:pt x="522350" y="281558"/>
                  </a:lnTo>
                  <a:lnTo>
                    <a:pt x="520192" y="275716"/>
                  </a:lnTo>
                  <a:lnTo>
                    <a:pt x="520550" y="271271"/>
                  </a:lnTo>
                  <a:lnTo>
                    <a:pt x="520581" y="270890"/>
                  </a:lnTo>
                  <a:lnTo>
                    <a:pt x="520697" y="269446"/>
                  </a:lnTo>
                  <a:lnTo>
                    <a:pt x="520734" y="268985"/>
                  </a:lnTo>
                  <a:lnTo>
                    <a:pt x="520826" y="267842"/>
                  </a:lnTo>
                  <a:lnTo>
                    <a:pt x="542819" y="236981"/>
                  </a:lnTo>
                  <a:lnTo>
                    <a:pt x="541934" y="236981"/>
                  </a:lnTo>
                  <a:lnTo>
                    <a:pt x="548640" y="236219"/>
                  </a:lnTo>
                  <a:lnTo>
                    <a:pt x="569415" y="236219"/>
                  </a:lnTo>
                  <a:lnTo>
                    <a:pt x="568118" y="234505"/>
                  </a:lnTo>
                  <a:lnTo>
                    <a:pt x="563123" y="230461"/>
                  </a:lnTo>
                  <a:lnTo>
                    <a:pt x="557291" y="227710"/>
                  </a:lnTo>
                  <a:lnTo>
                    <a:pt x="550545" y="225170"/>
                  </a:lnTo>
                  <a:lnTo>
                    <a:pt x="544195" y="224662"/>
                  </a:lnTo>
                  <a:close/>
                </a:path>
                <a:path w="717550" h="362585">
                  <a:moveTo>
                    <a:pt x="569415" y="236219"/>
                  </a:moveTo>
                  <a:lnTo>
                    <a:pt x="548640" y="236219"/>
                  </a:lnTo>
                  <a:lnTo>
                    <a:pt x="559943" y="240283"/>
                  </a:lnTo>
                  <a:lnTo>
                    <a:pt x="564007" y="244347"/>
                  </a:lnTo>
                  <a:lnTo>
                    <a:pt x="566293" y="250443"/>
                  </a:lnTo>
                  <a:lnTo>
                    <a:pt x="568705" y="256539"/>
                  </a:lnTo>
                  <a:lnTo>
                    <a:pt x="568198" y="264159"/>
                  </a:lnTo>
                  <a:lnTo>
                    <a:pt x="545973" y="295147"/>
                  </a:lnTo>
                  <a:lnTo>
                    <a:pt x="540385" y="295655"/>
                  </a:lnTo>
                  <a:lnTo>
                    <a:pt x="570083" y="295655"/>
                  </a:lnTo>
                  <a:lnTo>
                    <a:pt x="588042" y="245998"/>
                  </a:lnTo>
                  <a:lnTo>
                    <a:pt x="574928" y="245998"/>
                  </a:lnTo>
                  <a:lnTo>
                    <a:pt x="572138" y="239902"/>
                  </a:lnTo>
                  <a:lnTo>
                    <a:pt x="572041" y="239692"/>
                  </a:lnTo>
                  <a:lnTo>
                    <a:pt x="569415" y="236219"/>
                  </a:lnTo>
                  <a:close/>
                </a:path>
                <a:path w="717550" h="362585">
                  <a:moveTo>
                    <a:pt x="494792" y="206882"/>
                  </a:moveTo>
                  <a:lnTo>
                    <a:pt x="467903" y="281558"/>
                  </a:lnTo>
                  <a:lnTo>
                    <a:pt x="468693" y="281558"/>
                  </a:lnTo>
                  <a:lnTo>
                    <a:pt x="480568" y="285876"/>
                  </a:lnTo>
                  <a:lnTo>
                    <a:pt x="507365" y="211454"/>
                  </a:lnTo>
                  <a:lnTo>
                    <a:pt x="494792" y="206882"/>
                  </a:lnTo>
                  <a:close/>
                </a:path>
                <a:path w="717550" h="362585">
                  <a:moveTo>
                    <a:pt x="631650" y="257286"/>
                  </a:moveTo>
                  <a:lnTo>
                    <a:pt x="625207" y="258581"/>
                  </a:lnTo>
                  <a:lnTo>
                    <a:pt x="618871" y="261365"/>
                  </a:lnTo>
                  <a:lnTo>
                    <a:pt x="650742" y="261365"/>
                  </a:lnTo>
                  <a:lnTo>
                    <a:pt x="650367" y="261111"/>
                  </a:lnTo>
                  <a:lnTo>
                    <a:pt x="644905" y="259206"/>
                  </a:lnTo>
                  <a:lnTo>
                    <a:pt x="638212" y="257490"/>
                  </a:lnTo>
                  <a:lnTo>
                    <a:pt x="631650" y="257286"/>
                  </a:lnTo>
                  <a:close/>
                </a:path>
                <a:path w="717550" h="362585">
                  <a:moveTo>
                    <a:pt x="578230" y="236981"/>
                  </a:moveTo>
                  <a:lnTo>
                    <a:pt x="574928" y="245998"/>
                  </a:lnTo>
                  <a:lnTo>
                    <a:pt x="588042" y="245998"/>
                  </a:lnTo>
                  <a:lnTo>
                    <a:pt x="589788" y="241172"/>
                  </a:lnTo>
                  <a:lnTo>
                    <a:pt x="578230" y="236981"/>
                  </a:lnTo>
                  <a:close/>
                </a:path>
                <a:path w="717550" h="362585">
                  <a:moveTo>
                    <a:pt x="682751" y="274700"/>
                  </a:moveTo>
                  <a:lnTo>
                    <a:pt x="679196" y="284606"/>
                  </a:lnTo>
                  <a:lnTo>
                    <a:pt x="688467" y="287908"/>
                  </a:lnTo>
                  <a:lnTo>
                    <a:pt x="672973" y="330707"/>
                  </a:lnTo>
                  <a:lnTo>
                    <a:pt x="670305" y="338200"/>
                  </a:lnTo>
                  <a:lnTo>
                    <a:pt x="669036" y="343407"/>
                  </a:lnTo>
                  <a:lnTo>
                    <a:pt x="669163" y="346074"/>
                  </a:lnTo>
                  <a:lnTo>
                    <a:pt x="669266" y="347217"/>
                  </a:lnTo>
                  <a:lnTo>
                    <a:pt x="669347" y="348106"/>
                  </a:lnTo>
                  <a:lnTo>
                    <a:pt x="669417" y="348868"/>
                  </a:lnTo>
                  <a:lnTo>
                    <a:pt x="670433" y="351408"/>
                  </a:lnTo>
                  <a:lnTo>
                    <a:pt x="672465" y="353694"/>
                  </a:lnTo>
                  <a:lnTo>
                    <a:pt x="674497" y="356107"/>
                  </a:lnTo>
                  <a:lnTo>
                    <a:pt x="677672" y="358012"/>
                  </a:lnTo>
                  <a:lnTo>
                    <a:pt x="685038" y="360679"/>
                  </a:lnTo>
                  <a:lnTo>
                    <a:pt x="688467" y="361441"/>
                  </a:lnTo>
                  <a:lnTo>
                    <a:pt x="692276" y="362076"/>
                  </a:lnTo>
                  <a:lnTo>
                    <a:pt x="694436" y="350265"/>
                  </a:lnTo>
                  <a:lnTo>
                    <a:pt x="692023" y="349757"/>
                  </a:lnTo>
                  <a:lnTo>
                    <a:pt x="690118" y="349249"/>
                  </a:lnTo>
                  <a:lnTo>
                    <a:pt x="688721" y="348741"/>
                  </a:lnTo>
                  <a:lnTo>
                    <a:pt x="686816" y="348106"/>
                  </a:lnTo>
                  <a:lnTo>
                    <a:pt x="685546" y="347217"/>
                  </a:lnTo>
                  <a:lnTo>
                    <a:pt x="683895" y="345312"/>
                  </a:lnTo>
                  <a:lnTo>
                    <a:pt x="683514" y="344169"/>
                  </a:lnTo>
                  <a:lnTo>
                    <a:pt x="683387" y="341883"/>
                  </a:lnTo>
                  <a:lnTo>
                    <a:pt x="684022" y="339470"/>
                  </a:lnTo>
                  <a:lnTo>
                    <a:pt x="700913" y="292353"/>
                  </a:lnTo>
                  <a:lnTo>
                    <a:pt x="715275" y="292353"/>
                  </a:lnTo>
                  <a:lnTo>
                    <a:pt x="717169" y="287146"/>
                  </a:lnTo>
                  <a:lnTo>
                    <a:pt x="704469" y="282574"/>
                  </a:lnTo>
                  <a:lnTo>
                    <a:pt x="706081" y="278129"/>
                  </a:lnTo>
                  <a:lnTo>
                    <a:pt x="692023" y="278129"/>
                  </a:lnTo>
                  <a:lnTo>
                    <a:pt x="682751" y="274700"/>
                  </a:lnTo>
                  <a:close/>
                </a:path>
                <a:path w="717550" h="362585">
                  <a:moveTo>
                    <a:pt x="715275" y="292353"/>
                  </a:moveTo>
                  <a:lnTo>
                    <a:pt x="700913" y="292353"/>
                  </a:lnTo>
                  <a:lnTo>
                    <a:pt x="713613" y="296925"/>
                  </a:lnTo>
                  <a:lnTo>
                    <a:pt x="715275" y="292353"/>
                  </a:lnTo>
                  <a:close/>
                </a:path>
                <a:path w="717550" h="362585">
                  <a:moveTo>
                    <a:pt x="713867" y="256666"/>
                  </a:moveTo>
                  <a:lnTo>
                    <a:pt x="698626" y="259714"/>
                  </a:lnTo>
                  <a:lnTo>
                    <a:pt x="692023" y="278129"/>
                  </a:lnTo>
                  <a:lnTo>
                    <a:pt x="706081" y="278129"/>
                  </a:lnTo>
                  <a:lnTo>
                    <a:pt x="713867" y="256666"/>
                  </a:lnTo>
                  <a:close/>
                </a:path>
              </a:pathLst>
            </a:custGeom>
            <a:solidFill>
              <a:srgbClr val="000000"/>
            </a:solidFill>
          </p:spPr>
          <p:txBody>
            <a:bodyPr wrap="square" lIns="0" tIns="0" rIns="0" bIns="0" rtlCol="0"/>
            <a:lstStyle/>
            <a:p>
              <a:endParaRPr/>
            </a:p>
          </p:txBody>
        </p:sp>
        <p:pic>
          <p:nvPicPr>
            <p:cNvPr id="9" name="object 9"/>
            <p:cNvPicPr/>
            <p:nvPr/>
          </p:nvPicPr>
          <p:blipFill>
            <a:blip r:embed="rId3" cstate="print"/>
            <a:stretch>
              <a:fillRect/>
            </a:stretch>
          </p:blipFill>
          <p:spPr>
            <a:xfrm>
              <a:off x="7050024" y="4215383"/>
              <a:ext cx="1237487" cy="1240536"/>
            </a:xfrm>
            <a:prstGeom prst="rect">
              <a:avLst/>
            </a:prstGeom>
          </p:spPr>
        </p:pic>
        <p:sp>
          <p:nvSpPr>
            <p:cNvPr id="10" name="object 10"/>
            <p:cNvSpPr/>
            <p:nvPr/>
          </p:nvSpPr>
          <p:spPr>
            <a:xfrm>
              <a:off x="7050024" y="4215383"/>
              <a:ext cx="1237615" cy="1240790"/>
            </a:xfrm>
            <a:custGeom>
              <a:avLst/>
              <a:gdLst/>
              <a:ahLst/>
              <a:cxnLst/>
              <a:rect l="l" t="t" r="r" b="b"/>
              <a:pathLst>
                <a:path w="1237615" h="1240789">
                  <a:moveTo>
                    <a:pt x="618744" y="333121"/>
                  </a:moveTo>
                  <a:lnTo>
                    <a:pt x="831976" y="0"/>
                  </a:lnTo>
                  <a:lnTo>
                    <a:pt x="810895" y="305816"/>
                  </a:lnTo>
                  <a:lnTo>
                    <a:pt x="1052956" y="256032"/>
                  </a:lnTo>
                  <a:lnTo>
                    <a:pt x="956818" y="420116"/>
                  </a:lnTo>
                  <a:lnTo>
                    <a:pt x="1208658" y="467360"/>
                  </a:lnTo>
                  <a:lnTo>
                    <a:pt x="1008760" y="601599"/>
                  </a:lnTo>
                  <a:lnTo>
                    <a:pt x="1237487" y="763270"/>
                  </a:lnTo>
                  <a:lnTo>
                    <a:pt x="964565" y="743331"/>
                  </a:lnTo>
                  <a:lnTo>
                    <a:pt x="1039495" y="1039241"/>
                  </a:lnTo>
                  <a:lnTo>
                    <a:pt x="803275" y="830326"/>
                  </a:lnTo>
                  <a:lnTo>
                    <a:pt x="758951" y="1133602"/>
                  </a:lnTo>
                  <a:lnTo>
                    <a:pt x="603376" y="857758"/>
                  </a:lnTo>
                  <a:lnTo>
                    <a:pt x="486155" y="1240536"/>
                  </a:lnTo>
                  <a:lnTo>
                    <a:pt x="441959" y="897509"/>
                  </a:lnTo>
                  <a:lnTo>
                    <a:pt x="272796" y="1011809"/>
                  </a:lnTo>
                  <a:lnTo>
                    <a:pt x="324611" y="800481"/>
                  </a:lnTo>
                  <a:lnTo>
                    <a:pt x="7747" y="837819"/>
                  </a:lnTo>
                  <a:lnTo>
                    <a:pt x="213232" y="676275"/>
                  </a:lnTo>
                  <a:lnTo>
                    <a:pt x="0" y="494792"/>
                  </a:lnTo>
                  <a:lnTo>
                    <a:pt x="265049" y="437515"/>
                  </a:lnTo>
                  <a:lnTo>
                    <a:pt x="21208" y="131826"/>
                  </a:lnTo>
                  <a:lnTo>
                    <a:pt x="418973" y="362966"/>
                  </a:lnTo>
                  <a:lnTo>
                    <a:pt x="478535" y="131826"/>
                  </a:lnTo>
                  <a:lnTo>
                    <a:pt x="618744" y="333121"/>
                  </a:lnTo>
                  <a:close/>
                </a:path>
              </a:pathLst>
            </a:custGeom>
            <a:ln w="12192">
              <a:solidFill>
                <a:srgbClr val="000000"/>
              </a:solidFill>
            </a:ln>
          </p:spPr>
          <p:txBody>
            <a:bodyPr wrap="square" lIns="0" tIns="0" rIns="0" bIns="0" rtlCol="0"/>
            <a:lstStyle/>
            <a:p>
              <a:endParaRPr/>
            </a:p>
          </p:txBody>
        </p:sp>
      </p:grpSp>
      <p:sp>
        <p:nvSpPr>
          <p:cNvPr id="11" name="object 11"/>
          <p:cNvSpPr txBox="1"/>
          <p:nvPr/>
        </p:nvSpPr>
        <p:spPr>
          <a:xfrm>
            <a:off x="536244" y="1527428"/>
            <a:ext cx="7856855" cy="3282315"/>
          </a:xfrm>
          <a:prstGeom prst="rect">
            <a:avLst/>
          </a:prstGeom>
        </p:spPr>
        <p:txBody>
          <a:bodyPr vert="horz" wrap="square" lIns="0" tIns="104140" rIns="0" bIns="0" rtlCol="0">
            <a:spAutoFit/>
          </a:bodyPr>
          <a:lstStyle/>
          <a:p>
            <a:pPr marL="12700" marR="5080">
              <a:lnSpc>
                <a:spcPct val="80000"/>
              </a:lnSpc>
              <a:spcBef>
                <a:spcPts val="820"/>
              </a:spcBef>
            </a:pPr>
            <a:r>
              <a:rPr sz="3000" dirty="0">
                <a:latin typeface="Calibri"/>
                <a:cs typeface="Calibri"/>
              </a:rPr>
              <a:t>The</a:t>
            </a:r>
            <a:r>
              <a:rPr sz="3000" spc="-70" dirty="0">
                <a:latin typeface="Calibri"/>
                <a:cs typeface="Calibri"/>
              </a:rPr>
              <a:t> </a:t>
            </a:r>
            <a:r>
              <a:rPr sz="3000" dirty="0">
                <a:latin typeface="Calibri"/>
                <a:cs typeface="Calibri"/>
              </a:rPr>
              <a:t>colors</a:t>
            </a:r>
            <a:r>
              <a:rPr sz="3000" spc="-80" dirty="0">
                <a:latin typeface="Calibri"/>
                <a:cs typeface="Calibri"/>
              </a:rPr>
              <a:t> </a:t>
            </a:r>
            <a:r>
              <a:rPr sz="3000" dirty="0">
                <a:latin typeface="Calibri"/>
                <a:cs typeface="Calibri"/>
              </a:rPr>
              <a:t>that</a:t>
            </a:r>
            <a:r>
              <a:rPr sz="3000" spc="-80" dirty="0">
                <a:latin typeface="Calibri"/>
                <a:cs typeface="Calibri"/>
              </a:rPr>
              <a:t> </a:t>
            </a:r>
            <a:r>
              <a:rPr sz="3000" dirty="0">
                <a:latin typeface="Calibri"/>
                <a:cs typeface="Calibri"/>
              </a:rPr>
              <a:t>humans</a:t>
            </a:r>
            <a:r>
              <a:rPr sz="3000" spc="-80" dirty="0">
                <a:latin typeface="Calibri"/>
                <a:cs typeface="Calibri"/>
              </a:rPr>
              <a:t> </a:t>
            </a:r>
            <a:r>
              <a:rPr sz="3000" dirty="0">
                <a:latin typeface="Calibri"/>
                <a:cs typeface="Calibri"/>
              </a:rPr>
              <a:t>and</a:t>
            </a:r>
            <a:r>
              <a:rPr sz="3000" spc="-80" dirty="0">
                <a:latin typeface="Calibri"/>
                <a:cs typeface="Calibri"/>
              </a:rPr>
              <a:t> </a:t>
            </a:r>
            <a:r>
              <a:rPr sz="3000" dirty="0">
                <a:latin typeface="Calibri"/>
                <a:cs typeface="Calibri"/>
              </a:rPr>
              <a:t>most</a:t>
            </a:r>
            <a:r>
              <a:rPr sz="3000" spc="-80" dirty="0">
                <a:latin typeface="Calibri"/>
                <a:cs typeface="Calibri"/>
              </a:rPr>
              <a:t> </a:t>
            </a:r>
            <a:r>
              <a:rPr sz="3000" dirty="0">
                <a:latin typeface="Calibri"/>
                <a:cs typeface="Calibri"/>
              </a:rPr>
              <a:t>animals</a:t>
            </a:r>
            <a:r>
              <a:rPr sz="3000" spc="-80" dirty="0">
                <a:latin typeface="Calibri"/>
                <a:cs typeface="Calibri"/>
              </a:rPr>
              <a:t> </a:t>
            </a:r>
            <a:r>
              <a:rPr sz="3000" spc="-10" dirty="0">
                <a:latin typeface="Calibri"/>
                <a:cs typeface="Calibri"/>
              </a:rPr>
              <a:t>perceive </a:t>
            </a:r>
            <a:r>
              <a:rPr sz="3000" dirty="0">
                <a:latin typeface="Calibri"/>
                <a:cs typeface="Calibri"/>
              </a:rPr>
              <a:t>in</a:t>
            </a:r>
            <a:r>
              <a:rPr sz="3000" spc="-60" dirty="0">
                <a:latin typeface="Calibri"/>
                <a:cs typeface="Calibri"/>
              </a:rPr>
              <a:t> </a:t>
            </a:r>
            <a:r>
              <a:rPr sz="3000" dirty="0">
                <a:latin typeface="Calibri"/>
                <a:cs typeface="Calibri"/>
              </a:rPr>
              <a:t>an</a:t>
            </a:r>
            <a:r>
              <a:rPr sz="3000" spc="-25" dirty="0">
                <a:latin typeface="Calibri"/>
                <a:cs typeface="Calibri"/>
              </a:rPr>
              <a:t> </a:t>
            </a:r>
            <a:r>
              <a:rPr sz="3000" dirty="0">
                <a:latin typeface="Calibri"/>
                <a:cs typeface="Calibri"/>
              </a:rPr>
              <a:t>object</a:t>
            </a:r>
            <a:r>
              <a:rPr sz="3000" spc="-60" dirty="0">
                <a:latin typeface="Calibri"/>
                <a:cs typeface="Calibri"/>
              </a:rPr>
              <a:t> </a:t>
            </a:r>
            <a:r>
              <a:rPr sz="3000" dirty="0">
                <a:latin typeface="Calibri"/>
                <a:cs typeface="Calibri"/>
              </a:rPr>
              <a:t>are</a:t>
            </a:r>
            <a:r>
              <a:rPr sz="3000" spc="-45" dirty="0">
                <a:latin typeface="Calibri"/>
                <a:cs typeface="Calibri"/>
              </a:rPr>
              <a:t> </a:t>
            </a:r>
            <a:r>
              <a:rPr sz="3000" dirty="0">
                <a:latin typeface="Calibri"/>
                <a:cs typeface="Calibri"/>
              </a:rPr>
              <a:t>determined</a:t>
            </a:r>
            <a:r>
              <a:rPr sz="3000" spc="-85" dirty="0">
                <a:latin typeface="Calibri"/>
                <a:cs typeface="Calibri"/>
              </a:rPr>
              <a:t> </a:t>
            </a:r>
            <a:r>
              <a:rPr sz="3000" dirty="0">
                <a:latin typeface="Calibri"/>
                <a:cs typeface="Calibri"/>
              </a:rPr>
              <a:t>by</a:t>
            </a:r>
            <a:r>
              <a:rPr sz="3000" spc="-30" dirty="0">
                <a:latin typeface="Calibri"/>
                <a:cs typeface="Calibri"/>
              </a:rPr>
              <a:t> </a:t>
            </a:r>
            <a:r>
              <a:rPr sz="3000" dirty="0">
                <a:latin typeface="Calibri"/>
                <a:cs typeface="Calibri"/>
              </a:rPr>
              <a:t>the</a:t>
            </a:r>
            <a:r>
              <a:rPr sz="3000" spc="-70" dirty="0">
                <a:latin typeface="Calibri"/>
                <a:cs typeface="Calibri"/>
              </a:rPr>
              <a:t> </a:t>
            </a:r>
            <a:r>
              <a:rPr sz="3000" dirty="0">
                <a:latin typeface="Calibri"/>
                <a:cs typeface="Calibri"/>
              </a:rPr>
              <a:t>nature</a:t>
            </a:r>
            <a:r>
              <a:rPr sz="3000" spc="-70" dirty="0">
                <a:latin typeface="Calibri"/>
                <a:cs typeface="Calibri"/>
              </a:rPr>
              <a:t> </a:t>
            </a:r>
            <a:r>
              <a:rPr sz="3000" dirty="0">
                <a:latin typeface="Calibri"/>
                <a:cs typeface="Calibri"/>
              </a:rPr>
              <a:t>of</a:t>
            </a:r>
            <a:r>
              <a:rPr sz="3000" spc="-35" dirty="0">
                <a:latin typeface="Calibri"/>
                <a:cs typeface="Calibri"/>
              </a:rPr>
              <a:t> </a:t>
            </a:r>
            <a:r>
              <a:rPr sz="3000" spc="-25" dirty="0">
                <a:latin typeface="Calibri"/>
                <a:cs typeface="Calibri"/>
              </a:rPr>
              <a:t>the </a:t>
            </a:r>
            <a:r>
              <a:rPr sz="3000" dirty="0">
                <a:latin typeface="Calibri"/>
                <a:cs typeface="Calibri"/>
              </a:rPr>
              <a:t>light</a:t>
            </a:r>
            <a:r>
              <a:rPr sz="3000" spc="-110" dirty="0">
                <a:latin typeface="Calibri"/>
                <a:cs typeface="Calibri"/>
              </a:rPr>
              <a:t> </a:t>
            </a:r>
            <a:r>
              <a:rPr sz="3000" dirty="0">
                <a:latin typeface="Calibri"/>
                <a:cs typeface="Calibri"/>
              </a:rPr>
              <a:t>reflected</a:t>
            </a:r>
            <a:r>
              <a:rPr sz="3000" spc="-85" dirty="0">
                <a:latin typeface="Calibri"/>
                <a:cs typeface="Calibri"/>
              </a:rPr>
              <a:t> </a:t>
            </a:r>
            <a:r>
              <a:rPr sz="3000" dirty="0">
                <a:latin typeface="Calibri"/>
                <a:cs typeface="Calibri"/>
              </a:rPr>
              <a:t>from</a:t>
            </a:r>
            <a:r>
              <a:rPr sz="3000" spc="-55" dirty="0">
                <a:latin typeface="Calibri"/>
                <a:cs typeface="Calibri"/>
              </a:rPr>
              <a:t> </a:t>
            </a:r>
            <a:r>
              <a:rPr sz="3000" dirty="0">
                <a:latin typeface="Calibri"/>
                <a:cs typeface="Calibri"/>
              </a:rPr>
              <a:t>the</a:t>
            </a:r>
            <a:r>
              <a:rPr sz="3000" spc="-90" dirty="0">
                <a:latin typeface="Calibri"/>
                <a:cs typeface="Calibri"/>
              </a:rPr>
              <a:t> </a:t>
            </a:r>
            <a:r>
              <a:rPr sz="3000" spc="-10" dirty="0">
                <a:latin typeface="Calibri"/>
                <a:cs typeface="Calibri"/>
              </a:rPr>
              <a:t>object</a:t>
            </a:r>
            <a:endParaRPr sz="3000">
              <a:latin typeface="Calibri"/>
              <a:cs typeface="Calibri"/>
            </a:endParaRPr>
          </a:p>
          <a:p>
            <a:pPr marL="12700" marR="4394835">
              <a:lnSpc>
                <a:spcPct val="80000"/>
              </a:lnSpc>
              <a:spcBef>
                <a:spcPts val="720"/>
              </a:spcBef>
            </a:pPr>
            <a:r>
              <a:rPr sz="3000" dirty="0">
                <a:latin typeface="Calibri"/>
                <a:cs typeface="Calibri"/>
              </a:rPr>
              <a:t>For</a:t>
            </a:r>
            <a:r>
              <a:rPr sz="3000" spc="-80" dirty="0">
                <a:latin typeface="Calibri"/>
                <a:cs typeface="Calibri"/>
              </a:rPr>
              <a:t> </a:t>
            </a:r>
            <a:r>
              <a:rPr sz="3000" spc="-10" dirty="0">
                <a:latin typeface="Calibri"/>
                <a:cs typeface="Calibri"/>
              </a:rPr>
              <a:t>example,</a:t>
            </a:r>
            <a:r>
              <a:rPr sz="3000" spc="-120" dirty="0">
                <a:latin typeface="Calibri"/>
                <a:cs typeface="Calibri"/>
              </a:rPr>
              <a:t> </a:t>
            </a:r>
            <a:r>
              <a:rPr sz="3000" spc="-20" dirty="0">
                <a:latin typeface="Calibri"/>
                <a:cs typeface="Calibri"/>
              </a:rPr>
              <a:t>green </a:t>
            </a:r>
            <a:r>
              <a:rPr sz="3000" dirty="0">
                <a:latin typeface="Calibri"/>
                <a:cs typeface="Calibri"/>
              </a:rPr>
              <a:t>objects</a:t>
            </a:r>
            <a:r>
              <a:rPr sz="3000" spc="-100" dirty="0">
                <a:latin typeface="Calibri"/>
                <a:cs typeface="Calibri"/>
              </a:rPr>
              <a:t> </a:t>
            </a:r>
            <a:r>
              <a:rPr sz="3000" dirty="0">
                <a:latin typeface="Calibri"/>
                <a:cs typeface="Calibri"/>
              </a:rPr>
              <a:t>reflect</a:t>
            </a:r>
            <a:r>
              <a:rPr sz="3000" spc="-105" dirty="0">
                <a:latin typeface="Calibri"/>
                <a:cs typeface="Calibri"/>
              </a:rPr>
              <a:t> </a:t>
            </a:r>
            <a:r>
              <a:rPr sz="3000" spc="-20" dirty="0">
                <a:latin typeface="Calibri"/>
                <a:cs typeface="Calibri"/>
              </a:rPr>
              <a:t>light </a:t>
            </a:r>
            <a:r>
              <a:rPr sz="3000" dirty="0">
                <a:latin typeface="Calibri"/>
                <a:cs typeface="Calibri"/>
              </a:rPr>
              <a:t>with</a:t>
            </a:r>
            <a:r>
              <a:rPr sz="3000" spc="-75" dirty="0">
                <a:latin typeface="Calibri"/>
                <a:cs typeface="Calibri"/>
              </a:rPr>
              <a:t> </a:t>
            </a:r>
            <a:r>
              <a:rPr sz="3000" spc="-10" dirty="0">
                <a:latin typeface="Calibri"/>
                <a:cs typeface="Calibri"/>
              </a:rPr>
              <a:t>wave</a:t>
            </a:r>
            <a:r>
              <a:rPr sz="3000" spc="-85" dirty="0">
                <a:latin typeface="Calibri"/>
                <a:cs typeface="Calibri"/>
              </a:rPr>
              <a:t> </a:t>
            </a:r>
            <a:r>
              <a:rPr sz="3000" spc="-10" dirty="0">
                <a:latin typeface="Calibri"/>
                <a:cs typeface="Calibri"/>
              </a:rPr>
              <a:t>lengths </a:t>
            </a:r>
            <a:r>
              <a:rPr sz="3000" dirty="0">
                <a:latin typeface="Calibri"/>
                <a:cs typeface="Calibri"/>
              </a:rPr>
              <a:t>primarily</a:t>
            </a:r>
            <a:r>
              <a:rPr sz="3000" spc="-75" dirty="0">
                <a:latin typeface="Calibri"/>
                <a:cs typeface="Calibri"/>
              </a:rPr>
              <a:t> </a:t>
            </a:r>
            <a:r>
              <a:rPr sz="3000" dirty="0">
                <a:latin typeface="Calibri"/>
                <a:cs typeface="Calibri"/>
              </a:rPr>
              <a:t>in</a:t>
            </a:r>
            <a:r>
              <a:rPr sz="3000" spc="-50" dirty="0">
                <a:latin typeface="Calibri"/>
                <a:cs typeface="Calibri"/>
              </a:rPr>
              <a:t> </a:t>
            </a:r>
            <a:r>
              <a:rPr sz="3000" dirty="0">
                <a:latin typeface="Calibri"/>
                <a:cs typeface="Calibri"/>
              </a:rPr>
              <a:t>the</a:t>
            </a:r>
            <a:r>
              <a:rPr sz="3000" spc="-40" dirty="0">
                <a:latin typeface="Calibri"/>
                <a:cs typeface="Calibri"/>
              </a:rPr>
              <a:t> </a:t>
            </a:r>
            <a:r>
              <a:rPr sz="3000" spc="-10" dirty="0">
                <a:latin typeface="Calibri"/>
                <a:cs typeface="Calibri"/>
              </a:rPr>
              <a:t>range </a:t>
            </a:r>
            <a:r>
              <a:rPr sz="3000" dirty="0">
                <a:latin typeface="Calibri"/>
                <a:cs typeface="Calibri"/>
              </a:rPr>
              <a:t>of</a:t>
            </a:r>
            <a:r>
              <a:rPr sz="3000" spc="-50" dirty="0">
                <a:latin typeface="Calibri"/>
                <a:cs typeface="Calibri"/>
              </a:rPr>
              <a:t> </a:t>
            </a:r>
            <a:r>
              <a:rPr sz="3000" dirty="0">
                <a:latin typeface="Calibri"/>
                <a:cs typeface="Calibri"/>
              </a:rPr>
              <a:t>500</a:t>
            </a:r>
            <a:r>
              <a:rPr sz="3000" spc="-5" dirty="0">
                <a:latin typeface="Calibri"/>
                <a:cs typeface="Calibri"/>
              </a:rPr>
              <a:t> </a:t>
            </a:r>
            <a:r>
              <a:rPr sz="3000" dirty="0">
                <a:latin typeface="Calibri"/>
                <a:cs typeface="Calibri"/>
              </a:rPr>
              <a:t>–</a:t>
            </a:r>
            <a:r>
              <a:rPr sz="3000" spc="-30" dirty="0">
                <a:latin typeface="Calibri"/>
                <a:cs typeface="Calibri"/>
              </a:rPr>
              <a:t> </a:t>
            </a:r>
            <a:r>
              <a:rPr sz="3000" dirty="0">
                <a:latin typeface="Calibri"/>
                <a:cs typeface="Calibri"/>
              </a:rPr>
              <a:t>570</a:t>
            </a:r>
            <a:r>
              <a:rPr sz="3000" spc="-35" dirty="0">
                <a:latin typeface="Calibri"/>
                <a:cs typeface="Calibri"/>
              </a:rPr>
              <a:t> </a:t>
            </a:r>
            <a:r>
              <a:rPr sz="3000" dirty="0">
                <a:latin typeface="Calibri"/>
                <a:cs typeface="Calibri"/>
              </a:rPr>
              <a:t>nm</a:t>
            </a:r>
            <a:r>
              <a:rPr sz="3000" spc="-45" dirty="0">
                <a:latin typeface="Calibri"/>
                <a:cs typeface="Calibri"/>
              </a:rPr>
              <a:t> </a:t>
            </a:r>
            <a:r>
              <a:rPr sz="3000" spc="-10" dirty="0">
                <a:latin typeface="Calibri"/>
                <a:cs typeface="Calibri"/>
              </a:rPr>
              <a:t>while</a:t>
            </a:r>
            <a:endParaRPr sz="3000">
              <a:latin typeface="Calibri"/>
              <a:cs typeface="Calibri"/>
            </a:endParaRPr>
          </a:p>
          <a:p>
            <a:pPr marR="500380" algn="r">
              <a:lnSpc>
                <a:spcPts val="1155"/>
              </a:lnSpc>
            </a:pPr>
            <a:r>
              <a:rPr sz="1200" spc="-10" dirty="0">
                <a:latin typeface="Arial MT"/>
                <a:cs typeface="Arial MT"/>
              </a:rPr>
              <a:t>Colors</a:t>
            </a:r>
            <a:endParaRPr sz="1200">
              <a:latin typeface="Arial MT"/>
              <a:cs typeface="Arial MT"/>
            </a:endParaRPr>
          </a:p>
        </p:txBody>
      </p:sp>
      <p:sp>
        <p:nvSpPr>
          <p:cNvPr id="12" name="object 12"/>
          <p:cNvSpPr txBox="1"/>
          <p:nvPr/>
        </p:nvSpPr>
        <p:spPr>
          <a:xfrm>
            <a:off x="7322566" y="4784217"/>
            <a:ext cx="67945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Arial MT"/>
                <a:cs typeface="Arial MT"/>
              </a:rPr>
              <a:t>Absorbed</a:t>
            </a:r>
            <a:endParaRPr sz="1200">
              <a:latin typeface="Arial MT"/>
              <a:cs typeface="Arial MT"/>
            </a:endParaRPr>
          </a:p>
        </p:txBody>
      </p:sp>
      <p:grpSp>
        <p:nvGrpSpPr>
          <p:cNvPr id="13" name="object 13"/>
          <p:cNvGrpSpPr/>
          <p:nvPr/>
        </p:nvGrpSpPr>
        <p:grpSpPr>
          <a:xfrm>
            <a:off x="4580128" y="3450716"/>
            <a:ext cx="2908935" cy="2755265"/>
            <a:chOff x="4580128" y="3450716"/>
            <a:chExt cx="2908935" cy="2755265"/>
          </a:xfrm>
        </p:grpSpPr>
        <p:sp>
          <p:nvSpPr>
            <p:cNvPr id="14" name="object 14"/>
            <p:cNvSpPr/>
            <p:nvPr/>
          </p:nvSpPr>
          <p:spPr>
            <a:xfrm>
              <a:off x="5677154" y="4964302"/>
              <a:ext cx="1805305" cy="814069"/>
            </a:xfrm>
            <a:custGeom>
              <a:avLst/>
              <a:gdLst/>
              <a:ahLst/>
              <a:cxnLst/>
              <a:rect l="l" t="t" r="r" b="b"/>
              <a:pathLst>
                <a:path w="1805304" h="814070">
                  <a:moveTo>
                    <a:pt x="1727707" y="0"/>
                  </a:moveTo>
                  <a:lnTo>
                    <a:pt x="402717" y="300355"/>
                  </a:lnTo>
                  <a:lnTo>
                    <a:pt x="363982" y="129286"/>
                  </a:lnTo>
                  <a:lnTo>
                    <a:pt x="0" y="571500"/>
                  </a:lnTo>
                  <a:lnTo>
                    <a:pt x="519175" y="813562"/>
                  </a:lnTo>
                  <a:lnTo>
                    <a:pt x="480313" y="642480"/>
                  </a:lnTo>
                  <a:lnTo>
                    <a:pt x="1805177" y="342138"/>
                  </a:lnTo>
                  <a:lnTo>
                    <a:pt x="1727707" y="0"/>
                  </a:lnTo>
                  <a:close/>
                </a:path>
              </a:pathLst>
            </a:custGeom>
            <a:solidFill>
              <a:srgbClr val="33CC33"/>
            </a:solidFill>
          </p:spPr>
          <p:txBody>
            <a:bodyPr wrap="square" lIns="0" tIns="0" rIns="0" bIns="0" rtlCol="0"/>
            <a:lstStyle/>
            <a:p>
              <a:endParaRPr/>
            </a:p>
          </p:txBody>
        </p:sp>
        <p:sp>
          <p:nvSpPr>
            <p:cNvPr id="15" name="object 15"/>
            <p:cNvSpPr/>
            <p:nvPr/>
          </p:nvSpPr>
          <p:spPr>
            <a:xfrm>
              <a:off x="5677154" y="4964302"/>
              <a:ext cx="1805305" cy="814069"/>
            </a:xfrm>
            <a:custGeom>
              <a:avLst/>
              <a:gdLst/>
              <a:ahLst/>
              <a:cxnLst/>
              <a:rect l="l" t="t" r="r" b="b"/>
              <a:pathLst>
                <a:path w="1805304" h="814070">
                  <a:moveTo>
                    <a:pt x="0" y="571500"/>
                  </a:moveTo>
                  <a:lnTo>
                    <a:pt x="363982" y="129286"/>
                  </a:lnTo>
                  <a:lnTo>
                    <a:pt x="402717" y="300355"/>
                  </a:lnTo>
                  <a:lnTo>
                    <a:pt x="1727707" y="0"/>
                  </a:lnTo>
                  <a:lnTo>
                    <a:pt x="1805177" y="342138"/>
                  </a:lnTo>
                  <a:lnTo>
                    <a:pt x="480313" y="642480"/>
                  </a:lnTo>
                  <a:lnTo>
                    <a:pt x="519175" y="813562"/>
                  </a:lnTo>
                  <a:lnTo>
                    <a:pt x="0" y="571500"/>
                  </a:lnTo>
                  <a:close/>
                </a:path>
              </a:pathLst>
            </a:custGeom>
            <a:ln w="12699">
              <a:solidFill>
                <a:srgbClr val="000000"/>
              </a:solidFill>
            </a:ln>
          </p:spPr>
          <p:txBody>
            <a:bodyPr wrap="square" lIns="0" tIns="0" rIns="0" bIns="0" rtlCol="0"/>
            <a:lstStyle/>
            <a:p>
              <a:endParaRPr/>
            </a:p>
          </p:txBody>
        </p:sp>
        <p:sp>
          <p:nvSpPr>
            <p:cNvPr id="16" name="object 16"/>
            <p:cNvSpPr/>
            <p:nvPr/>
          </p:nvSpPr>
          <p:spPr>
            <a:xfrm>
              <a:off x="6285778" y="5178424"/>
              <a:ext cx="786130" cy="267335"/>
            </a:xfrm>
            <a:custGeom>
              <a:avLst/>
              <a:gdLst/>
              <a:ahLst/>
              <a:cxnLst/>
              <a:rect l="l" t="t" r="r" b="b"/>
              <a:pathLst>
                <a:path w="786129" h="267335">
                  <a:moveTo>
                    <a:pt x="57109" y="153415"/>
                  </a:moveTo>
                  <a:lnTo>
                    <a:pt x="15580" y="168402"/>
                  </a:lnTo>
                  <a:lnTo>
                    <a:pt x="1" y="203708"/>
                  </a:lnTo>
                  <a:lnTo>
                    <a:pt x="0" y="211200"/>
                  </a:lnTo>
                  <a:lnTo>
                    <a:pt x="216" y="214756"/>
                  </a:lnTo>
                  <a:lnTo>
                    <a:pt x="251" y="215320"/>
                  </a:lnTo>
                  <a:lnTo>
                    <a:pt x="19543" y="255081"/>
                  </a:lnTo>
                  <a:lnTo>
                    <a:pt x="52966" y="266906"/>
                  </a:lnTo>
                  <a:lnTo>
                    <a:pt x="60548" y="266511"/>
                  </a:lnTo>
                  <a:lnTo>
                    <a:pt x="68285" y="265175"/>
                  </a:lnTo>
                  <a:lnTo>
                    <a:pt x="76032" y="263525"/>
                  </a:lnTo>
                  <a:lnTo>
                    <a:pt x="83271" y="260350"/>
                  </a:lnTo>
                  <a:lnTo>
                    <a:pt x="92502" y="254253"/>
                  </a:lnTo>
                  <a:lnTo>
                    <a:pt x="50632" y="254253"/>
                  </a:lnTo>
                  <a:lnTo>
                    <a:pt x="43647" y="252603"/>
                  </a:lnTo>
                  <a:lnTo>
                    <a:pt x="36662" y="250825"/>
                  </a:lnTo>
                  <a:lnTo>
                    <a:pt x="30820" y="247269"/>
                  </a:lnTo>
                  <a:lnTo>
                    <a:pt x="26121" y="241553"/>
                  </a:lnTo>
                  <a:lnTo>
                    <a:pt x="21422" y="235965"/>
                  </a:lnTo>
                  <a:lnTo>
                    <a:pt x="17993" y="228346"/>
                  </a:lnTo>
                  <a:lnTo>
                    <a:pt x="15834" y="218947"/>
                  </a:lnTo>
                  <a:lnTo>
                    <a:pt x="14183" y="211200"/>
                  </a:lnTo>
                  <a:lnTo>
                    <a:pt x="13802" y="203708"/>
                  </a:lnTo>
                  <a:lnTo>
                    <a:pt x="15811" y="192531"/>
                  </a:lnTo>
                  <a:lnTo>
                    <a:pt x="17231" y="188340"/>
                  </a:lnTo>
                  <a:lnTo>
                    <a:pt x="21549" y="180721"/>
                  </a:lnTo>
                  <a:lnTo>
                    <a:pt x="24724" y="177291"/>
                  </a:lnTo>
                  <a:lnTo>
                    <a:pt x="29042" y="174244"/>
                  </a:lnTo>
                  <a:lnTo>
                    <a:pt x="33233" y="171196"/>
                  </a:lnTo>
                  <a:lnTo>
                    <a:pt x="38567" y="168909"/>
                  </a:lnTo>
                  <a:lnTo>
                    <a:pt x="45044" y="167512"/>
                  </a:lnTo>
                  <a:lnTo>
                    <a:pt x="50378" y="166243"/>
                  </a:lnTo>
                  <a:lnTo>
                    <a:pt x="55458" y="166115"/>
                  </a:lnTo>
                  <a:lnTo>
                    <a:pt x="86124" y="166115"/>
                  </a:lnTo>
                  <a:lnTo>
                    <a:pt x="85430" y="165227"/>
                  </a:lnTo>
                  <a:lnTo>
                    <a:pt x="80985" y="161544"/>
                  </a:lnTo>
                  <a:lnTo>
                    <a:pt x="76413" y="157861"/>
                  </a:lnTo>
                  <a:lnTo>
                    <a:pt x="70698" y="155575"/>
                  </a:lnTo>
                  <a:lnTo>
                    <a:pt x="63967" y="154431"/>
                  </a:lnTo>
                  <a:lnTo>
                    <a:pt x="57109" y="153415"/>
                  </a:lnTo>
                  <a:close/>
                </a:path>
                <a:path w="786129" h="267335">
                  <a:moveTo>
                    <a:pt x="103170" y="214756"/>
                  </a:moveTo>
                  <a:lnTo>
                    <a:pt x="88605" y="214756"/>
                  </a:lnTo>
                  <a:lnTo>
                    <a:pt x="93177" y="234569"/>
                  </a:lnTo>
                  <a:lnTo>
                    <a:pt x="90764" y="237997"/>
                  </a:lnTo>
                  <a:lnTo>
                    <a:pt x="86770" y="241553"/>
                  </a:lnTo>
                  <a:lnTo>
                    <a:pt x="81620" y="245109"/>
                  </a:lnTo>
                  <a:lnTo>
                    <a:pt x="76413" y="248793"/>
                  </a:lnTo>
                  <a:lnTo>
                    <a:pt x="70412" y="251459"/>
                  </a:lnTo>
                  <a:lnTo>
                    <a:pt x="70144" y="251459"/>
                  </a:lnTo>
                  <a:lnTo>
                    <a:pt x="64602" y="252730"/>
                  </a:lnTo>
                  <a:lnTo>
                    <a:pt x="57617" y="254253"/>
                  </a:lnTo>
                  <a:lnTo>
                    <a:pt x="92502" y="254253"/>
                  </a:lnTo>
                  <a:lnTo>
                    <a:pt x="96733" y="251459"/>
                  </a:lnTo>
                  <a:lnTo>
                    <a:pt x="102829" y="245744"/>
                  </a:lnTo>
                  <a:lnTo>
                    <a:pt x="108544" y="238633"/>
                  </a:lnTo>
                  <a:lnTo>
                    <a:pt x="103297" y="215320"/>
                  </a:lnTo>
                  <a:lnTo>
                    <a:pt x="103170" y="214756"/>
                  </a:lnTo>
                  <a:close/>
                </a:path>
                <a:path w="786129" h="267335">
                  <a:moveTo>
                    <a:pt x="99654" y="199136"/>
                  </a:moveTo>
                  <a:lnTo>
                    <a:pt x="54569" y="209422"/>
                  </a:lnTo>
                  <a:lnTo>
                    <a:pt x="57363" y="221869"/>
                  </a:lnTo>
                  <a:lnTo>
                    <a:pt x="88605" y="214756"/>
                  </a:lnTo>
                  <a:lnTo>
                    <a:pt x="103170" y="214756"/>
                  </a:lnTo>
                  <a:lnTo>
                    <a:pt x="99654" y="199136"/>
                  </a:lnTo>
                  <a:close/>
                </a:path>
                <a:path w="786129" h="267335">
                  <a:moveTo>
                    <a:pt x="86124" y="166115"/>
                  </a:moveTo>
                  <a:lnTo>
                    <a:pt x="55458" y="166115"/>
                  </a:lnTo>
                  <a:lnTo>
                    <a:pt x="60284" y="167005"/>
                  </a:lnTo>
                  <a:lnTo>
                    <a:pt x="65110" y="167766"/>
                  </a:lnTo>
                  <a:lnTo>
                    <a:pt x="69047" y="169544"/>
                  </a:lnTo>
                  <a:lnTo>
                    <a:pt x="72222" y="172084"/>
                  </a:lnTo>
                  <a:lnTo>
                    <a:pt x="75270" y="174625"/>
                  </a:lnTo>
                  <a:lnTo>
                    <a:pt x="78191" y="178434"/>
                  </a:lnTo>
                  <a:lnTo>
                    <a:pt x="80985" y="183515"/>
                  </a:lnTo>
                  <a:lnTo>
                    <a:pt x="92684" y="177291"/>
                  </a:lnTo>
                  <a:lnTo>
                    <a:pt x="92988" y="177291"/>
                  </a:lnTo>
                  <a:lnTo>
                    <a:pt x="89494" y="170434"/>
                  </a:lnTo>
                  <a:lnTo>
                    <a:pt x="86223" y="166243"/>
                  </a:lnTo>
                  <a:lnTo>
                    <a:pt x="86124" y="166115"/>
                  </a:lnTo>
                  <a:close/>
                </a:path>
                <a:path w="786129" h="267335">
                  <a:moveTo>
                    <a:pt x="125435" y="169290"/>
                  </a:moveTo>
                  <a:lnTo>
                    <a:pt x="113751" y="171958"/>
                  </a:lnTo>
                  <a:lnTo>
                    <a:pt x="131150" y="249047"/>
                  </a:lnTo>
                  <a:lnTo>
                    <a:pt x="144231" y="246125"/>
                  </a:lnTo>
                  <a:lnTo>
                    <a:pt x="135087" y="205740"/>
                  </a:lnTo>
                  <a:lnTo>
                    <a:pt x="133817" y="200278"/>
                  </a:lnTo>
                  <a:lnTo>
                    <a:pt x="133436" y="194944"/>
                  </a:lnTo>
                  <a:lnTo>
                    <a:pt x="134071" y="186690"/>
                  </a:lnTo>
                  <a:lnTo>
                    <a:pt x="135214" y="184022"/>
                  </a:lnTo>
                  <a:lnTo>
                    <a:pt x="136992" y="181737"/>
                  </a:lnTo>
                  <a:lnTo>
                    <a:pt x="137664" y="180975"/>
                  </a:lnTo>
                  <a:lnTo>
                    <a:pt x="128102" y="180975"/>
                  </a:lnTo>
                  <a:lnTo>
                    <a:pt x="125435" y="169290"/>
                  </a:lnTo>
                  <a:close/>
                </a:path>
                <a:path w="786129" h="267335">
                  <a:moveTo>
                    <a:pt x="146136" y="162813"/>
                  </a:moveTo>
                  <a:lnTo>
                    <a:pt x="141691" y="163830"/>
                  </a:lnTo>
                  <a:lnTo>
                    <a:pt x="138643" y="164465"/>
                  </a:lnTo>
                  <a:lnTo>
                    <a:pt x="136103" y="165988"/>
                  </a:lnTo>
                  <a:lnTo>
                    <a:pt x="131785" y="170561"/>
                  </a:lnTo>
                  <a:lnTo>
                    <a:pt x="129880" y="174878"/>
                  </a:lnTo>
                  <a:lnTo>
                    <a:pt x="128102" y="180975"/>
                  </a:lnTo>
                  <a:lnTo>
                    <a:pt x="137664" y="180975"/>
                  </a:lnTo>
                  <a:lnTo>
                    <a:pt x="138897" y="179578"/>
                  </a:lnTo>
                  <a:lnTo>
                    <a:pt x="141310" y="178053"/>
                  </a:lnTo>
                  <a:lnTo>
                    <a:pt x="147406" y="176656"/>
                  </a:lnTo>
                  <a:lnTo>
                    <a:pt x="154581" y="176656"/>
                  </a:lnTo>
                  <a:lnTo>
                    <a:pt x="156169" y="164972"/>
                  </a:lnTo>
                  <a:lnTo>
                    <a:pt x="150962" y="163194"/>
                  </a:lnTo>
                  <a:lnTo>
                    <a:pt x="146136" y="162813"/>
                  </a:lnTo>
                  <a:close/>
                </a:path>
                <a:path w="786129" h="267335">
                  <a:moveTo>
                    <a:pt x="154581" y="176656"/>
                  </a:moveTo>
                  <a:lnTo>
                    <a:pt x="147406" y="176656"/>
                  </a:lnTo>
                  <a:lnTo>
                    <a:pt x="150708" y="176911"/>
                  </a:lnTo>
                  <a:lnTo>
                    <a:pt x="154391" y="178053"/>
                  </a:lnTo>
                  <a:lnTo>
                    <a:pt x="154546" y="176911"/>
                  </a:lnTo>
                  <a:lnTo>
                    <a:pt x="154581" y="176656"/>
                  </a:lnTo>
                  <a:close/>
                </a:path>
                <a:path w="786129" h="267335">
                  <a:moveTo>
                    <a:pt x="203169" y="150586"/>
                  </a:moveTo>
                  <a:lnTo>
                    <a:pt x="169079" y="174910"/>
                  </a:lnTo>
                  <a:lnTo>
                    <a:pt x="167419" y="191347"/>
                  </a:lnTo>
                  <a:lnTo>
                    <a:pt x="168810" y="200278"/>
                  </a:lnTo>
                  <a:lnTo>
                    <a:pt x="191836" y="230939"/>
                  </a:lnTo>
                  <a:lnTo>
                    <a:pt x="206417" y="233173"/>
                  </a:lnTo>
                  <a:lnTo>
                    <a:pt x="214589" y="232028"/>
                  </a:lnTo>
                  <a:lnTo>
                    <a:pt x="223606" y="229997"/>
                  </a:lnTo>
                  <a:lnTo>
                    <a:pt x="230464" y="226059"/>
                  </a:lnTo>
                  <a:lnTo>
                    <a:pt x="233354" y="222631"/>
                  </a:lnTo>
                  <a:lnTo>
                    <a:pt x="205826" y="222631"/>
                  </a:lnTo>
                  <a:lnTo>
                    <a:pt x="199984" y="221615"/>
                  </a:lnTo>
                  <a:lnTo>
                    <a:pt x="194650" y="218059"/>
                  </a:lnTo>
                  <a:lnTo>
                    <a:pt x="189514" y="214756"/>
                  </a:lnTo>
                  <a:lnTo>
                    <a:pt x="187138" y="211328"/>
                  </a:lnTo>
                  <a:lnTo>
                    <a:pt x="185379" y="208661"/>
                  </a:lnTo>
                  <a:lnTo>
                    <a:pt x="183112" y="200787"/>
                  </a:lnTo>
                  <a:lnTo>
                    <a:pt x="183076" y="200659"/>
                  </a:lnTo>
                  <a:lnTo>
                    <a:pt x="182966" y="200278"/>
                  </a:lnTo>
                  <a:lnTo>
                    <a:pt x="231473" y="189356"/>
                  </a:lnTo>
                  <a:lnTo>
                    <a:pt x="181315" y="189356"/>
                  </a:lnTo>
                  <a:lnTo>
                    <a:pt x="180207" y="182832"/>
                  </a:lnTo>
                  <a:lnTo>
                    <a:pt x="204810" y="160781"/>
                  </a:lnTo>
                  <a:lnTo>
                    <a:pt x="228364" y="160781"/>
                  </a:lnTo>
                  <a:lnTo>
                    <a:pt x="223225" y="156337"/>
                  </a:lnTo>
                  <a:lnTo>
                    <a:pt x="216937" y="152959"/>
                  </a:lnTo>
                  <a:lnTo>
                    <a:pt x="210255" y="151034"/>
                  </a:lnTo>
                  <a:lnTo>
                    <a:pt x="203169" y="150586"/>
                  </a:lnTo>
                  <a:close/>
                </a:path>
                <a:path w="786129" h="267335">
                  <a:moveTo>
                    <a:pt x="242910" y="199390"/>
                  </a:moveTo>
                  <a:lnTo>
                    <a:pt x="228940" y="200787"/>
                  </a:lnTo>
                  <a:lnTo>
                    <a:pt x="228305" y="206756"/>
                  </a:lnTo>
                  <a:lnTo>
                    <a:pt x="226527" y="211328"/>
                  </a:lnTo>
                  <a:lnTo>
                    <a:pt x="223499" y="214756"/>
                  </a:lnTo>
                  <a:lnTo>
                    <a:pt x="220812" y="217931"/>
                  </a:lnTo>
                  <a:lnTo>
                    <a:pt x="217002" y="220090"/>
                  </a:lnTo>
                  <a:lnTo>
                    <a:pt x="212303" y="221234"/>
                  </a:lnTo>
                  <a:lnTo>
                    <a:pt x="205826" y="222631"/>
                  </a:lnTo>
                  <a:lnTo>
                    <a:pt x="233354" y="222631"/>
                  </a:lnTo>
                  <a:lnTo>
                    <a:pt x="239989" y="214756"/>
                  </a:lnTo>
                  <a:lnTo>
                    <a:pt x="242529" y="207772"/>
                  </a:lnTo>
                  <a:lnTo>
                    <a:pt x="242847" y="200787"/>
                  </a:lnTo>
                  <a:lnTo>
                    <a:pt x="242910" y="199390"/>
                  </a:lnTo>
                  <a:close/>
                </a:path>
                <a:path w="786129" h="267335">
                  <a:moveTo>
                    <a:pt x="228364" y="160781"/>
                  </a:moveTo>
                  <a:lnTo>
                    <a:pt x="204810" y="160781"/>
                  </a:lnTo>
                  <a:lnTo>
                    <a:pt x="210779" y="162052"/>
                  </a:lnTo>
                  <a:lnTo>
                    <a:pt x="216113" y="166115"/>
                  </a:lnTo>
                  <a:lnTo>
                    <a:pt x="219542" y="168783"/>
                  </a:lnTo>
                  <a:lnTo>
                    <a:pt x="222336" y="173228"/>
                  </a:lnTo>
                  <a:lnTo>
                    <a:pt x="224368" y="179578"/>
                  </a:lnTo>
                  <a:lnTo>
                    <a:pt x="181315" y="189356"/>
                  </a:lnTo>
                  <a:lnTo>
                    <a:pt x="231473" y="189356"/>
                  </a:lnTo>
                  <a:lnTo>
                    <a:pt x="240497" y="187325"/>
                  </a:lnTo>
                  <a:lnTo>
                    <a:pt x="240243" y="185674"/>
                  </a:lnTo>
                  <a:lnTo>
                    <a:pt x="239989" y="184531"/>
                  </a:lnTo>
                  <a:lnTo>
                    <a:pt x="239735" y="183769"/>
                  </a:lnTo>
                  <a:lnTo>
                    <a:pt x="237177" y="175103"/>
                  </a:lnTo>
                  <a:lnTo>
                    <a:pt x="237120" y="174910"/>
                  </a:lnTo>
                  <a:lnTo>
                    <a:pt x="233480" y="167385"/>
                  </a:lnTo>
                  <a:lnTo>
                    <a:pt x="228841" y="161194"/>
                  </a:lnTo>
                  <a:lnTo>
                    <a:pt x="228364" y="160781"/>
                  </a:lnTo>
                  <a:close/>
                </a:path>
                <a:path w="786129" h="267335">
                  <a:moveTo>
                    <a:pt x="286374" y="131718"/>
                  </a:moveTo>
                  <a:lnTo>
                    <a:pt x="252397" y="155989"/>
                  </a:lnTo>
                  <a:lnTo>
                    <a:pt x="252288" y="156233"/>
                  </a:lnTo>
                  <a:lnTo>
                    <a:pt x="250766" y="163703"/>
                  </a:lnTo>
                  <a:lnTo>
                    <a:pt x="250677" y="172426"/>
                  </a:lnTo>
                  <a:lnTo>
                    <a:pt x="252140" y="181483"/>
                  </a:lnTo>
                  <a:lnTo>
                    <a:pt x="275093" y="212123"/>
                  </a:lnTo>
                  <a:lnTo>
                    <a:pt x="289658" y="214270"/>
                  </a:lnTo>
                  <a:lnTo>
                    <a:pt x="297774" y="213106"/>
                  </a:lnTo>
                  <a:lnTo>
                    <a:pt x="306791" y="211074"/>
                  </a:lnTo>
                  <a:lnTo>
                    <a:pt x="313649" y="207263"/>
                  </a:lnTo>
                  <a:lnTo>
                    <a:pt x="316539" y="203834"/>
                  </a:lnTo>
                  <a:lnTo>
                    <a:pt x="289011" y="203834"/>
                  </a:lnTo>
                  <a:lnTo>
                    <a:pt x="283169" y="202819"/>
                  </a:lnTo>
                  <a:lnTo>
                    <a:pt x="272501" y="195706"/>
                  </a:lnTo>
                  <a:lnTo>
                    <a:pt x="268691" y="189737"/>
                  </a:lnTo>
                  <a:lnTo>
                    <a:pt x="266389" y="181863"/>
                  </a:lnTo>
                  <a:lnTo>
                    <a:pt x="266278" y="181483"/>
                  </a:lnTo>
                  <a:lnTo>
                    <a:pt x="314208" y="170561"/>
                  </a:lnTo>
                  <a:lnTo>
                    <a:pt x="264500" y="170561"/>
                  </a:lnTo>
                  <a:lnTo>
                    <a:pt x="263517" y="163925"/>
                  </a:lnTo>
                  <a:lnTo>
                    <a:pt x="263484" y="163703"/>
                  </a:lnTo>
                  <a:lnTo>
                    <a:pt x="264500" y="157861"/>
                  </a:lnTo>
                  <a:lnTo>
                    <a:pt x="270850" y="147955"/>
                  </a:lnTo>
                  <a:lnTo>
                    <a:pt x="275422" y="144780"/>
                  </a:lnTo>
                  <a:lnTo>
                    <a:pt x="287995" y="141859"/>
                  </a:lnTo>
                  <a:lnTo>
                    <a:pt x="311589" y="141859"/>
                  </a:lnTo>
                  <a:lnTo>
                    <a:pt x="306537" y="137540"/>
                  </a:lnTo>
                  <a:lnTo>
                    <a:pt x="300229" y="134108"/>
                  </a:lnTo>
                  <a:lnTo>
                    <a:pt x="293504" y="132175"/>
                  </a:lnTo>
                  <a:lnTo>
                    <a:pt x="286374" y="131718"/>
                  </a:lnTo>
                  <a:close/>
                </a:path>
                <a:path w="786129" h="267335">
                  <a:moveTo>
                    <a:pt x="326095" y="180466"/>
                  </a:moveTo>
                  <a:lnTo>
                    <a:pt x="312252" y="181863"/>
                  </a:lnTo>
                  <a:lnTo>
                    <a:pt x="311490" y="187833"/>
                  </a:lnTo>
                  <a:lnTo>
                    <a:pt x="309712" y="192531"/>
                  </a:lnTo>
                  <a:lnTo>
                    <a:pt x="307026" y="195706"/>
                  </a:lnTo>
                  <a:lnTo>
                    <a:pt x="304124" y="199009"/>
                  </a:lnTo>
                  <a:lnTo>
                    <a:pt x="300314" y="201294"/>
                  </a:lnTo>
                  <a:lnTo>
                    <a:pt x="295488" y="202311"/>
                  </a:lnTo>
                  <a:lnTo>
                    <a:pt x="289011" y="203834"/>
                  </a:lnTo>
                  <a:lnTo>
                    <a:pt x="316539" y="203834"/>
                  </a:lnTo>
                  <a:lnTo>
                    <a:pt x="323174" y="195961"/>
                  </a:lnTo>
                  <a:lnTo>
                    <a:pt x="325714" y="188849"/>
                  </a:lnTo>
                  <a:lnTo>
                    <a:pt x="326032" y="181863"/>
                  </a:lnTo>
                  <a:lnTo>
                    <a:pt x="326095" y="180466"/>
                  </a:lnTo>
                  <a:close/>
                </a:path>
                <a:path w="786129" h="267335">
                  <a:moveTo>
                    <a:pt x="311589" y="141859"/>
                  </a:moveTo>
                  <a:lnTo>
                    <a:pt x="287995" y="141859"/>
                  </a:lnTo>
                  <a:lnTo>
                    <a:pt x="293964" y="143256"/>
                  </a:lnTo>
                  <a:lnTo>
                    <a:pt x="299298" y="147319"/>
                  </a:lnTo>
                  <a:lnTo>
                    <a:pt x="302727" y="149859"/>
                  </a:lnTo>
                  <a:lnTo>
                    <a:pt x="305521" y="154431"/>
                  </a:lnTo>
                  <a:lnTo>
                    <a:pt x="307553" y="160781"/>
                  </a:lnTo>
                  <a:lnTo>
                    <a:pt x="264500" y="170561"/>
                  </a:lnTo>
                  <a:lnTo>
                    <a:pt x="314208" y="170561"/>
                  </a:lnTo>
                  <a:lnTo>
                    <a:pt x="323682" y="168402"/>
                  </a:lnTo>
                  <a:lnTo>
                    <a:pt x="323428" y="166878"/>
                  </a:lnTo>
                  <a:lnTo>
                    <a:pt x="323174" y="165608"/>
                  </a:lnTo>
                  <a:lnTo>
                    <a:pt x="323047" y="164846"/>
                  </a:lnTo>
                  <a:lnTo>
                    <a:pt x="320452" y="156233"/>
                  </a:lnTo>
                  <a:lnTo>
                    <a:pt x="320378" y="155989"/>
                  </a:lnTo>
                  <a:lnTo>
                    <a:pt x="316745" y="148478"/>
                  </a:lnTo>
                  <a:lnTo>
                    <a:pt x="312135" y="142325"/>
                  </a:lnTo>
                  <a:lnTo>
                    <a:pt x="311589" y="141859"/>
                  </a:lnTo>
                  <a:close/>
                </a:path>
                <a:path w="786129" h="267335">
                  <a:moveTo>
                    <a:pt x="342605" y="120141"/>
                  </a:moveTo>
                  <a:lnTo>
                    <a:pt x="330794" y="122809"/>
                  </a:lnTo>
                  <a:lnTo>
                    <a:pt x="348320" y="199771"/>
                  </a:lnTo>
                  <a:lnTo>
                    <a:pt x="361401" y="196850"/>
                  </a:lnTo>
                  <a:lnTo>
                    <a:pt x="351876" y="154812"/>
                  </a:lnTo>
                  <a:lnTo>
                    <a:pt x="349590" y="144906"/>
                  </a:lnTo>
                  <a:lnTo>
                    <a:pt x="350071" y="138175"/>
                  </a:lnTo>
                  <a:lnTo>
                    <a:pt x="350098" y="137794"/>
                  </a:lnTo>
                  <a:lnTo>
                    <a:pt x="353273" y="133350"/>
                  </a:lnTo>
                  <a:lnTo>
                    <a:pt x="354971" y="131063"/>
                  </a:lnTo>
                  <a:lnTo>
                    <a:pt x="345018" y="131063"/>
                  </a:lnTo>
                  <a:lnTo>
                    <a:pt x="342605" y="120141"/>
                  </a:lnTo>
                  <a:close/>
                </a:path>
                <a:path w="786129" h="267335">
                  <a:moveTo>
                    <a:pt x="395814" y="124078"/>
                  </a:moveTo>
                  <a:lnTo>
                    <a:pt x="373212" y="124078"/>
                  </a:lnTo>
                  <a:lnTo>
                    <a:pt x="376133" y="124968"/>
                  </a:lnTo>
                  <a:lnTo>
                    <a:pt x="379181" y="125984"/>
                  </a:lnTo>
                  <a:lnTo>
                    <a:pt x="381340" y="127762"/>
                  </a:lnTo>
                  <a:lnTo>
                    <a:pt x="382991" y="130175"/>
                  </a:lnTo>
                  <a:lnTo>
                    <a:pt x="384642" y="132461"/>
                  </a:lnTo>
                  <a:lnTo>
                    <a:pt x="386039" y="136397"/>
                  </a:lnTo>
                  <a:lnTo>
                    <a:pt x="387182" y="141731"/>
                  </a:lnTo>
                  <a:lnTo>
                    <a:pt x="397850" y="188594"/>
                  </a:lnTo>
                  <a:lnTo>
                    <a:pt x="410931" y="185674"/>
                  </a:lnTo>
                  <a:lnTo>
                    <a:pt x="400136" y="138175"/>
                  </a:lnTo>
                  <a:lnTo>
                    <a:pt x="398920" y="132461"/>
                  </a:lnTo>
                  <a:lnTo>
                    <a:pt x="398866" y="132206"/>
                  </a:lnTo>
                  <a:lnTo>
                    <a:pt x="397596" y="128015"/>
                  </a:lnTo>
                  <a:lnTo>
                    <a:pt x="395814" y="124078"/>
                  </a:lnTo>
                  <a:close/>
                </a:path>
                <a:path w="786129" h="267335">
                  <a:moveTo>
                    <a:pt x="376588" y="111759"/>
                  </a:moveTo>
                  <a:lnTo>
                    <a:pt x="371307" y="111759"/>
                  </a:lnTo>
                  <a:lnTo>
                    <a:pt x="366735" y="112775"/>
                  </a:lnTo>
                  <a:lnTo>
                    <a:pt x="359377" y="115276"/>
                  </a:lnTo>
                  <a:lnTo>
                    <a:pt x="353218" y="119253"/>
                  </a:lnTo>
                  <a:lnTo>
                    <a:pt x="348519" y="124420"/>
                  </a:lnTo>
                  <a:lnTo>
                    <a:pt x="345018" y="131063"/>
                  </a:lnTo>
                  <a:lnTo>
                    <a:pt x="354971" y="131063"/>
                  </a:lnTo>
                  <a:lnTo>
                    <a:pt x="356575" y="128905"/>
                  </a:lnTo>
                  <a:lnTo>
                    <a:pt x="361020" y="125984"/>
                  </a:lnTo>
                  <a:lnTo>
                    <a:pt x="366481" y="124713"/>
                  </a:lnTo>
                  <a:lnTo>
                    <a:pt x="369444" y="124078"/>
                  </a:lnTo>
                  <a:lnTo>
                    <a:pt x="395814" y="124078"/>
                  </a:lnTo>
                  <a:lnTo>
                    <a:pt x="394929" y="122174"/>
                  </a:lnTo>
                  <a:lnTo>
                    <a:pt x="392897" y="119253"/>
                  </a:lnTo>
                  <a:lnTo>
                    <a:pt x="387817" y="114681"/>
                  </a:lnTo>
                  <a:lnTo>
                    <a:pt x="384388" y="113156"/>
                  </a:lnTo>
                  <a:lnTo>
                    <a:pt x="376588" y="111759"/>
                  </a:lnTo>
                  <a:close/>
                </a:path>
                <a:path w="786129" h="267335">
                  <a:moveTo>
                    <a:pt x="461223" y="62356"/>
                  </a:moveTo>
                  <a:lnTo>
                    <a:pt x="447126" y="65531"/>
                  </a:lnTo>
                  <a:lnTo>
                    <a:pt x="471256" y="171958"/>
                  </a:lnTo>
                  <a:lnTo>
                    <a:pt x="537804" y="156844"/>
                  </a:lnTo>
                  <a:lnTo>
                    <a:pt x="537657" y="156209"/>
                  </a:lnTo>
                  <a:lnTo>
                    <a:pt x="482559" y="156209"/>
                  </a:lnTo>
                  <a:lnTo>
                    <a:pt x="461223" y="62356"/>
                  </a:lnTo>
                  <a:close/>
                </a:path>
                <a:path w="786129" h="267335">
                  <a:moveTo>
                    <a:pt x="534883" y="144272"/>
                  </a:moveTo>
                  <a:lnTo>
                    <a:pt x="482559" y="156209"/>
                  </a:lnTo>
                  <a:lnTo>
                    <a:pt x="537657" y="156209"/>
                  </a:lnTo>
                  <a:lnTo>
                    <a:pt x="534883" y="144272"/>
                  </a:lnTo>
                  <a:close/>
                </a:path>
                <a:path w="786129" h="267335">
                  <a:moveTo>
                    <a:pt x="549107" y="73278"/>
                  </a:moveTo>
                  <a:lnTo>
                    <a:pt x="536026" y="76200"/>
                  </a:lnTo>
                  <a:lnTo>
                    <a:pt x="553425" y="153288"/>
                  </a:lnTo>
                  <a:lnTo>
                    <a:pt x="566506" y="150368"/>
                  </a:lnTo>
                  <a:lnTo>
                    <a:pt x="549107" y="73278"/>
                  </a:lnTo>
                  <a:close/>
                </a:path>
                <a:path w="786129" h="267335">
                  <a:moveTo>
                    <a:pt x="542376" y="43942"/>
                  </a:moveTo>
                  <a:lnTo>
                    <a:pt x="529422" y="46862"/>
                  </a:lnTo>
                  <a:lnTo>
                    <a:pt x="532724" y="61975"/>
                  </a:lnTo>
                  <a:lnTo>
                    <a:pt x="545805" y="58928"/>
                  </a:lnTo>
                  <a:lnTo>
                    <a:pt x="542376" y="43942"/>
                  </a:lnTo>
                  <a:close/>
                </a:path>
                <a:path w="786129" h="267335">
                  <a:moveTo>
                    <a:pt x="601304" y="151130"/>
                  </a:moveTo>
                  <a:lnTo>
                    <a:pt x="588096" y="152146"/>
                  </a:lnTo>
                  <a:lnTo>
                    <a:pt x="589847" y="160400"/>
                  </a:lnTo>
                  <a:lnTo>
                    <a:pt x="589966" y="160655"/>
                  </a:lnTo>
                  <a:lnTo>
                    <a:pt x="593938" y="166115"/>
                  </a:lnTo>
                  <a:lnTo>
                    <a:pt x="600542" y="169037"/>
                  </a:lnTo>
                  <a:lnTo>
                    <a:pt x="607146" y="171831"/>
                  </a:lnTo>
                  <a:lnTo>
                    <a:pt x="615020" y="172212"/>
                  </a:lnTo>
                  <a:lnTo>
                    <a:pt x="624291" y="170180"/>
                  </a:lnTo>
                  <a:lnTo>
                    <a:pt x="632038" y="168402"/>
                  </a:lnTo>
                  <a:lnTo>
                    <a:pt x="638134" y="165481"/>
                  </a:lnTo>
                  <a:lnTo>
                    <a:pt x="642833" y="161416"/>
                  </a:lnTo>
                  <a:lnTo>
                    <a:pt x="643687" y="160655"/>
                  </a:lnTo>
                  <a:lnTo>
                    <a:pt x="616163" y="160655"/>
                  </a:lnTo>
                  <a:lnTo>
                    <a:pt x="611464" y="160400"/>
                  </a:lnTo>
                  <a:lnTo>
                    <a:pt x="607654" y="158750"/>
                  </a:lnTo>
                  <a:lnTo>
                    <a:pt x="604860" y="157480"/>
                  </a:lnTo>
                  <a:lnTo>
                    <a:pt x="602701" y="154940"/>
                  </a:lnTo>
                  <a:lnTo>
                    <a:pt x="601304" y="151130"/>
                  </a:lnTo>
                  <a:close/>
                </a:path>
                <a:path w="786129" h="267335">
                  <a:moveTo>
                    <a:pt x="650362" y="123952"/>
                  </a:moveTo>
                  <a:lnTo>
                    <a:pt x="636483" y="123952"/>
                  </a:lnTo>
                  <a:lnTo>
                    <a:pt x="638274" y="131953"/>
                  </a:lnTo>
                  <a:lnTo>
                    <a:pt x="638388" y="132461"/>
                  </a:lnTo>
                  <a:lnTo>
                    <a:pt x="639196" y="136906"/>
                  </a:lnTo>
                  <a:lnTo>
                    <a:pt x="639150" y="145541"/>
                  </a:lnTo>
                  <a:lnTo>
                    <a:pt x="637626" y="149352"/>
                  </a:lnTo>
                  <a:lnTo>
                    <a:pt x="635066" y="152400"/>
                  </a:lnTo>
                  <a:lnTo>
                    <a:pt x="632165" y="155702"/>
                  </a:lnTo>
                  <a:lnTo>
                    <a:pt x="627847" y="157987"/>
                  </a:lnTo>
                  <a:lnTo>
                    <a:pt x="616163" y="160655"/>
                  </a:lnTo>
                  <a:lnTo>
                    <a:pt x="643687" y="160655"/>
                  </a:lnTo>
                  <a:lnTo>
                    <a:pt x="647532" y="157225"/>
                  </a:lnTo>
                  <a:lnTo>
                    <a:pt x="650376" y="152527"/>
                  </a:lnTo>
                  <a:lnTo>
                    <a:pt x="650453" y="152400"/>
                  </a:lnTo>
                  <a:lnTo>
                    <a:pt x="651723" y="146812"/>
                  </a:lnTo>
                  <a:lnTo>
                    <a:pt x="652370" y="142079"/>
                  </a:lnTo>
                  <a:lnTo>
                    <a:pt x="652250" y="136906"/>
                  </a:lnTo>
                  <a:lnTo>
                    <a:pt x="652231" y="136096"/>
                  </a:lnTo>
                  <a:lnTo>
                    <a:pt x="651363" y="129159"/>
                  </a:lnTo>
                  <a:lnTo>
                    <a:pt x="651330" y="128899"/>
                  </a:lnTo>
                  <a:lnTo>
                    <a:pt x="650412" y="124206"/>
                  </a:lnTo>
                  <a:lnTo>
                    <a:pt x="650362" y="123952"/>
                  </a:lnTo>
                  <a:close/>
                </a:path>
                <a:path w="786129" h="267335">
                  <a:moveTo>
                    <a:pt x="606293" y="59180"/>
                  </a:moveTo>
                  <a:lnTo>
                    <a:pt x="573886" y="90169"/>
                  </a:lnTo>
                  <a:lnTo>
                    <a:pt x="573704" y="100456"/>
                  </a:lnTo>
                  <a:lnTo>
                    <a:pt x="575269" y="107441"/>
                  </a:lnTo>
                  <a:lnTo>
                    <a:pt x="602638" y="139176"/>
                  </a:lnTo>
                  <a:lnTo>
                    <a:pt x="609738" y="139809"/>
                  </a:lnTo>
                  <a:lnTo>
                    <a:pt x="617433" y="138811"/>
                  </a:lnTo>
                  <a:lnTo>
                    <a:pt x="625942" y="136906"/>
                  </a:lnTo>
                  <a:lnTo>
                    <a:pt x="632292" y="131953"/>
                  </a:lnTo>
                  <a:lnTo>
                    <a:pt x="633756" y="129159"/>
                  </a:lnTo>
                  <a:lnTo>
                    <a:pt x="610067" y="129159"/>
                  </a:lnTo>
                  <a:lnTo>
                    <a:pt x="604606" y="127888"/>
                  </a:lnTo>
                  <a:lnTo>
                    <a:pt x="587797" y="100456"/>
                  </a:lnTo>
                  <a:lnTo>
                    <a:pt x="586348" y="94234"/>
                  </a:lnTo>
                  <a:lnTo>
                    <a:pt x="586447" y="92202"/>
                  </a:lnTo>
                  <a:lnTo>
                    <a:pt x="586542" y="90805"/>
                  </a:lnTo>
                  <a:lnTo>
                    <a:pt x="586654" y="89153"/>
                  </a:lnTo>
                  <a:lnTo>
                    <a:pt x="586714" y="88265"/>
                  </a:lnTo>
                  <a:lnTo>
                    <a:pt x="586826" y="86613"/>
                  </a:lnTo>
                  <a:lnTo>
                    <a:pt x="589747" y="81025"/>
                  </a:lnTo>
                  <a:lnTo>
                    <a:pt x="592795" y="75437"/>
                  </a:lnTo>
                  <a:lnTo>
                    <a:pt x="597240" y="71881"/>
                  </a:lnTo>
                  <a:lnTo>
                    <a:pt x="602955" y="70612"/>
                  </a:lnTo>
                  <a:lnTo>
                    <a:pt x="608924" y="69215"/>
                  </a:lnTo>
                  <a:lnTo>
                    <a:pt x="638061" y="69215"/>
                  </a:lnTo>
                  <a:lnTo>
                    <a:pt x="637457" y="66547"/>
                  </a:lnTo>
                  <a:lnTo>
                    <a:pt x="637399" y="66293"/>
                  </a:lnTo>
                  <a:lnTo>
                    <a:pt x="637313" y="65912"/>
                  </a:lnTo>
                  <a:lnTo>
                    <a:pt x="624545" y="65912"/>
                  </a:lnTo>
                  <a:lnTo>
                    <a:pt x="618763" y="62176"/>
                  </a:lnTo>
                  <a:lnTo>
                    <a:pt x="612714" y="59943"/>
                  </a:lnTo>
                  <a:lnTo>
                    <a:pt x="606293" y="59180"/>
                  </a:lnTo>
                  <a:close/>
                </a:path>
                <a:path w="786129" h="267335">
                  <a:moveTo>
                    <a:pt x="638061" y="69215"/>
                  </a:moveTo>
                  <a:lnTo>
                    <a:pt x="608924" y="69215"/>
                  </a:lnTo>
                  <a:lnTo>
                    <a:pt x="614512" y="70484"/>
                  </a:lnTo>
                  <a:lnTo>
                    <a:pt x="625053" y="78231"/>
                  </a:lnTo>
                  <a:lnTo>
                    <a:pt x="628736" y="84836"/>
                  </a:lnTo>
                  <a:lnTo>
                    <a:pt x="630866" y="94106"/>
                  </a:lnTo>
                  <a:lnTo>
                    <a:pt x="632860" y="103250"/>
                  </a:lnTo>
                  <a:lnTo>
                    <a:pt x="632892" y="107441"/>
                  </a:lnTo>
                  <a:lnTo>
                    <a:pt x="632673" y="111887"/>
                  </a:lnTo>
                  <a:lnTo>
                    <a:pt x="629752" y="117347"/>
                  </a:lnTo>
                  <a:lnTo>
                    <a:pt x="626704" y="122936"/>
                  </a:lnTo>
                  <a:lnTo>
                    <a:pt x="622132" y="126365"/>
                  </a:lnTo>
                  <a:lnTo>
                    <a:pt x="610067" y="129159"/>
                  </a:lnTo>
                  <a:lnTo>
                    <a:pt x="633756" y="129159"/>
                  </a:lnTo>
                  <a:lnTo>
                    <a:pt x="636483" y="123952"/>
                  </a:lnTo>
                  <a:lnTo>
                    <a:pt x="650362" y="123952"/>
                  </a:lnTo>
                  <a:lnTo>
                    <a:pt x="649691" y="120522"/>
                  </a:lnTo>
                  <a:lnTo>
                    <a:pt x="638061" y="69215"/>
                  </a:lnTo>
                  <a:close/>
                </a:path>
                <a:path w="786129" h="267335">
                  <a:moveTo>
                    <a:pt x="661248" y="17018"/>
                  </a:moveTo>
                  <a:lnTo>
                    <a:pt x="648167" y="19938"/>
                  </a:lnTo>
                  <a:lnTo>
                    <a:pt x="672297" y="126365"/>
                  </a:lnTo>
                  <a:lnTo>
                    <a:pt x="685378" y="123443"/>
                  </a:lnTo>
                  <a:lnTo>
                    <a:pt x="675853" y="81280"/>
                  </a:lnTo>
                  <a:lnTo>
                    <a:pt x="674514" y="75437"/>
                  </a:lnTo>
                  <a:lnTo>
                    <a:pt x="674388" y="74294"/>
                  </a:lnTo>
                  <a:lnTo>
                    <a:pt x="674202" y="71881"/>
                  </a:lnTo>
                  <a:lnTo>
                    <a:pt x="674075" y="70231"/>
                  </a:lnTo>
                  <a:lnTo>
                    <a:pt x="674710" y="66547"/>
                  </a:lnTo>
                  <a:lnTo>
                    <a:pt x="681768" y="55244"/>
                  </a:lnTo>
                  <a:lnTo>
                    <a:pt x="669884" y="55244"/>
                  </a:lnTo>
                  <a:lnTo>
                    <a:pt x="661248" y="17018"/>
                  </a:lnTo>
                  <a:close/>
                </a:path>
                <a:path w="786129" h="267335">
                  <a:moveTo>
                    <a:pt x="720049" y="50164"/>
                  </a:moveTo>
                  <a:lnTo>
                    <a:pt x="696529" y="50164"/>
                  </a:lnTo>
                  <a:lnTo>
                    <a:pt x="699983" y="50673"/>
                  </a:lnTo>
                  <a:lnTo>
                    <a:pt x="703539" y="52958"/>
                  </a:lnTo>
                  <a:lnTo>
                    <a:pt x="706968" y="55244"/>
                  </a:lnTo>
                  <a:lnTo>
                    <a:pt x="709508" y="59690"/>
                  </a:lnTo>
                  <a:lnTo>
                    <a:pt x="710825" y="65912"/>
                  </a:lnTo>
                  <a:lnTo>
                    <a:pt x="722081" y="115062"/>
                  </a:lnTo>
                  <a:lnTo>
                    <a:pt x="735035" y="112140"/>
                  </a:lnTo>
                  <a:lnTo>
                    <a:pt x="723986" y="63246"/>
                  </a:lnTo>
                  <a:lnTo>
                    <a:pt x="722335" y="55753"/>
                  </a:lnTo>
                  <a:lnTo>
                    <a:pt x="720049" y="50164"/>
                  </a:lnTo>
                  <a:close/>
                </a:path>
                <a:path w="786129" h="267335">
                  <a:moveTo>
                    <a:pt x="756403" y="40005"/>
                  </a:moveTo>
                  <a:lnTo>
                    <a:pt x="742782" y="40005"/>
                  </a:lnTo>
                  <a:lnTo>
                    <a:pt x="754593" y="92202"/>
                  </a:lnTo>
                  <a:lnTo>
                    <a:pt x="756244" y="97281"/>
                  </a:lnTo>
                  <a:lnTo>
                    <a:pt x="759546" y="101600"/>
                  </a:lnTo>
                  <a:lnTo>
                    <a:pt x="761832" y="103250"/>
                  </a:lnTo>
                  <a:lnTo>
                    <a:pt x="767674" y="105028"/>
                  </a:lnTo>
                  <a:lnTo>
                    <a:pt x="771025" y="105028"/>
                  </a:lnTo>
                  <a:lnTo>
                    <a:pt x="779231" y="103250"/>
                  </a:lnTo>
                  <a:lnTo>
                    <a:pt x="782406" y="102108"/>
                  </a:lnTo>
                  <a:lnTo>
                    <a:pt x="785962" y="100456"/>
                  </a:lnTo>
                  <a:lnTo>
                    <a:pt x="782283" y="91566"/>
                  </a:lnTo>
                  <a:lnTo>
                    <a:pt x="772246" y="91566"/>
                  </a:lnTo>
                  <a:lnTo>
                    <a:pt x="769960" y="90805"/>
                  </a:lnTo>
                  <a:lnTo>
                    <a:pt x="768944" y="90169"/>
                  </a:lnTo>
                  <a:lnTo>
                    <a:pt x="768309" y="89153"/>
                  </a:lnTo>
                  <a:lnTo>
                    <a:pt x="767547" y="88265"/>
                  </a:lnTo>
                  <a:lnTo>
                    <a:pt x="766785" y="85852"/>
                  </a:lnTo>
                  <a:lnTo>
                    <a:pt x="766023" y="82168"/>
                  </a:lnTo>
                  <a:lnTo>
                    <a:pt x="756403" y="40005"/>
                  </a:lnTo>
                  <a:close/>
                </a:path>
                <a:path w="786129" h="267335">
                  <a:moveTo>
                    <a:pt x="781390" y="89408"/>
                  </a:moveTo>
                  <a:lnTo>
                    <a:pt x="777199" y="90805"/>
                  </a:lnTo>
                  <a:lnTo>
                    <a:pt x="775802" y="91186"/>
                  </a:lnTo>
                  <a:lnTo>
                    <a:pt x="773897" y="91566"/>
                  </a:lnTo>
                  <a:lnTo>
                    <a:pt x="782283" y="91566"/>
                  </a:lnTo>
                  <a:lnTo>
                    <a:pt x="781390" y="89408"/>
                  </a:lnTo>
                  <a:close/>
                </a:path>
                <a:path w="786129" h="267335">
                  <a:moveTo>
                    <a:pt x="634607" y="53975"/>
                  </a:moveTo>
                  <a:lnTo>
                    <a:pt x="634030" y="53975"/>
                  </a:lnTo>
                  <a:lnTo>
                    <a:pt x="622513" y="56641"/>
                  </a:lnTo>
                  <a:lnTo>
                    <a:pt x="624545" y="65912"/>
                  </a:lnTo>
                  <a:lnTo>
                    <a:pt x="637313" y="65912"/>
                  </a:lnTo>
                  <a:lnTo>
                    <a:pt x="634607" y="53975"/>
                  </a:lnTo>
                  <a:close/>
                </a:path>
                <a:path w="786129" h="267335">
                  <a:moveTo>
                    <a:pt x="701507" y="38100"/>
                  </a:moveTo>
                  <a:lnTo>
                    <a:pt x="696300" y="38100"/>
                  </a:lnTo>
                  <a:lnTo>
                    <a:pt x="690585" y="39369"/>
                  </a:lnTo>
                  <a:lnTo>
                    <a:pt x="684082" y="41511"/>
                  </a:lnTo>
                  <a:lnTo>
                    <a:pt x="678472" y="44878"/>
                  </a:lnTo>
                  <a:lnTo>
                    <a:pt x="673744" y="49460"/>
                  </a:lnTo>
                  <a:lnTo>
                    <a:pt x="669884" y="55244"/>
                  </a:lnTo>
                  <a:lnTo>
                    <a:pt x="681768" y="55244"/>
                  </a:lnTo>
                  <a:lnTo>
                    <a:pt x="683219" y="53975"/>
                  </a:lnTo>
                  <a:lnTo>
                    <a:pt x="686521" y="52069"/>
                  </a:lnTo>
                  <a:lnTo>
                    <a:pt x="695087" y="50164"/>
                  </a:lnTo>
                  <a:lnTo>
                    <a:pt x="720049" y="50164"/>
                  </a:lnTo>
                  <a:lnTo>
                    <a:pt x="714715" y="43052"/>
                  </a:lnTo>
                  <a:lnTo>
                    <a:pt x="710905" y="40639"/>
                  </a:lnTo>
                  <a:lnTo>
                    <a:pt x="701507" y="38100"/>
                  </a:lnTo>
                  <a:close/>
                </a:path>
                <a:path w="786129" h="267335">
                  <a:moveTo>
                    <a:pt x="747354" y="0"/>
                  </a:moveTo>
                  <a:lnTo>
                    <a:pt x="736178" y="10794"/>
                  </a:lnTo>
                  <a:lnTo>
                    <a:pt x="740496" y="29844"/>
                  </a:lnTo>
                  <a:lnTo>
                    <a:pt x="730844" y="32004"/>
                  </a:lnTo>
                  <a:lnTo>
                    <a:pt x="733130" y="42163"/>
                  </a:lnTo>
                  <a:lnTo>
                    <a:pt x="742782" y="40005"/>
                  </a:lnTo>
                  <a:lnTo>
                    <a:pt x="756403" y="40005"/>
                  </a:lnTo>
                  <a:lnTo>
                    <a:pt x="755736" y="37083"/>
                  </a:lnTo>
                  <a:lnTo>
                    <a:pt x="768944" y="34162"/>
                  </a:lnTo>
                  <a:lnTo>
                    <a:pt x="767225" y="26924"/>
                  </a:lnTo>
                  <a:lnTo>
                    <a:pt x="753450" y="26924"/>
                  </a:lnTo>
                  <a:lnTo>
                    <a:pt x="747354" y="0"/>
                  </a:lnTo>
                  <a:close/>
                </a:path>
                <a:path w="786129" h="267335">
                  <a:moveTo>
                    <a:pt x="766531" y="24002"/>
                  </a:moveTo>
                  <a:lnTo>
                    <a:pt x="753450" y="26924"/>
                  </a:lnTo>
                  <a:lnTo>
                    <a:pt x="767225" y="26924"/>
                  </a:lnTo>
                  <a:lnTo>
                    <a:pt x="766531" y="24002"/>
                  </a:lnTo>
                  <a:close/>
                </a:path>
              </a:pathLst>
            </a:custGeom>
            <a:solidFill>
              <a:srgbClr val="000000"/>
            </a:solidFill>
          </p:spPr>
          <p:txBody>
            <a:bodyPr wrap="square" lIns="0" tIns="0" rIns="0" bIns="0" rtlCol="0"/>
            <a:lstStyle/>
            <a:p>
              <a:endParaRPr/>
            </a:p>
          </p:txBody>
        </p:sp>
        <p:pic>
          <p:nvPicPr>
            <p:cNvPr id="17" name="object 17"/>
            <p:cNvPicPr/>
            <p:nvPr/>
          </p:nvPicPr>
          <p:blipFill>
            <a:blip r:embed="rId4" cstate="print"/>
            <a:stretch>
              <a:fillRect/>
            </a:stretch>
          </p:blipFill>
          <p:spPr>
            <a:xfrm>
              <a:off x="5118354" y="3457066"/>
              <a:ext cx="776732" cy="971550"/>
            </a:xfrm>
            <a:prstGeom prst="rect">
              <a:avLst/>
            </a:prstGeom>
          </p:spPr>
        </p:pic>
        <p:sp>
          <p:nvSpPr>
            <p:cNvPr id="18" name="object 18"/>
            <p:cNvSpPr/>
            <p:nvPr/>
          </p:nvSpPr>
          <p:spPr>
            <a:xfrm>
              <a:off x="5118354" y="3457066"/>
              <a:ext cx="777240" cy="971550"/>
            </a:xfrm>
            <a:custGeom>
              <a:avLst/>
              <a:gdLst/>
              <a:ahLst/>
              <a:cxnLst/>
              <a:rect l="l" t="t" r="r" b="b"/>
              <a:pathLst>
                <a:path w="777239" h="971550">
                  <a:moveTo>
                    <a:pt x="394588" y="199136"/>
                  </a:moveTo>
                  <a:lnTo>
                    <a:pt x="502793" y="0"/>
                  </a:lnTo>
                  <a:lnTo>
                    <a:pt x="512445" y="253111"/>
                  </a:lnTo>
                  <a:lnTo>
                    <a:pt x="632333" y="129412"/>
                  </a:lnTo>
                  <a:lnTo>
                    <a:pt x="583565" y="280797"/>
                  </a:lnTo>
                  <a:lnTo>
                    <a:pt x="776732" y="270891"/>
                  </a:lnTo>
                  <a:lnTo>
                    <a:pt x="615569" y="404368"/>
                  </a:lnTo>
                  <a:lnTo>
                    <a:pt x="669417" y="483235"/>
                  </a:lnTo>
                  <a:lnTo>
                    <a:pt x="602996" y="533146"/>
                  </a:lnTo>
                  <a:lnTo>
                    <a:pt x="706501" y="671068"/>
                  </a:lnTo>
                  <a:lnTo>
                    <a:pt x="545592" y="627253"/>
                  </a:lnTo>
                  <a:lnTo>
                    <a:pt x="566928" y="758190"/>
                  </a:lnTo>
                  <a:lnTo>
                    <a:pt x="460121" y="703453"/>
                  </a:lnTo>
                  <a:lnTo>
                    <a:pt x="448945" y="831977"/>
                  </a:lnTo>
                  <a:lnTo>
                    <a:pt x="379730" y="772668"/>
                  </a:lnTo>
                  <a:lnTo>
                    <a:pt x="344297" y="878332"/>
                  </a:lnTo>
                  <a:lnTo>
                    <a:pt x="295656" y="812292"/>
                  </a:lnTo>
                  <a:lnTo>
                    <a:pt x="210947" y="971550"/>
                  </a:lnTo>
                  <a:lnTo>
                    <a:pt x="195580" y="825119"/>
                  </a:lnTo>
                  <a:lnTo>
                    <a:pt x="64135" y="816991"/>
                  </a:lnTo>
                  <a:lnTo>
                    <a:pt x="131445" y="703961"/>
                  </a:lnTo>
                  <a:lnTo>
                    <a:pt x="0" y="604647"/>
                  </a:lnTo>
                  <a:lnTo>
                    <a:pt x="140970" y="537210"/>
                  </a:lnTo>
                  <a:lnTo>
                    <a:pt x="27812" y="400050"/>
                  </a:lnTo>
                  <a:lnTo>
                    <a:pt x="181356" y="368300"/>
                  </a:lnTo>
                  <a:lnTo>
                    <a:pt x="135128" y="187706"/>
                  </a:lnTo>
                  <a:lnTo>
                    <a:pt x="293878" y="296545"/>
                  </a:lnTo>
                  <a:lnTo>
                    <a:pt x="321945" y="96900"/>
                  </a:lnTo>
                  <a:lnTo>
                    <a:pt x="394588" y="199136"/>
                  </a:lnTo>
                  <a:close/>
                </a:path>
              </a:pathLst>
            </a:custGeom>
            <a:ln w="12700">
              <a:solidFill>
                <a:srgbClr val="000000"/>
              </a:solidFill>
            </a:ln>
          </p:spPr>
          <p:txBody>
            <a:bodyPr wrap="square" lIns="0" tIns="0" rIns="0" bIns="0" rtlCol="0"/>
            <a:lstStyle/>
            <a:p>
              <a:endParaRPr/>
            </a:p>
          </p:txBody>
        </p:sp>
        <p:pic>
          <p:nvPicPr>
            <p:cNvPr id="19" name="object 19"/>
            <p:cNvPicPr/>
            <p:nvPr/>
          </p:nvPicPr>
          <p:blipFill>
            <a:blip r:embed="rId5" cstate="print"/>
            <a:stretch>
              <a:fillRect/>
            </a:stretch>
          </p:blipFill>
          <p:spPr>
            <a:xfrm>
              <a:off x="4840986" y="3643502"/>
              <a:ext cx="743076" cy="505968"/>
            </a:xfrm>
            <a:prstGeom prst="rect">
              <a:avLst/>
            </a:prstGeom>
          </p:spPr>
        </p:pic>
        <p:sp>
          <p:nvSpPr>
            <p:cNvPr id="20" name="object 20"/>
            <p:cNvSpPr/>
            <p:nvPr/>
          </p:nvSpPr>
          <p:spPr>
            <a:xfrm>
              <a:off x="4840986" y="3643502"/>
              <a:ext cx="743585" cy="506095"/>
            </a:xfrm>
            <a:custGeom>
              <a:avLst/>
              <a:gdLst/>
              <a:ahLst/>
              <a:cxnLst/>
              <a:rect l="l" t="t" r="r" b="b"/>
              <a:pathLst>
                <a:path w="743585" h="506095">
                  <a:moveTo>
                    <a:pt x="4699" y="93218"/>
                  </a:moveTo>
                  <a:lnTo>
                    <a:pt x="1777" y="101854"/>
                  </a:lnTo>
                  <a:lnTo>
                    <a:pt x="508" y="109728"/>
                  </a:lnTo>
                  <a:lnTo>
                    <a:pt x="253" y="118618"/>
                  </a:lnTo>
                  <a:lnTo>
                    <a:pt x="0" y="127000"/>
                  </a:lnTo>
                  <a:lnTo>
                    <a:pt x="888" y="136271"/>
                  </a:lnTo>
                  <a:lnTo>
                    <a:pt x="2921" y="143891"/>
                  </a:lnTo>
                  <a:lnTo>
                    <a:pt x="5714" y="151257"/>
                  </a:lnTo>
                  <a:lnTo>
                    <a:pt x="9905" y="158496"/>
                  </a:lnTo>
                  <a:lnTo>
                    <a:pt x="13335" y="165989"/>
                  </a:lnTo>
                  <a:lnTo>
                    <a:pt x="43941" y="195961"/>
                  </a:lnTo>
                  <a:lnTo>
                    <a:pt x="63626" y="203708"/>
                  </a:lnTo>
                  <a:lnTo>
                    <a:pt x="71881" y="206502"/>
                  </a:lnTo>
                  <a:lnTo>
                    <a:pt x="84327" y="210566"/>
                  </a:lnTo>
                  <a:lnTo>
                    <a:pt x="100329" y="215900"/>
                  </a:lnTo>
                  <a:lnTo>
                    <a:pt x="118490" y="221869"/>
                  </a:lnTo>
                  <a:lnTo>
                    <a:pt x="136271" y="227711"/>
                  </a:lnTo>
                  <a:lnTo>
                    <a:pt x="153288" y="233426"/>
                  </a:lnTo>
                  <a:lnTo>
                    <a:pt x="170434" y="239014"/>
                  </a:lnTo>
                  <a:lnTo>
                    <a:pt x="176911" y="241173"/>
                  </a:lnTo>
                  <a:lnTo>
                    <a:pt x="183261" y="245872"/>
                  </a:lnTo>
                  <a:lnTo>
                    <a:pt x="189229" y="249682"/>
                  </a:lnTo>
                  <a:lnTo>
                    <a:pt x="216662" y="281178"/>
                  </a:lnTo>
                  <a:lnTo>
                    <a:pt x="234314" y="315214"/>
                  </a:lnTo>
                  <a:lnTo>
                    <a:pt x="254126" y="353949"/>
                  </a:lnTo>
                  <a:lnTo>
                    <a:pt x="264922" y="374777"/>
                  </a:lnTo>
                  <a:lnTo>
                    <a:pt x="278891" y="394081"/>
                  </a:lnTo>
                  <a:lnTo>
                    <a:pt x="292735" y="413385"/>
                  </a:lnTo>
                  <a:lnTo>
                    <a:pt x="310006" y="432562"/>
                  </a:lnTo>
                  <a:lnTo>
                    <a:pt x="318135" y="441706"/>
                  </a:lnTo>
                  <a:lnTo>
                    <a:pt x="328929" y="450342"/>
                  </a:lnTo>
                  <a:lnTo>
                    <a:pt x="339343" y="458343"/>
                  </a:lnTo>
                  <a:lnTo>
                    <a:pt x="351789" y="466344"/>
                  </a:lnTo>
                  <a:lnTo>
                    <a:pt x="363092" y="473837"/>
                  </a:lnTo>
                  <a:lnTo>
                    <a:pt x="406146" y="491998"/>
                  </a:lnTo>
                  <a:lnTo>
                    <a:pt x="444118" y="501904"/>
                  </a:lnTo>
                  <a:lnTo>
                    <a:pt x="483362" y="505968"/>
                  </a:lnTo>
                  <a:lnTo>
                    <a:pt x="495808" y="505587"/>
                  </a:lnTo>
                  <a:lnTo>
                    <a:pt x="544449" y="499237"/>
                  </a:lnTo>
                  <a:lnTo>
                    <a:pt x="602741" y="479298"/>
                  </a:lnTo>
                  <a:lnTo>
                    <a:pt x="644651" y="453517"/>
                  </a:lnTo>
                  <a:lnTo>
                    <a:pt x="679576" y="420751"/>
                  </a:lnTo>
                  <a:lnTo>
                    <a:pt x="703452" y="390271"/>
                  </a:lnTo>
                  <a:lnTo>
                    <a:pt x="725804" y="346329"/>
                  </a:lnTo>
                  <a:lnTo>
                    <a:pt x="737235" y="307721"/>
                  </a:lnTo>
                  <a:lnTo>
                    <a:pt x="743076" y="258445"/>
                  </a:lnTo>
                  <a:lnTo>
                    <a:pt x="742823" y="245491"/>
                  </a:lnTo>
                  <a:lnTo>
                    <a:pt x="735711" y="197612"/>
                  </a:lnTo>
                  <a:lnTo>
                    <a:pt x="714883" y="140081"/>
                  </a:lnTo>
                  <a:lnTo>
                    <a:pt x="687959" y="98552"/>
                  </a:lnTo>
                  <a:lnTo>
                    <a:pt x="654303" y="63754"/>
                  </a:lnTo>
                  <a:lnTo>
                    <a:pt x="622935" y="39878"/>
                  </a:lnTo>
                  <a:lnTo>
                    <a:pt x="578103" y="17272"/>
                  </a:lnTo>
                  <a:lnTo>
                    <a:pt x="564514" y="12827"/>
                  </a:lnTo>
                  <a:lnTo>
                    <a:pt x="549783" y="8001"/>
                  </a:lnTo>
                  <a:lnTo>
                    <a:pt x="534669" y="4191"/>
                  </a:lnTo>
                  <a:lnTo>
                    <a:pt x="519175" y="1651"/>
                  </a:lnTo>
                  <a:lnTo>
                    <a:pt x="505587" y="1016"/>
                  </a:lnTo>
                  <a:lnTo>
                    <a:pt x="490854" y="0"/>
                  </a:lnTo>
                  <a:lnTo>
                    <a:pt x="451865" y="3175"/>
                  </a:lnTo>
                  <a:lnTo>
                    <a:pt x="403987" y="15494"/>
                  </a:lnTo>
                  <a:lnTo>
                    <a:pt x="360172" y="33147"/>
                  </a:lnTo>
                  <a:lnTo>
                    <a:pt x="321183" y="52324"/>
                  </a:lnTo>
                  <a:lnTo>
                    <a:pt x="286765" y="69215"/>
                  </a:lnTo>
                  <a:lnTo>
                    <a:pt x="270001" y="74549"/>
                  </a:lnTo>
                  <a:lnTo>
                    <a:pt x="253746" y="78105"/>
                  </a:lnTo>
                  <a:lnTo>
                    <a:pt x="245872" y="78105"/>
                  </a:lnTo>
                  <a:lnTo>
                    <a:pt x="238760" y="77597"/>
                  </a:lnTo>
                  <a:lnTo>
                    <a:pt x="231012" y="77597"/>
                  </a:lnTo>
                  <a:lnTo>
                    <a:pt x="224536" y="75438"/>
                  </a:lnTo>
                  <a:lnTo>
                    <a:pt x="207390" y="69850"/>
                  </a:lnTo>
                  <a:lnTo>
                    <a:pt x="190246" y="64135"/>
                  </a:lnTo>
                  <a:lnTo>
                    <a:pt x="172592" y="58293"/>
                  </a:lnTo>
                  <a:lnTo>
                    <a:pt x="154304" y="52324"/>
                  </a:lnTo>
                  <a:lnTo>
                    <a:pt x="138429" y="46990"/>
                  </a:lnTo>
                  <a:lnTo>
                    <a:pt x="125984" y="42926"/>
                  </a:lnTo>
                  <a:lnTo>
                    <a:pt x="117728" y="40259"/>
                  </a:lnTo>
                  <a:lnTo>
                    <a:pt x="114808" y="39243"/>
                  </a:lnTo>
                  <a:lnTo>
                    <a:pt x="106552" y="36449"/>
                  </a:lnTo>
                  <a:lnTo>
                    <a:pt x="97281" y="34671"/>
                  </a:lnTo>
                  <a:lnTo>
                    <a:pt x="88264" y="34290"/>
                  </a:lnTo>
                  <a:lnTo>
                    <a:pt x="79501" y="35179"/>
                  </a:lnTo>
                  <a:lnTo>
                    <a:pt x="71247" y="36322"/>
                  </a:lnTo>
                  <a:lnTo>
                    <a:pt x="63373" y="38227"/>
                  </a:lnTo>
                  <a:lnTo>
                    <a:pt x="54737" y="40513"/>
                  </a:lnTo>
                  <a:lnTo>
                    <a:pt x="47625" y="44577"/>
                  </a:lnTo>
                  <a:lnTo>
                    <a:pt x="40004" y="47879"/>
                  </a:lnTo>
                  <a:lnTo>
                    <a:pt x="11049" y="77978"/>
                  </a:lnTo>
                  <a:lnTo>
                    <a:pt x="7365" y="85090"/>
                  </a:lnTo>
                  <a:lnTo>
                    <a:pt x="4699" y="93218"/>
                  </a:lnTo>
                  <a:close/>
                </a:path>
                <a:path w="743585" h="506095">
                  <a:moveTo>
                    <a:pt x="260603" y="138684"/>
                  </a:moveTo>
                  <a:lnTo>
                    <a:pt x="345313" y="149352"/>
                  </a:lnTo>
                  <a:lnTo>
                    <a:pt x="418211" y="142748"/>
                  </a:lnTo>
                  <a:lnTo>
                    <a:pt x="437006" y="139319"/>
                  </a:lnTo>
                  <a:lnTo>
                    <a:pt x="407288" y="169926"/>
                  </a:lnTo>
                  <a:lnTo>
                    <a:pt x="419353" y="204597"/>
                  </a:lnTo>
                  <a:lnTo>
                    <a:pt x="389509" y="229362"/>
                  </a:lnTo>
                  <a:lnTo>
                    <a:pt x="400938" y="260096"/>
                  </a:lnTo>
                  <a:lnTo>
                    <a:pt x="375285" y="278511"/>
                  </a:lnTo>
                  <a:lnTo>
                    <a:pt x="378587" y="316230"/>
                  </a:lnTo>
                  <a:lnTo>
                    <a:pt x="306197" y="244094"/>
                  </a:lnTo>
                  <a:lnTo>
                    <a:pt x="237616" y="208026"/>
                  </a:lnTo>
                </a:path>
                <a:path w="743585" h="506095">
                  <a:moveTo>
                    <a:pt x="224281" y="76073"/>
                  </a:moveTo>
                  <a:lnTo>
                    <a:pt x="170434" y="239014"/>
                  </a:lnTo>
                  <a:lnTo>
                    <a:pt x="133350" y="226822"/>
                  </a:lnTo>
                  <a:lnTo>
                    <a:pt x="187705" y="64008"/>
                  </a:lnTo>
                  <a:lnTo>
                    <a:pt x="151764" y="52070"/>
                  </a:lnTo>
                  <a:lnTo>
                    <a:pt x="96774" y="214630"/>
                  </a:lnTo>
                  <a:lnTo>
                    <a:pt x="62356" y="203962"/>
                  </a:lnTo>
                  <a:lnTo>
                    <a:pt x="116204" y="41021"/>
                  </a:lnTo>
                </a:path>
              </a:pathLst>
            </a:custGeom>
            <a:ln w="57150">
              <a:solidFill>
                <a:srgbClr val="000000"/>
              </a:solidFill>
            </a:ln>
          </p:spPr>
          <p:txBody>
            <a:bodyPr wrap="square" lIns="0" tIns="0" rIns="0" bIns="0" rtlCol="0"/>
            <a:lstStyle/>
            <a:p>
              <a:endParaRPr/>
            </a:p>
          </p:txBody>
        </p:sp>
        <p:sp>
          <p:nvSpPr>
            <p:cNvPr id="21" name="object 21"/>
            <p:cNvSpPr/>
            <p:nvPr/>
          </p:nvSpPr>
          <p:spPr>
            <a:xfrm>
              <a:off x="4892040" y="5254751"/>
              <a:ext cx="725805" cy="728980"/>
            </a:xfrm>
            <a:custGeom>
              <a:avLst/>
              <a:gdLst/>
              <a:ahLst/>
              <a:cxnLst/>
              <a:rect l="l" t="t" r="r" b="b"/>
              <a:pathLst>
                <a:path w="725804" h="728979">
                  <a:moveTo>
                    <a:pt x="0" y="364236"/>
                  </a:moveTo>
                  <a:lnTo>
                    <a:pt x="3311" y="314810"/>
                  </a:lnTo>
                  <a:lnTo>
                    <a:pt x="12959" y="267405"/>
                  </a:lnTo>
                  <a:lnTo>
                    <a:pt x="28509" y="222456"/>
                  </a:lnTo>
                  <a:lnTo>
                    <a:pt x="49529" y="180396"/>
                  </a:lnTo>
                  <a:lnTo>
                    <a:pt x="75588" y="141659"/>
                  </a:lnTo>
                  <a:lnTo>
                    <a:pt x="106251" y="106680"/>
                  </a:lnTo>
                  <a:lnTo>
                    <a:pt x="141087" y="75891"/>
                  </a:lnTo>
                  <a:lnTo>
                    <a:pt x="179662" y="49727"/>
                  </a:lnTo>
                  <a:lnTo>
                    <a:pt x="221545" y="28622"/>
                  </a:lnTo>
                  <a:lnTo>
                    <a:pt x="266303" y="13010"/>
                  </a:lnTo>
                  <a:lnTo>
                    <a:pt x="313502" y="3324"/>
                  </a:lnTo>
                  <a:lnTo>
                    <a:pt x="362712" y="0"/>
                  </a:lnTo>
                  <a:lnTo>
                    <a:pt x="411921" y="3324"/>
                  </a:lnTo>
                  <a:lnTo>
                    <a:pt x="459120" y="13010"/>
                  </a:lnTo>
                  <a:lnTo>
                    <a:pt x="503878" y="28622"/>
                  </a:lnTo>
                  <a:lnTo>
                    <a:pt x="545761" y="49727"/>
                  </a:lnTo>
                  <a:lnTo>
                    <a:pt x="584336" y="75891"/>
                  </a:lnTo>
                  <a:lnTo>
                    <a:pt x="619172" y="106680"/>
                  </a:lnTo>
                  <a:lnTo>
                    <a:pt x="649835" y="141659"/>
                  </a:lnTo>
                  <a:lnTo>
                    <a:pt x="675893" y="180396"/>
                  </a:lnTo>
                  <a:lnTo>
                    <a:pt x="696914" y="222456"/>
                  </a:lnTo>
                  <a:lnTo>
                    <a:pt x="712464" y="267405"/>
                  </a:lnTo>
                  <a:lnTo>
                    <a:pt x="722112" y="314810"/>
                  </a:lnTo>
                  <a:lnTo>
                    <a:pt x="725424" y="364236"/>
                  </a:lnTo>
                  <a:lnTo>
                    <a:pt x="722112" y="413661"/>
                  </a:lnTo>
                  <a:lnTo>
                    <a:pt x="712464" y="461066"/>
                  </a:lnTo>
                  <a:lnTo>
                    <a:pt x="696914" y="506015"/>
                  </a:lnTo>
                  <a:lnTo>
                    <a:pt x="675894" y="548075"/>
                  </a:lnTo>
                  <a:lnTo>
                    <a:pt x="649835" y="586812"/>
                  </a:lnTo>
                  <a:lnTo>
                    <a:pt x="619172" y="621792"/>
                  </a:lnTo>
                  <a:lnTo>
                    <a:pt x="584336" y="652580"/>
                  </a:lnTo>
                  <a:lnTo>
                    <a:pt x="545761" y="678744"/>
                  </a:lnTo>
                  <a:lnTo>
                    <a:pt x="503878" y="699849"/>
                  </a:lnTo>
                  <a:lnTo>
                    <a:pt x="459120" y="715461"/>
                  </a:lnTo>
                  <a:lnTo>
                    <a:pt x="411921" y="725147"/>
                  </a:lnTo>
                  <a:lnTo>
                    <a:pt x="362712" y="728472"/>
                  </a:lnTo>
                  <a:lnTo>
                    <a:pt x="313502" y="725147"/>
                  </a:lnTo>
                  <a:lnTo>
                    <a:pt x="266303" y="715461"/>
                  </a:lnTo>
                  <a:lnTo>
                    <a:pt x="221545" y="699849"/>
                  </a:lnTo>
                  <a:lnTo>
                    <a:pt x="179662" y="678744"/>
                  </a:lnTo>
                  <a:lnTo>
                    <a:pt x="141087" y="652580"/>
                  </a:lnTo>
                  <a:lnTo>
                    <a:pt x="106251" y="621792"/>
                  </a:lnTo>
                  <a:lnTo>
                    <a:pt x="75588" y="586812"/>
                  </a:lnTo>
                  <a:lnTo>
                    <a:pt x="49530" y="548075"/>
                  </a:lnTo>
                  <a:lnTo>
                    <a:pt x="28509" y="506015"/>
                  </a:lnTo>
                  <a:lnTo>
                    <a:pt x="12959" y="461066"/>
                  </a:lnTo>
                  <a:lnTo>
                    <a:pt x="3311" y="413661"/>
                  </a:lnTo>
                  <a:lnTo>
                    <a:pt x="0" y="364236"/>
                  </a:lnTo>
                  <a:close/>
                </a:path>
              </a:pathLst>
            </a:custGeom>
            <a:ln w="12192">
              <a:solidFill>
                <a:srgbClr val="000000"/>
              </a:solidFill>
            </a:ln>
          </p:spPr>
          <p:txBody>
            <a:bodyPr wrap="square" lIns="0" tIns="0" rIns="0" bIns="0" rtlCol="0"/>
            <a:lstStyle/>
            <a:p>
              <a:endParaRPr/>
            </a:p>
          </p:txBody>
        </p:sp>
        <p:sp>
          <p:nvSpPr>
            <p:cNvPr id="22" name="object 22"/>
            <p:cNvSpPr/>
            <p:nvPr/>
          </p:nvSpPr>
          <p:spPr>
            <a:xfrm>
              <a:off x="4580128" y="4829809"/>
              <a:ext cx="1209040" cy="1376045"/>
            </a:xfrm>
            <a:custGeom>
              <a:avLst/>
              <a:gdLst/>
              <a:ahLst/>
              <a:cxnLst/>
              <a:rect l="l" t="t" r="r" b="b"/>
              <a:pathLst>
                <a:path w="1209039" h="1376045">
                  <a:moveTo>
                    <a:pt x="1209040" y="293243"/>
                  </a:moveTo>
                  <a:lnTo>
                    <a:pt x="994156" y="0"/>
                  </a:lnTo>
                  <a:lnTo>
                    <a:pt x="81153" y="669036"/>
                  </a:lnTo>
                  <a:lnTo>
                    <a:pt x="204800" y="837793"/>
                  </a:lnTo>
                  <a:lnTo>
                    <a:pt x="66167" y="812101"/>
                  </a:lnTo>
                  <a:lnTo>
                    <a:pt x="0" y="1169555"/>
                  </a:lnTo>
                  <a:lnTo>
                    <a:pt x="1112901" y="1375791"/>
                  </a:lnTo>
                  <a:lnTo>
                    <a:pt x="1179195" y="1018336"/>
                  </a:lnTo>
                  <a:lnTo>
                    <a:pt x="413232" y="876414"/>
                  </a:lnTo>
                  <a:lnTo>
                    <a:pt x="1209040" y="293243"/>
                  </a:lnTo>
                  <a:close/>
                </a:path>
              </a:pathLst>
            </a:custGeom>
            <a:solidFill>
              <a:srgbClr val="FFFFFF"/>
            </a:solidFill>
          </p:spPr>
          <p:txBody>
            <a:bodyPr wrap="square" lIns="0" tIns="0" rIns="0" bIns="0" rtlCol="0"/>
            <a:lstStyle/>
            <a:p>
              <a:endParaRPr/>
            </a:p>
          </p:txBody>
        </p:sp>
        <p:sp>
          <p:nvSpPr>
            <p:cNvPr id="23" name="object 23"/>
            <p:cNvSpPr/>
            <p:nvPr/>
          </p:nvSpPr>
          <p:spPr>
            <a:xfrm>
              <a:off x="5050536" y="5297423"/>
              <a:ext cx="582295" cy="509270"/>
            </a:xfrm>
            <a:custGeom>
              <a:avLst/>
              <a:gdLst/>
              <a:ahLst/>
              <a:cxnLst/>
              <a:rect l="l" t="t" r="r" b="b"/>
              <a:pathLst>
                <a:path w="582295" h="509270">
                  <a:moveTo>
                    <a:pt x="3048" y="393191"/>
                  </a:moveTo>
                  <a:lnTo>
                    <a:pt x="509015" y="0"/>
                  </a:lnTo>
                </a:path>
                <a:path w="582295" h="509270">
                  <a:moveTo>
                    <a:pt x="0" y="405384"/>
                  </a:moveTo>
                  <a:lnTo>
                    <a:pt x="582167" y="509016"/>
                  </a:lnTo>
                </a:path>
              </a:pathLst>
            </a:custGeom>
            <a:ln w="12192">
              <a:solidFill>
                <a:srgbClr val="000000"/>
              </a:solidFill>
            </a:ln>
          </p:spPr>
          <p:txBody>
            <a:bodyPr wrap="square" lIns="0" tIns="0" rIns="0" bIns="0" rtlCol="0"/>
            <a:lstStyle/>
            <a:p>
              <a:endParaRPr/>
            </a:p>
          </p:txBody>
        </p:sp>
        <p:pic>
          <p:nvPicPr>
            <p:cNvPr id="24" name="object 24"/>
            <p:cNvPicPr/>
            <p:nvPr/>
          </p:nvPicPr>
          <p:blipFill>
            <a:blip r:embed="rId6" cstate="print"/>
            <a:stretch>
              <a:fillRect/>
            </a:stretch>
          </p:blipFill>
          <p:spPr>
            <a:xfrm>
              <a:off x="5510784" y="5452871"/>
              <a:ext cx="128016" cy="213360"/>
            </a:xfrm>
            <a:prstGeom prst="rect">
              <a:avLst/>
            </a:prstGeom>
          </p:spPr>
        </p:pic>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710565">
              <a:lnSpc>
                <a:spcPct val="100000"/>
              </a:lnSpc>
              <a:spcBef>
                <a:spcPts val="90"/>
              </a:spcBef>
            </a:pPr>
            <a:r>
              <a:rPr dirty="0"/>
              <a:t>Color</a:t>
            </a:r>
            <a:r>
              <a:rPr spc="-170" dirty="0"/>
              <a:t> </a:t>
            </a:r>
            <a:r>
              <a:rPr spc="-10" dirty="0"/>
              <a:t>Fundamentals</a:t>
            </a:r>
            <a:r>
              <a:rPr spc="-125" dirty="0"/>
              <a:t> </a:t>
            </a:r>
            <a:r>
              <a:rPr spc="-10" dirty="0"/>
              <a:t>(cont…)</a:t>
            </a:r>
          </a:p>
        </p:txBody>
      </p:sp>
      <p:sp>
        <p:nvSpPr>
          <p:cNvPr id="3" name="object 3"/>
          <p:cNvSpPr txBox="1"/>
          <p:nvPr/>
        </p:nvSpPr>
        <p:spPr>
          <a:xfrm>
            <a:off x="536244" y="1609420"/>
            <a:ext cx="7647940" cy="2561590"/>
          </a:xfrm>
          <a:prstGeom prst="rect">
            <a:avLst/>
          </a:prstGeom>
        </p:spPr>
        <p:txBody>
          <a:bodyPr vert="horz" wrap="square" lIns="0" tIns="12065" rIns="0" bIns="0" rtlCol="0">
            <a:spAutoFit/>
          </a:bodyPr>
          <a:lstStyle/>
          <a:p>
            <a:pPr marL="12700" marR="227965">
              <a:lnSpc>
                <a:spcPct val="100000"/>
              </a:lnSpc>
              <a:spcBef>
                <a:spcPts val="95"/>
              </a:spcBef>
            </a:pPr>
            <a:r>
              <a:rPr sz="3200" dirty="0">
                <a:latin typeface="Calibri"/>
                <a:cs typeface="Calibri"/>
              </a:rPr>
              <a:t>Chromatic</a:t>
            </a:r>
            <a:r>
              <a:rPr sz="3200" spc="-70" dirty="0">
                <a:latin typeface="Calibri"/>
                <a:cs typeface="Calibri"/>
              </a:rPr>
              <a:t> </a:t>
            </a:r>
            <a:r>
              <a:rPr sz="3200" dirty="0">
                <a:latin typeface="Calibri"/>
                <a:cs typeface="Calibri"/>
              </a:rPr>
              <a:t>light</a:t>
            </a:r>
            <a:r>
              <a:rPr sz="3200" spc="-120" dirty="0">
                <a:latin typeface="Calibri"/>
                <a:cs typeface="Calibri"/>
              </a:rPr>
              <a:t> </a:t>
            </a:r>
            <a:r>
              <a:rPr sz="3200" dirty="0">
                <a:latin typeface="Calibri"/>
                <a:cs typeface="Calibri"/>
              </a:rPr>
              <a:t>spans</a:t>
            </a:r>
            <a:r>
              <a:rPr sz="3200" spc="-85" dirty="0">
                <a:latin typeface="Calibri"/>
                <a:cs typeface="Calibri"/>
              </a:rPr>
              <a:t> </a:t>
            </a:r>
            <a:r>
              <a:rPr sz="3200" dirty="0">
                <a:latin typeface="Calibri"/>
                <a:cs typeface="Calibri"/>
              </a:rPr>
              <a:t>the</a:t>
            </a:r>
            <a:r>
              <a:rPr sz="3200" spc="-85" dirty="0">
                <a:latin typeface="Calibri"/>
                <a:cs typeface="Calibri"/>
              </a:rPr>
              <a:t> </a:t>
            </a:r>
            <a:r>
              <a:rPr sz="3200" spc="-10" dirty="0">
                <a:latin typeface="Calibri"/>
                <a:cs typeface="Calibri"/>
              </a:rPr>
              <a:t>electromagnetic </a:t>
            </a:r>
            <a:r>
              <a:rPr sz="3200" dirty="0">
                <a:latin typeface="Calibri"/>
                <a:cs typeface="Calibri"/>
              </a:rPr>
              <a:t>spectrum</a:t>
            </a:r>
            <a:r>
              <a:rPr sz="3200" spc="-55" dirty="0">
                <a:latin typeface="Calibri"/>
                <a:cs typeface="Calibri"/>
              </a:rPr>
              <a:t> </a:t>
            </a:r>
            <a:r>
              <a:rPr sz="3200" dirty="0">
                <a:latin typeface="Calibri"/>
                <a:cs typeface="Calibri"/>
              </a:rPr>
              <a:t>from</a:t>
            </a:r>
            <a:r>
              <a:rPr sz="3200" spc="-80" dirty="0">
                <a:latin typeface="Calibri"/>
                <a:cs typeface="Calibri"/>
              </a:rPr>
              <a:t> </a:t>
            </a:r>
            <a:r>
              <a:rPr sz="3200" spc="-20" dirty="0">
                <a:latin typeface="Calibri"/>
                <a:cs typeface="Calibri"/>
              </a:rPr>
              <a:t>approximately</a:t>
            </a:r>
            <a:r>
              <a:rPr sz="3200" spc="-45" dirty="0">
                <a:latin typeface="Calibri"/>
                <a:cs typeface="Calibri"/>
              </a:rPr>
              <a:t> </a:t>
            </a:r>
            <a:r>
              <a:rPr sz="3200" dirty="0">
                <a:latin typeface="Calibri"/>
                <a:cs typeface="Calibri"/>
              </a:rPr>
              <a:t>400</a:t>
            </a:r>
            <a:r>
              <a:rPr sz="3200" spc="-55" dirty="0">
                <a:latin typeface="Calibri"/>
                <a:cs typeface="Calibri"/>
              </a:rPr>
              <a:t> </a:t>
            </a:r>
            <a:r>
              <a:rPr sz="3200" dirty="0">
                <a:latin typeface="Calibri"/>
                <a:cs typeface="Calibri"/>
              </a:rPr>
              <a:t>to</a:t>
            </a:r>
            <a:r>
              <a:rPr sz="3200" spc="-85" dirty="0">
                <a:latin typeface="Calibri"/>
                <a:cs typeface="Calibri"/>
              </a:rPr>
              <a:t> </a:t>
            </a:r>
            <a:r>
              <a:rPr sz="3200" dirty="0">
                <a:latin typeface="Calibri"/>
                <a:cs typeface="Calibri"/>
              </a:rPr>
              <a:t>700</a:t>
            </a:r>
            <a:r>
              <a:rPr sz="3200" spc="-30" dirty="0">
                <a:latin typeface="Calibri"/>
                <a:cs typeface="Calibri"/>
              </a:rPr>
              <a:t> </a:t>
            </a:r>
            <a:r>
              <a:rPr sz="3200" spc="-25" dirty="0">
                <a:latin typeface="Calibri"/>
                <a:cs typeface="Calibri"/>
              </a:rPr>
              <a:t>nm</a:t>
            </a:r>
            <a:endParaRPr sz="3200">
              <a:latin typeface="Calibri"/>
              <a:cs typeface="Calibri"/>
            </a:endParaRPr>
          </a:p>
          <a:p>
            <a:pPr marL="12700" marR="5080">
              <a:lnSpc>
                <a:spcPct val="100000"/>
              </a:lnSpc>
              <a:spcBef>
                <a:spcPts val="770"/>
              </a:spcBef>
            </a:pPr>
            <a:r>
              <a:rPr sz="3200" dirty="0">
                <a:latin typeface="Calibri"/>
                <a:cs typeface="Calibri"/>
              </a:rPr>
              <a:t>As</a:t>
            </a:r>
            <a:r>
              <a:rPr sz="3200" spc="-105" dirty="0">
                <a:latin typeface="Calibri"/>
                <a:cs typeface="Calibri"/>
              </a:rPr>
              <a:t> </a:t>
            </a:r>
            <a:r>
              <a:rPr sz="3200" dirty="0">
                <a:latin typeface="Calibri"/>
                <a:cs typeface="Calibri"/>
              </a:rPr>
              <a:t>we</a:t>
            </a:r>
            <a:r>
              <a:rPr sz="3200" spc="-90" dirty="0">
                <a:latin typeface="Calibri"/>
                <a:cs typeface="Calibri"/>
              </a:rPr>
              <a:t> </a:t>
            </a:r>
            <a:r>
              <a:rPr sz="3200" dirty="0">
                <a:latin typeface="Calibri"/>
                <a:cs typeface="Calibri"/>
              </a:rPr>
              <a:t>mentioned</a:t>
            </a:r>
            <a:r>
              <a:rPr sz="3200" spc="-65" dirty="0">
                <a:latin typeface="Calibri"/>
                <a:cs typeface="Calibri"/>
              </a:rPr>
              <a:t> </a:t>
            </a:r>
            <a:r>
              <a:rPr sz="3200" spc="-10" dirty="0">
                <a:latin typeface="Calibri"/>
                <a:cs typeface="Calibri"/>
              </a:rPr>
              <a:t>before</a:t>
            </a:r>
            <a:r>
              <a:rPr sz="3200" spc="-95" dirty="0">
                <a:latin typeface="Calibri"/>
                <a:cs typeface="Calibri"/>
              </a:rPr>
              <a:t> </a:t>
            </a:r>
            <a:r>
              <a:rPr sz="3200" dirty="0">
                <a:latin typeface="Calibri"/>
                <a:cs typeface="Calibri"/>
              </a:rPr>
              <a:t>human</a:t>
            </a:r>
            <a:r>
              <a:rPr sz="3200" spc="-55" dirty="0">
                <a:latin typeface="Calibri"/>
                <a:cs typeface="Calibri"/>
              </a:rPr>
              <a:t> </a:t>
            </a:r>
            <a:r>
              <a:rPr sz="3200" dirty="0">
                <a:latin typeface="Calibri"/>
                <a:cs typeface="Calibri"/>
              </a:rPr>
              <a:t>color</a:t>
            </a:r>
            <a:r>
              <a:rPr sz="3200" spc="-85" dirty="0">
                <a:latin typeface="Calibri"/>
                <a:cs typeface="Calibri"/>
              </a:rPr>
              <a:t> </a:t>
            </a:r>
            <a:r>
              <a:rPr sz="3200" dirty="0">
                <a:latin typeface="Calibri"/>
                <a:cs typeface="Calibri"/>
              </a:rPr>
              <a:t>vision</a:t>
            </a:r>
            <a:r>
              <a:rPr sz="3200" spc="-90" dirty="0">
                <a:latin typeface="Calibri"/>
                <a:cs typeface="Calibri"/>
              </a:rPr>
              <a:t> </a:t>
            </a:r>
            <a:r>
              <a:rPr sz="3200" spc="-25" dirty="0">
                <a:latin typeface="Calibri"/>
                <a:cs typeface="Calibri"/>
              </a:rPr>
              <a:t>is </a:t>
            </a:r>
            <a:r>
              <a:rPr sz="3200" dirty="0">
                <a:latin typeface="Calibri"/>
                <a:cs typeface="Calibri"/>
              </a:rPr>
              <a:t>achieved</a:t>
            </a:r>
            <a:r>
              <a:rPr sz="3200" spc="-50" dirty="0">
                <a:latin typeface="Calibri"/>
                <a:cs typeface="Calibri"/>
              </a:rPr>
              <a:t> </a:t>
            </a:r>
            <a:r>
              <a:rPr sz="3200" dirty="0">
                <a:latin typeface="Calibri"/>
                <a:cs typeface="Calibri"/>
              </a:rPr>
              <a:t>through</a:t>
            </a:r>
            <a:r>
              <a:rPr sz="3200" spc="-60" dirty="0">
                <a:latin typeface="Calibri"/>
                <a:cs typeface="Calibri"/>
              </a:rPr>
              <a:t> </a:t>
            </a:r>
            <a:r>
              <a:rPr sz="3200" dirty="0">
                <a:latin typeface="Calibri"/>
                <a:cs typeface="Calibri"/>
              </a:rPr>
              <a:t>6</a:t>
            </a:r>
            <a:r>
              <a:rPr sz="3200" spc="-70" dirty="0">
                <a:latin typeface="Calibri"/>
                <a:cs typeface="Calibri"/>
              </a:rPr>
              <a:t> </a:t>
            </a:r>
            <a:r>
              <a:rPr sz="3200" dirty="0">
                <a:latin typeface="Calibri"/>
                <a:cs typeface="Calibri"/>
              </a:rPr>
              <a:t>to</a:t>
            </a:r>
            <a:r>
              <a:rPr sz="3200" spc="-85" dirty="0">
                <a:latin typeface="Calibri"/>
                <a:cs typeface="Calibri"/>
              </a:rPr>
              <a:t> </a:t>
            </a:r>
            <a:r>
              <a:rPr sz="3200" dirty="0">
                <a:latin typeface="Calibri"/>
                <a:cs typeface="Calibri"/>
              </a:rPr>
              <a:t>7</a:t>
            </a:r>
            <a:r>
              <a:rPr sz="3200" spc="-75" dirty="0">
                <a:latin typeface="Calibri"/>
                <a:cs typeface="Calibri"/>
              </a:rPr>
              <a:t> </a:t>
            </a:r>
            <a:r>
              <a:rPr sz="3200" dirty="0">
                <a:latin typeface="Calibri"/>
                <a:cs typeface="Calibri"/>
              </a:rPr>
              <a:t>million</a:t>
            </a:r>
            <a:r>
              <a:rPr sz="3200" spc="-85" dirty="0">
                <a:latin typeface="Calibri"/>
                <a:cs typeface="Calibri"/>
              </a:rPr>
              <a:t> </a:t>
            </a:r>
            <a:r>
              <a:rPr sz="3200" dirty="0">
                <a:latin typeface="Calibri"/>
                <a:cs typeface="Calibri"/>
              </a:rPr>
              <a:t>cones</a:t>
            </a:r>
            <a:r>
              <a:rPr sz="3200" spc="-50" dirty="0">
                <a:latin typeface="Calibri"/>
                <a:cs typeface="Calibri"/>
              </a:rPr>
              <a:t> </a:t>
            </a:r>
            <a:r>
              <a:rPr sz="3200" dirty="0">
                <a:latin typeface="Calibri"/>
                <a:cs typeface="Calibri"/>
              </a:rPr>
              <a:t>in</a:t>
            </a:r>
            <a:r>
              <a:rPr sz="3200" spc="-75" dirty="0">
                <a:latin typeface="Calibri"/>
                <a:cs typeface="Calibri"/>
              </a:rPr>
              <a:t> </a:t>
            </a:r>
            <a:r>
              <a:rPr sz="3200" spc="-20" dirty="0">
                <a:latin typeface="Calibri"/>
                <a:cs typeface="Calibri"/>
              </a:rPr>
              <a:t>each </a:t>
            </a:r>
            <a:r>
              <a:rPr sz="3200" spc="-25" dirty="0">
                <a:latin typeface="Calibri"/>
                <a:cs typeface="Calibri"/>
              </a:rPr>
              <a:t>eye</a:t>
            </a:r>
            <a:endParaRPr sz="3200">
              <a:latin typeface="Calibri"/>
              <a:cs typeface="Calibri"/>
            </a:endParaRPr>
          </a:p>
        </p:txBody>
      </p:sp>
      <p:pic>
        <p:nvPicPr>
          <p:cNvPr id="4" name="object 4"/>
          <p:cNvPicPr/>
          <p:nvPr/>
        </p:nvPicPr>
        <p:blipFill>
          <a:blip r:embed="rId2" cstate="print"/>
          <a:stretch>
            <a:fillRect/>
          </a:stretch>
        </p:blipFill>
        <p:spPr>
          <a:xfrm>
            <a:off x="335279" y="4261102"/>
            <a:ext cx="8735568" cy="2471277"/>
          </a:xfrm>
          <a:prstGeom prst="rect">
            <a:avLst/>
          </a:prstGeom>
        </p:spPr>
      </p:pic>
      <p:grpSp>
        <p:nvGrpSpPr>
          <p:cNvPr id="5" name="object 5"/>
          <p:cNvGrpSpPr/>
          <p:nvPr/>
        </p:nvGrpSpPr>
        <p:grpSpPr>
          <a:xfrm>
            <a:off x="-6096" y="1624583"/>
            <a:ext cx="262255" cy="5233670"/>
            <a:chOff x="-6096" y="1624583"/>
            <a:chExt cx="262255" cy="5233670"/>
          </a:xfrm>
        </p:grpSpPr>
        <p:pic>
          <p:nvPicPr>
            <p:cNvPr id="6" name="object 6"/>
            <p:cNvPicPr/>
            <p:nvPr/>
          </p:nvPicPr>
          <p:blipFill>
            <a:blip r:embed="rId3" cstate="print"/>
            <a:stretch>
              <a:fillRect/>
            </a:stretch>
          </p:blipFill>
          <p:spPr>
            <a:xfrm>
              <a:off x="0" y="6662926"/>
              <a:ext cx="256032" cy="195073"/>
            </a:xfrm>
            <a:prstGeom prst="rect">
              <a:avLst/>
            </a:prstGeom>
          </p:spPr>
        </p:pic>
        <p:sp>
          <p:nvSpPr>
            <p:cNvPr id="7" name="object 7"/>
            <p:cNvSpPr/>
            <p:nvPr/>
          </p:nvSpPr>
          <p:spPr>
            <a:xfrm>
              <a:off x="0" y="1630679"/>
              <a:ext cx="250190" cy="5035550"/>
            </a:xfrm>
            <a:custGeom>
              <a:avLst/>
              <a:gdLst/>
              <a:ahLst/>
              <a:cxnLst/>
              <a:rect l="l" t="t" r="r" b="b"/>
              <a:pathLst>
                <a:path w="250190" h="5035550">
                  <a:moveTo>
                    <a:pt x="249936" y="0"/>
                  </a:moveTo>
                  <a:lnTo>
                    <a:pt x="0" y="0"/>
                  </a:lnTo>
                  <a:lnTo>
                    <a:pt x="0" y="5035296"/>
                  </a:lnTo>
                  <a:lnTo>
                    <a:pt x="249936" y="5035296"/>
                  </a:lnTo>
                  <a:lnTo>
                    <a:pt x="249936" y="0"/>
                  </a:lnTo>
                  <a:close/>
                </a:path>
              </a:pathLst>
            </a:custGeom>
            <a:solidFill>
              <a:srgbClr val="C0504D"/>
            </a:solidFill>
          </p:spPr>
          <p:txBody>
            <a:bodyPr wrap="square" lIns="0" tIns="0" rIns="0" bIns="0" rtlCol="0"/>
            <a:lstStyle/>
            <a:p>
              <a:endParaRPr/>
            </a:p>
          </p:txBody>
        </p:sp>
        <p:sp>
          <p:nvSpPr>
            <p:cNvPr id="8" name="object 8"/>
            <p:cNvSpPr/>
            <p:nvPr/>
          </p:nvSpPr>
          <p:spPr>
            <a:xfrm>
              <a:off x="0" y="1630679"/>
              <a:ext cx="250190" cy="5035550"/>
            </a:xfrm>
            <a:custGeom>
              <a:avLst/>
              <a:gdLst/>
              <a:ahLst/>
              <a:cxnLst/>
              <a:rect l="l" t="t" r="r" b="b"/>
              <a:pathLst>
                <a:path w="250190" h="5035550">
                  <a:moveTo>
                    <a:pt x="0" y="5035296"/>
                  </a:moveTo>
                  <a:lnTo>
                    <a:pt x="249936" y="5035296"/>
                  </a:lnTo>
                  <a:lnTo>
                    <a:pt x="249936" y="0"/>
                  </a:lnTo>
                  <a:lnTo>
                    <a:pt x="0" y="0"/>
                  </a:lnTo>
                </a:path>
              </a:pathLst>
            </a:custGeom>
            <a:ln w="12192">
              <a:solidFill>
                <a:srgbClr val="000000"/>
              </a:solidFill>
            </a:ln>
          </p:spPr>
          <p:txBody>
            <a:bodyPr wrap="square" lIns="0" tIns="0" rIns="0" bIns="0" rtlCol="0"/>
            <a:lstStyle/>
            <a:p>
              <a:endParaRPr/>
            </a:p>
          </p:txBody>
        </p:sp>
      </p:grpSp>
      <p:sp>
        <p:nvSpPr>
          <p:cNvPr id="9" name="object 9"/>
          <p:cNvSpPr txBox="1"/>
          <p:nvPr/>
        </p:nvSpPr>
        <p:spPr>
          <a:xfrm>
            <a:off x="16256" y="1636776"/>
            <a:ext cx="208915" cy="5029200"/>
          </a:xfrm>
          <a:prstGeom prst="rect">
            <a:avLst/>
          </a:prstGeom>
        </p:spPr>
        <p:txBody>
          <a:bodyPr vert="vert270" wrap="square" lIns="0" tIns="12700" rIns="0" bIns="0" rtlCol="0">
            <a:spAutoFit/>
          </a:bodyPr>
          <a:lstStyle/>
          <a:p>
            <a:pPr marL="84455">
              <a:lnSpc>
                <a:spcPct val="100000"/>
              </a:lnSpc>
              <a:spcBef>
                <a:spcPts val="100"/>
              </a:spcBef>
            </a:pPr>
            <a:r>
              <a:rPr sz="1200" dirty="0">
                <a:solidFill>
                  <a:srgbClr val="FFFFFF"/>
                </a:solidFill>
                <a:latin typeface="Arial MT"/>
                <a:cs typeface="Arial MT"/>
              </a:rPr>
              <a:t>Images</a:t>
            </a:r>
            <a:r>
              <a:rPr sz="1200" spc="15" dirty="0">
                <a:solidFill>
                  <a:srgbClr val="FFFFFF"/>
                </a:solidFill>
                <a:latin typeface="Arial MT"/>
                <a:cs typeface="Arial MT"/>
              </a:rPr>
              <a:t> </a:t>
            </a:r>
            <a:r>
              <a:rPr sz="1200" dirty="0">
                <a:solidFill>
                  <a:srgbClr val="FFFFFF"/>
                </a:solidFill>
                <a:latin typeface="Arial MT"/>
                <a:cs typeface="Arial MT"/>
              </a:rPr>
              <a:t>taken</a:t>
            </a:r>
            <a:r>
              <a:rPr sz="1200" spc="-30" dirty="0">
                <a:solidFill>
                  <a:srgbClr val="FFFFFF"/>
                </a:solidFill>
                <a:latin typeface="Arial MT"/>
                <a:cs typeface="Arial MT"/>
              </a:rPr>
              <a:t> </a:t>
            </a:r>
            <a:r>
              <a:rPr sz="1200" dirty="0">
                <a:solidFill>
                  <a:srgbClr val="FFFFFF"/>
                </a:solidFill>
                <a:latin typeface="Arial MT"/>
                <a:cs typeface="Arial MT"/>
              </a:rPr>
              <a:t>from</a:t>
            </a:r>
            <a:r>
              <a:rPr sz="1200" spc="-20" dirty="0">
                <a:solidFill>
                  <a:srgbClr val="FFFFFF"/>
                </a:solidFill>
                <a:latin typeface="Arial MT"/>
                <a:cs typeface="Arial MT"/>
              </a:rPr>
              <a:t> </a:t>
            </a:r>
            <a:r>
              <a:rPr sz="1200" dirty="0">
                <a:solidFill>
                  <a:srgbClr val="FFFFFF"/>
                </a:solidFill>
                <a:latin typeface="Arial MT"/>
                <a:cs typeface="Arial MT"/>
              </a:rPr>
              <a:t>Gonzalez</a:t>
            </a:r>
            <a:r>
              <a:rPr sz="1200" spc="-75" dirty="0">
                <a:solidFill>
                  <a:srgbClr val="FFFFFF"/>
                </a:solidFill>
                <a:latin typeface="Arial MT"/>
                <a:cs typeface="Arial MT"/>
              </a:rPr>
              <a:t> </a:t>
            </a:r>
            <a:r>
              <a:rPr sz="1200" dirty="0">
                <a:solidFill>
                  <a:srgbClr val="FFFFFF"/>
                </a:solidFill>
                <a:latin typeface="Arial MT"/>
                <a:cs typeface="Arial MT"/>
              </a:rPr>
              <a:t>&amp;</a:t>
            </a:r>
            <a:r>
              <a:rPr sz="1200" spc="-20" dirty="0">
                <a:solidFill>
                  <a:srgbClr val="FFFFFF"/>
                </a:solidFill>
                <a:latin typeface="Arial MT"/>
                <a:cs typeface="Arial MT"/>
              </a:rPr>
              <a:t> </a:t>
            </a:r>
            <a:r>
              <a:rPr sz="1200" dirty="0">
                <a:solidFill>
                  <a:srgbClr val="FFFFFF"/>
                </a:solidFill>
                <a:latin typeface="Arial MT"/>
                <a:cs typeface="Arial MT"/>
              </a:rPr>
              <a:t>Woods,</a:t>
            </a:r>
            <a:r>
              <a:rPr sz="1200" spc="-75" dirty="0">
                <a:solidFill>
                  <a:srgbClr val="FFFFFF"/>
                </a:solidFill>
                <a:latin typeface="Arial MT"/>
                <a:cs typeface="Arial MT"/>
              </a:rPr>
              <a:t> </a:t>
            </a:r>
            <a:r>
              <a:rPr sz="1200" dirty="0">
                <a:solidFill>
                  <a:srgbClr val="FFFFFF"/>
                </a:solidFill>
                <a:latin typeface="Arial MT"/>
                <a:cs typeface="Arial MT"/>
              </a:rPr>
              <a:t>Digital</a:t>
            </a:r>
            <a:r>
              <a:rPr sz="1200" spc="-80" dirty="0">
                <a:solidFill>
                  <a:srgbClr val="FFFFFF"/>
                </a:solidFill>
                <a:latin typeface="Arial MT"/>
                <a:cs typeface="Arial MT"/>
              </a:rPr>
              <a:t> </a:t>
            </a:r>
            <a:r>
              <a:rPr sz="1200" dirty="0">
                <a:solidFill>
                  <a:srgbClr val="FFFFFF"/>
                </a:solidFill>
                <a:latin typeface="Arial MT"/>
                <a:cs typeface="Arial MT"/>
              </a:rPr>
              <a:t>Image</a:t>
            </a:r>
            <a:r>
              <a:rPr sz="1200" spc="15" dirty="0">
                <a:solidFill>
                  <a:srgbClr val="FFFFFF"/>
                </a:solidFill>
                <a:latin typeface="Arial MT"/>
                <a:cs typeface="Arial MT"/>
              </a:rPr>
              <a:t> </a:t>
            </a:r>
            <a:r>
              <a:rPr sz="1200" dirty="0">
                <a:solidFill>
                  <a:srgbClr val="FFFFFF"/>
                </a:solidFill>
                <a:latin typeface="Arial MT"/>
                <a:cs typeface="Arial MT"/>
              </a:rPr>
              <a:t>Processing</a:t>
            </a:r>
            <a:r>
              <a:rPr sz="1200" spc="-70" dirty="0">
                <a:solidFill>
                  <a:srgbClr val="FFFFFF"/>
                </a:solidFill>
                <a:latin typeface="Arial MT"/>
                <a:cs typeface="Arial MT"/>
              </a:rPr>
              <a:t> </a:t>
            </a:r>
            <a:r>
              <a:rPr sz="1200" spc="-10" dirty="0">
                <a:solidFill>
                  <a:srgbClr val="FFFFFF"/>
                </a:solidFill>
                <a:latin typeface="Arial MT"/>
                <a:cs typeface="Arial MT"/>
              </a:rPr>
              <a:t>(2002)</a:t>
            </a:r>
            <a:endParaRPr sz="1200">
              <a:latin typeface="Arial MT"/>
              <a:cs typeface="Arial M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710565">
              <a:lnSpc>
                <a:spcPct val="100000"/>
              </a:lnSpc>
              <a:spcBef>
                <a:spcPts val="90"/>
              </a:spcBef>
            </a:pPr>
            <a:r>
              <a:rPr dirty="0"/>
              <a:t>Color</a:t>
            </a:r>
            <a:r>
              <a:rPr spc="-170" dirty="0"/>
              <a:t> </a:t>
            </a:r>
            <a:r>
              <a:rPr spc="-10" dirty="0"/>
              <a:t>Fundamentals</a:t>
            </a:r>
            <a:r>
              <a:rPr spc="-125" dirty="0"/>
              <a:t> </a:t>
            </a:r>
            <a:r>
              <a:rPr spc="-10" dirty="0"/>
              <a:t>(cont…)</a:t>
            </a:r>
          </a:p>
        </p:txBody>
      </p:sp>
      <p:sp>
        <p:nvSpPr>
          <p:cNvPr id="3" name="object 3"/>
          <p:cNvSpPr txBox="1">
            <a:spLocks noGrp="1"/>
          </p:cNvSpPr>
          <p:nvPr>
            <p:ph type="body" idx="1"/>
          </p:nvPr>
        </p:nvSpPr>
        <p:spPr>
          <a:prstGeom prst="rect">
            <a:avLst/>
          </a:prstGeom>
        </p:spPr>
        <p:txBody>
          <a:bodyPr vert="horz" wrap="square" lIns="0" tIns="66675" rIns="0" bIns="0" rtlCol="0">
            <a:spAutoFit/>
          </a:bodyPr>
          <a:lstStyle/>
          <a:p>
            <a:pPr marL="12700" marR="91440">
              <a:lnSpc>
                <a:spcPts val="3460"/>
              </a:lnSpc>
              <a:spcBef>
                <a:spcPts val="525"/>
              </a:spcBef>
            </a:pPr>
            <a:r>
              <a:rPr dirty="0"/>
              <a:t>3</a:t>
            </a:r>
            <a:r>
              <a:rPr spc="-60" dirty="0"/>
              <a:t> </a:t>
            </a:r>
            <a:r>
              <a:rPr dirty="0"/>
              <a:t>basic</a:t>
            </a:r>
            <a:r>
              <a:rPr spc="-55" dirty="0"/>
              <a:t> </a:t>
            </a:r>
            <a:r>
              <a:rPr dirty="0"/>
              <a:t>qualities</a:t>
            </a:r>
            <a:r>
              <a:rPr spc="-65" dirty="0"/>
              <a:t> </a:t>
            </a:r>
            <a:r>
              <a:rPr dirty="0"/>
              <a:t>are</a:t>
            </a:r>
            <a:r>
              <a:rPr spc="-55" dirty="0"/>
              <a:t> </a:t>
            </a:r>
            <a:r>
              <a:rPr dirty="0"/>
              <a:t>used</a:t>
            </a:r>
            <a:r>
              <a:rPr spc="-50" dirty="0"/>
              <a:t> </a:t>
            </a:r>
            <a:r>
              <a:rPr dirty="0"/>
              <a:t>to</a:t>
            </a:r>
            <a:r>
              <a:rPr spc="-70" dirty="0"/>
              <a:t> </a:t>
            </a:r>
            <a:r>
              <a:rPr dirty="0"/>
              <a:t>describe</a:t>
            </a:r>
            <a:r>
              <a:rPr spc="-50" dirty="0"/>
              <a:t> </a:t>
            </a:r>
            <a:r>
              <a:rPr dirty="0"/>
              <a:t>the</a:t>
            </a:r>
            <a:r>
              <a:rPr spc="-50" dirty="0"/>
              <a:t> </a:t>
            </a:r>
            <a:r>
              <a:rPr spc="-10" dirty="0"/>
              <a:t>quality </a:t>
            </a:r>
            <a:r>
              <a:rPr dirty="0"/>
              <a:t>of</a:t>
            </a:r>
            <a:r>
              <a:rPr spc="-85" dirty="0"/>
              <a:t> </a:t>
            </a:r>
            <a:r>
              <a:rPr dirty="0"/>
              <a:t>a</a:t>
            </a:r>
            <a:r>
              <a:rPr spc="-80" dirty="0"/>
              <a:t> </a:t>
            </a:r>
            <a:r>
              <a:rPr dirty="0"/>
              <a:t>chromatic</a:t>
            </a:r>
            <a:r>
              <a:rPr spc="-50" dirty="0"/>
              <a:t> </a:t>
            </a:r>
            <a:r>
              <a:rPr dirty="0"/>
              <a:t>light</a:t>
            </a:r>
            <a:r>
              <a:rPr spc="-80" dirty="0"/>
              <a:t> </a:t>
            </a:r>
            <a:r>
              <a:rPr spc="-10" dirty="0"/>
              <a:t>source:</a:t>
            </a:r>
          </a:p>
          <a:p>
            <a:pPr marL="754380" marR="327025" indent="-285115">
              <a:lnSpc>
                <a:spcPts val="2690"/>
              </a:lnSpc>
              <a:spcBef>
                <a:spcPts val="685"/>
              </a:spcBef>
              <a:buFont typeface="Arial MT"/>
              <a:buChar char="–"/>
              <a:tabLst>
                <a:tab pos="756285" algn="l"/>
              </a:tabLst>
            </a:pPr>
            <a:r>
              <a:rPr sz="2800" b="1" dirty="0">
                <a:latin typeface="Calibri"/>
                <a:cs typeface="Calibri"/>
              </a:rPr>
              <a:t>Radiance:</a:t>
            </a:r>
            <a:r>
              <a:rPr sz="2800" b="1" spc="-95" dirty="0">
                <a:latin typeface="Calibri"/>
                <a:cs typeface="Calibri"/>
              </a:rPr>
              <a:t> </a:t>
            </a:r>
            <a:r>
              <a:rPr sz="2800" dirty="0"/>
              <a:t>the</a:t>
            </a:r>
            <a:r>
              <a:rPr sz="2800" spc="-55" dirty="0"/>
              <a:t> </a:t>
            </a:r>
            <a:r>
              <a:rPr sz="2800" dirty="0"/>
              <a:t>total</a:t>
            </a:r>
            <a:r>
              <a:rPr sz="2800" spc="-70" dirty="0"/>
              <a:t> </a:t>
            </a:r>
            <a:r>
              <a:rPr sz="2800" dirty="0"/>
              <a:t>amount</a:t>
            </a:r>
            <a:r>
              <a:rPr sz="2800" spc="-40" dirty="0"/>
              <a:t> </a:t>
            </a:r>
            <a:r>
              <a:rPr sz="2800" dirty="0"/>
              <a:t>of</a:t>
            </a:r>
            <a:r>
              <a:rPr sz="2800" spc="-40" dirty="0"/>
              <a:t> </a:t>
            </a:r>
            <a:r>
              <a:rPr sz="2800" dirty="0"/>
              <a:t>energy</a:t>
            </a:r>
            <a:r>
              <a:rPr sz="2800" spc="-50" dirty="0"/>
              <a:t> </a:t>
            </a:r>
            <a:r>
              <a:rPr sz="2800" dirty="0"/>
              <a:t>that</a:t>
            </a:r>
            <a:r>
              <a:rPr sz="2800" spc="-50" dirty="0"/>
              <a:t> </a:t>
            </a:r>
            <a:r>
              <a:rPr sz="2800" spc="-10" dirty="0"/>
              <a:t>flows 	</a:t>
            </a:r>
            <a:r>
              <a:rPr sz="2800" dirty="0"/>
              <a:t>from</a:t>
            </a:r>
            <a:r>
              <a:rPr sz="2800" spc="-80" dirty="0"/>
              <a:t> </a:t>
            </a:r>
            <a:r>
              <a:rPr sz="2800" dirty="0"/>
              <a:t>the</a:t>
            </a:r>
            <a:r>
              <a:rPr sz="2800" spc="-25" dirty="0"/>
              <a:t> </a:t>
            </a:r>
            <a:r>
              <a:rPr sz="2800" dirty="0"/>
              <a:t>light</a:t>
            </a:r>
            <a:r>
              <a:rPr sz="2800" spc="-50" dirty="0"/>
              <a:t> </a:t>
            </a:r>
            <a:r>
              <a:rPr sz="2800" dirty="0"/>
              <a:t>source</a:t>
            </a:r>
            <a:r>
              <a:rPr sz="2800" spc="-25" dirty="0"/>
              <a:t> </a:t>
            </a:r>
            <a:r>
              <a:rPr sz="2800" dirty="0"/>
              <a:t>(measured</a:t>
            </a:r>
            <a:r>
              <a:rPr sz="2800" spc="-40" dirty="0"/>
              <a:t> </a:t>
            </a:r>
            <a:r>
              <a:rPr sz="2800" dirty="0"/>
              <a:t>in</a:t>
            </a:r>
            <a:r>
              <a:rPr sz="2800" spc="-35" dirty="0"/>
              <a:t> </a:t>
            </a:r>
            <a:r>
              <a:rPr sz="2800" spc="-10" dirty="0"/>
              <a:t>watts)</a:t>
            </a:r>
            <a:endParaRPr sz="2800">
              <a:latin typeface="Calibri"/>
              <a:cs typeface="Calibri"/>
            </a:endParaRPr>
          </a:p>
          <a:p>
            <a:pPr marL="755015" marR="554355" indent="-285750">
              <a:lnSpc>
                <a:spcPct val="80000"/>
              </a:lnSpc>
              <a:spcBef>
                <a:spcPts val="695"/>
              </a:spcBef>
              <a:buFont typeface="Arial MT"/>
              <a:buChar char="–"/>
              <a:tabLst>
                <a:tab pos="756285" algn="l"/>
              </a:tabLst>
            </a:pPr>
            <a:r>
              <a:rPr sz="2800" b="1" dirty="0">
                <a:latin typeface="Calibri"/>
                <a:cs typeface="Calibri"/>
              </a:rPr>
              <a:t>Luminance:</a:t>
            </a:r>
            <a:r>
              <a:rPr sz="2800" b="1" spc="-75" dirty="0">
                <a:latin typeface="Calibri"/>
                <a:cs typeface="Calibri"/>
              </a:rPr>
              <a:t> </a:t>
            </a:r>
            <a:r>
              <a:rPr sz="2800" dirty="0"/>
              <a:t>the</a:t>
            </a:r>
            <a:r>
              <a:rPr sz="2800" spc="-30" dirty="0"/>
              <a:t> </a:t>
            </a:r>
            <a:r>
              <a:rPr sz="2800" dirty="0"/>
              <a:t>amount</a:t>
            </a:r>
            <a:r>
              <a:rPr sz="2800" spc="-25" dirty="0"/>
              <a:t> </a:t>
            </a:r>
            <a:r>
              <a:rPr sz="2800" dirty="0"/>
              <a:t>of</a:t>
            </a:r>
            <a:r>
              <a:rPr sz="2800" spc="-50" dirty="0"/>
              <a:t> </a:t>
            </a:r>
            <a:r>
              <a:rPr sz="2800" dirty="0"/>
              <a:t>energy</a:t>
            </a:r>
            <a:r>
              <a:rPr sz="2800" spc="-45" dirty="0"/>
              <a:t> </a:t>
            </a:r>
            <a:r>
              <a:rPr sz="2800" dirty="0"/>
              <a:t>an</a:t>
            </a:r>
            <a:r>
              <a:rPr sz="2800" spc="-30" dirty="0"/>
              <a:t> </a:t>
            </a:r>
            <a:r>
              <a:rPr sz="2800" spc="-10" dirty="0"/>
              <a:t>observer 	</a:t>
            </a:r>
            <a:r>
              <a:rPr sz="2800" i="1" dirty="0">
                <a:latin typeface="Calibri"/>
                <a:cs typeface="Calibri"/>
              </a:rPr>
              <a:t>perceives</a:t>
            </a:r>
            <a:r>
              <a:rPr sz="2800" i="1" spc="-100" dirty="0">
                <a:latin typeface="Calibri"/>
                <a:cs typeface="Calibri"/>
              </a:rPr>
              <a:t> </a:t>
            </a:r>
            <a:r>
              <a:rPr sz="2800" dirty="0"/>
              <a:t>from</a:t>
            </a:r>
            <a:r>
              <a:rPr sz="2800" spc="-65" dirty="0"/>
              <a:t> </a:t>
            </a:r>
            <a:r>
              <a:rPr sz="2800" dirty="0"/>
              <a:t>the</a:t>
            </a:r>
            <a:r>
              <a:rPr sz="2800" spc="-55" dirty="0"/>
              <a:t> </a:t>
            </a:r>
            <a:r>
              <a:rPr sz="2800" dirty="0"/>
              <a:t>light</a:t>
            </a:r>
            <a:r>
              <a:rPr sz="2800" spc="-65" dirty="0"/>
              <a:t> </a:t>
            </a:r>
            <a:r>
              <a:rPr sz="2800" dirty="0"/>
              <a:t>source</a:t>
            </a:r>
            <a:r>
              <a:rPr sz="2800" spc="-70" dirty="0"/>
              <a:t> </a:t>
            </a:r>
            <a:r>
              <a:rPr sz="2800" dirty="0"/>
              <a:t>(measured</a:t>
            </a:r>
            <a:r>
              <a:rPr sz="2800" spc="-60" dirty="0"/>
              <a:t> </a:t>
            </a:r>
            <a:r>
              <a:rPr sz="2800" spc="-25" dirty="0"/>
              <a:t>in 	</a:t>
            </a:r>
            <a:r>
              <a:rPr sz="2800" spc="-10" dirty="0"/>
              <a:t>lumens)</a:t>
            </a:r>
            <a:endParaRPr sz="2800">
              <a:latin typeface="Calibri"/>
              <a:cs typeface="Calibri"/>
            </a:endParaRPr>
          </a:p>
          <a:p>
            <a:pPr marL="1154430" lvl="1" indent="-227329">
              <a:lnSpc>
                <a:spcPts val="2875"/>
              </a:lnSpc>
              <a:spcBef>
                <a:spcPts val="15"/>
              </a:spcBef>
              <a:buFont typeface="Arial MT"/>
              <a:buChar char="•"/>
              <a:tabLst>
                <a:tab pos="1154430" algn="l"/>
              </a:tabLst>
            </a:pPr>
            <a:r>
              <a:rPr sz="2400" dirty="0">
                <a:latin typeface="Calibri"/>
                <a:cs typeface="Calibri"/>
              </a:rPr>
              <a:t>Note</a:t>
            </a:r>
            <a:r>
              <a:rPr sz="2400" spc="-85" dirty="0">
                <a:latin typeface="Calibri"/>
                <a:cs typeface="Calibri"/>
              </a:rPr>
              <a:t> </a:t>
            </a:r>
            <a:r>
              <a:rPr sz="2400" dirty="0">
                <a:latin typeface="Calibri"/>
                <a:cs typeface="Calibri"/>
              </a:rPr>
              <a:t>we</a:t>
            </a:r>
            <a:r>
              <a:rPr sz="2400" spc="-30" dirty="0">
                <a:latin typeface="Calibri"/>
                <a:cs typeface="Calibri"/>
              </a:rPr>
              <a:t> </a:t>
            </a:r>
            <a:r>
              <a:rPr sz="2400" dirty="0">
                <a:latin typeface="Calibri"/>
                <a:cs typeface="Calibri"/>
              </a:rPr>
              <a:t>can</a:t>
            </a:r>
            <a:r>
              <a:rPr sz="2400" spc="-50" dirty="0">
                <a:latin typeface="Calibri"/>
                <a:cs typeface="Calibri"/>
              </a:rPr>
              <a:t> </a:t>
            </a:r>
            <a:r>
              <a:rPr sz="2400" dirty="0">
                <a:latin typeface="Calibri"/>
                <a:cs typeface="Calibri"/>
              </a:rPr>
              <a:t>have</a:t>
            </a:r>
            <a:r>
              <a:rPr sz="2400" spc="-30" dirty="0">
                <a:latin typeface="Calibri"/>
                <a:cs typeface="Calibri"/>
              </a:rPr>
              <a:t> </a:t>
            </a:r>
            <a:r>
              <a:rPr sz="2400" dirty="0">
                <a:latin typeface="Calibri"/>
                <a:cs typeface="Calibri"/>
              </a:rPr>
              <a:t>high</a:t>
            </a:r>
            <a:r>
              <a:rPr sz="2400" spc="-70" dirty="0">
                <a:latin typeface="Calibri"/>
                <a:cs typeface="Calibri"/>
              </a:rPr>
              <a:t> </a:t>
            </a:r>
            <a:r>
              <a:rPr sz="2400" dirty="0">
                <a:latin typeface="Calibri"/>
                <a:cs typeface="Calibri"/>
              </a:rPr>
              <a:t>radiance,</a:t>
            </a:r>
            <a:r>
              <a:rPr sz="2400" spc="-75" dirty="0">
                <a:latin typeface="Calibri"/>
                <a:cs typeface="Calibri"/>
              </a:rPr>
              <a:t> </a:t>
            </a:r>
            <a:r>
              <a:rPr sz="2400" dirty="0">
                <a:latin typeface="Calibri"/>
                <a:cs typeface="Calibri"/>
              </a:rPr>
              <a:t>but</a:t>
            </a:r>
            <a:r>
              <a:rPr sz="2400" spc="-70" dirty="0">
                <a:latin typeface="Calibri"/>
                <a:cs typeface="Calibri"/>
              </a:rPr>
              <a:t> </a:t>
            </a:r>
            <a:r>
              <a:rPr sz="2400" dirty="0">
                <a:latin typeface="Calibri"/>
                <a:cs typeface="Calibri"/>
              </a:rPr>
              <a:t>low</a:t>
            </a:r>
            <a:r>
              <a:rPr sz="2400" spc="-60" dirty="0">
                <a:latin typeface="Calibri"/>
                <a:cs typeface="Calibri"/>
              </a:rPr>
              <a:t> </a:t>
            </a:r>
            <a:r>
              <a:rPr sz="2400" spc="-10" dirty="0">
                <a:latin typeface="Calibri"/>
                <a:cs typeface="Calibri"/>
              </a:rPr>
              <a:t>luminance</a:t>
            </a:r>
            <a:endParaRPr sz="2400">
              <a:latin typeface="Calibri"/>
              <a:cs typeface="Calibri"/>
            </a:endParaRPr>
          </a:p>
          <a:p>
            <a:pPr marL="755015" marR="5080" indent="-285750">
              <a:lnSpc>
                <a:spcPct val="80000"/>
              </a:lnSpc>
              <a:spcBef>
                <a:spcPts val="665"/>
              </a:spcBef>
              <a:buFont typeface="Arial MT"/>
              <a:buChar char="–"/>
              <a:tabLst>
                <a:tab pos="756285" algn="l"/>
              </a:tabLst>
            </a:pPr>
            <a:r>
              <a:rPr sz="2800" b="1" dirty="0">
                <a:latin typeface="Calibri"/>
                <a:cs typeface="Calibri"/>
              </a:rPr>
              <a:t>Brightness:</a:t>
            </a:r>
            <a:r>
              <a:rPr sz="2800" b="1" spc="-125" dirty="0">
                <a:latin typeface="Calibri"/>
                <a:cs typeface="Calibri"/>
              </a:rPr>
              <a:t> </a:t>
            </a:r>
            <a:r>
              <a:rPr sz="2800" dirty="0"/>
              <a:t>a</a:t>
            </a:r>
            <a:r>
              <a:rPr sz="2800" spc="-55" dirty="0"/>
              <a:t> </a:t>
            </a:r>
            <a:r>
              <a:rPr sz="2800" dirty="0"/>
              <a:t>subjective</a:t>
            </a:r>
            <a:r>
              <a:rPr sz="2800" spc="-45" dirty="0"/>
              <a:t> </a:t>
            </a:r>
            <a:r>
              <a:rPr sz="2800" spc="-10" dirty="0"/>
              <a:t>(practically 	</a:t>
            </a:r>
            <a:r>
              <a:rPr sz="2800" dirty="0"/>
              <a:t>unmeasurable)</a:t>
            </a:r>
            <a:r>
              <a:rPr sz="2800" spc="-60" dirty="0"/>
              <a:t> </a:t>
            </a:r>
            <a:r>
              <a:rPr sz="2800" dirty="0"/>
              <a:t>notion</a:t>
            </a:r>
            <a:r>
              <a:rPr sz="2800" spc="-80" dirty="0"/>
              <a:t> </a:t>
            </a:r>
            <a:r>
              <a:rPr sz="2800" dirty="0"/>
              <a:t>that</a:t>
            </a:r>
            <a:r>
              <a:rPr sz="2800" spc="-60" dirty="0"/>
              <a:t> </a:t>
            </a:r>
            <a:r>
              <a:rPr sz="2800" dirty="0"/>
              <a:t>embodies</a:t>
            </a:r>
            <a:r>
              <a:rPr sz="2800" spc="-60" dirty="0"/>
              <a:t> </a:t>
            </a:r>
            <a:r>
              <a:rPr sz="2800" dirty="0"/>
              <a:t>the</a:t>
            </a:r>
            <a:r>
              <a:rPr sz="2800" spc="-60" dirty="0"/>
              <a:t> </a:t>
            </a:r>
            <a:r>
              <a:rPr sz="2800" spc="-10" dirty="0"/>
              <a:t>intensity 	</a:t>
            </a:r>
            <a:r>
              <a:rPr sz="2800" dirty="0"/>
              <a:t>of</a:t>
            </a:r>
            <a:r>
              <a:rPr sz="2800" spc="-20" dirty="0"/>
              <a:t> light</a:t>
            </a:r>
            <a:endParaRPr sz="2800">
              <a:latin typeface="Calibri"/>
              <a:cs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820419">
              <a:lnSpc>
                <a:spcPct val="100000"/>
              </a:lnSpc>
              <a:spcBef>
                <a:spcPts val="90"/>
              </a:spcBef>
            </a:pPr>
            <a:r>
              <a:rPr dirty="0"/>
              <a:t>Describing</a:t>
            </a:r>
            <a:r>
              <a:rPr spc="-210" dirty="0"/>
              <a:t> </a:t>
            </a:r>
            <a:r>
              <a:rPr dirty="0"/>
              <a:t>Chromatic</a:t>
            </a:r>
            <a:r>
              <a:rPr spc="-220" dirty="0"/>
              <a:t> </a:t>
            </a:r>
            <a:r>
              <a:rPr spc="-10" dirty="0"/>
              <a:t>lights</a:t>
            </a:r>
          </a:p>
        </p:txBody>
      </p:sp>
      <p:sp>
        <p:nvSpPr>
          <p:cNvPr id="3" name="object 3"/>
          <p:cNvSpPr txBox="1"/>
          <p:nvPr/>
        </p:nvSpPr>
        <p:spPr>
          <a:xfrm>
            <a:off x="536244" y="1517673"/>
            <a:ext cx="7958455" cy="3624579"/>
          </a:xfrm>
          <a:prstGeom prst="rect">
            <a:avLst/>
          </a:prstGeom>
        </p:spPr>
        <p:txBody>
          <a:bodyPr vert="horz" wrap="square" lIns="0" tIns="105410" rIns="0" bIns="0" rtlCol="0">
            <a:spAutoFit/>
          </a:bodyPr>
          <a:lstStyle/>
          <a:p>
            <a:pPr marL="356870" indent="-344170">
              <a:lnSpc>
                <a:spcPct val="100000"/>
              </a:lnSpc>
              <a:spcBef>
                <a:spcPts val="830"/>
              </a:spcBef>
              <a:buFont typeface="Arial MT"/>
              <a:buChar char="•"/>
              <a:tabLst>
                <a:tab pos="356870" algn="l"/>
              </a:tabLst>
            </a:pPr>
            <a:r>
              <a:rPr sz="2800" dirty="0">
                <a:latin typeface="Calibri"/>
                <a:cs typeface="Calibri"/>
              </a:rPr>
              <a:t>Radiance</a:t>
            </a:r>
            <a:r>
              <a:rPr sz="2800" spc="-80" dirty="0">
                <a:latin typeface="Calibri"/>
                <a:cs typeface="Calibri"/>
              </a:rPr>
              <a:t> </a:t>
            </a:r>
            <a:r>
              <a:rPr sz="2800" spc="-10" dirty="0">
                <a:latin typeface="Calibri"/>
                <a:cs typeface="Calibri"/>
              </a:rPr>
              <a:t>(watt):</a:t>
            </a:r>
            <a:endParaRPr sz="2800">
              <a:latin typeface="Calibri"/>
              <a:cs typeface="Calibri"/>
            </a:endParaRPr>
          </a:p>
          <a:p>
            <a:pPr marL="755015" lvl="1" indent="-285115">
              <a:lnSpc>
                <a:spcPct val="100000"/>
              </a:lnSpc>
              <a:spcBef>
                <a:spcPts val="620"/>
              </a:spcBef>
              <a:buFont typeface="Arial MT"/>
              <a:buChar char="–"/>
              <a:tabLst>
                <a:tab pos="755015" algn="l"/>
              </a:tabLst>
            </a:pPr>
            <a:r>
              <a:rPr sz="2400" spc="-35" dirty="0">
                <a:latin typeface="Calibri"/>
                <a:cs typeface="Calibri"/>
              </a:rPr>
              <a:t>Total</a:t>
            </a:r>
            <a:r>
              <a:rPr sz="2400" spc="-60" dirty="0">
                <a:latin typeface="Calibri"/>
                <a:cs typeface="Calibri"/>
              </a:rPr>
              <a:t> </a:t>
            </a:r>
            <a:r>
              <a:rPr sz="2400" dirty="0">
                <a:latin typeface="Calibri"/>
                <a:cs typeface="Calibri"/>
              </a:rPr>
              <a:t>amount</a:t>
            </a:r>
            <a:r>
              <a:rPr sz="2400" spc="-70" dirty="0">
                <a:latin typeface="Calibri"/>
                <a:cs typeface="Calibri"/>
              </a:rPr>
              <a:t> </a:t>
            </a:r>
            <a:r>
              <a:rPr sz="2400" dirty="0">
                <a:latin typeface="Calibri"/>
                <a:cs typeface="Calibri"/>
              </a:rPr>
              <a:t>of</a:t>
            </a:r>
            <a:r>
              <a:rPr sz="2400" spc="-25" dirty="0">
                <a:latin typeface="Calibri"/>
                <a:cs typeface="Calibri"/>
              </a:rPr>
              <a:t> </a:t>
            </a:r>
            <a:r>
              <a:rPr sz="2400" dirty="0">
                <a:latin typeface="Calibri"/>
                <a:cs typeface="Calibri"/>
              </a:rPr>
              <a:t>energy</a:t>
            </a:r>
            <a:r>
              <a:rPr sz="2400" spc="-45" dirty="0">
                <a:latin typeface="Calibri"/>
                <a:cs typeface="Calibri"/>
              </a:rPr>
              <a:t> </a:t>
            </a:r>
            <a:r>
              <a:rPr sz="2400" dirty="0">
                <a:latin typeface="Calibri"/>
                <a:cs typeface="Calibri"/>
              </a:rPr>
              <a:t>flow</a:t>
            </a:r>
            <a:r>
              <a:rPr sz="2400" spc="-70" dirty="0">
                <a:latin typeface="Calibri"/>
                <a:cs typeface="Calibri"/>
              </a:rPr>
              <a:t> </a:t>
            </a:r>
            <a:r>
              <a:rPr sz="2400" dirty="0">
                <a:latin typeface="Calibri"/>
                <a:cs typeface="Calibri"/>
              </a:rPr>
              <a:t>from</a:t>
            </a:r>
            <a:r>
              <a:rPr sz="2400" spc="-30" dirty="0">
                <a:latin typeface="Calibri"/>
                <a:cs typeface="Calibri"/>
              </a:rPr>
              <a:t> </a:t>
            </a:r>
            <a:r>
              <a:rPr sz="2400" dirty="0">
                <a:latin typeface="Calibri"/>
                <a:cs typeface="Calibri"/>
              </a:rPr>
              <a:t>the</a:t>
            </a:r>
            <a:r>
              <a:rPr sz="2400" spc="-55" dirty="0">
                <a:latin typeface="Calibri"/>
                <a:cs typeface="Calibri"/>
              </a:rPr>
              <a:t> </a:t>
            </a:r>
            <a:r>
              <a:rPr sz="2400" dirty="0">
                <a:latin typeface="Calibri"/>
                <a:cs typeface="Calibri"/>
              </a:rPr>
              <a:t>light</a:t>
            </a:r>
            <a:r>
              <a:rPr sz="2400" spc="-50" dirty="0">
                <a:latin typeface="Calibri"/>
                <a:cs typeface="Calibri"/>
              </a:rPr>
              <a:t> </a:t>
            </a:r>
            <a:r>
              <a:rPr sz="2400" spc="-10" dirty="0">
                <a:latin typeface="Calibri"/>
                <a:cs typeface="Calibri"/>
              </a:rPr>
              <a:t>source.</a:t>
            </a:r>
            <a:endParaRPr sz="2400">
              <a:latin typeface="Calibri"/>
              <a:cs typeface="Calibri"/>
            </a:endParaRPr>
          </a:p>
          <a:p>
            <a:pPr marL="356870" indent="-344170">
              <a:lnSpc>
                <a:spcPct val="100000"/>
              </a:lnSpc>
              <a:spcBef>
                <a:spcPts val="630"/>
              </a:spcBef>
              <a:buFont typeface="Arial MT"/>
              <a:buChar char="•"/>
              <a:tabLst>
                <a:tab pos="356870" algn="l"/>
              </a:tabLst>
            </a:pPr>
            <a:r>
              <a:rPr sz="2800" dirty="0">
                <a:latin typeface="Calibri"/>
                <a:cs typeface="Calibri"/>
              </a:rPr>
              <a:t>Luminance</a:t>
            </a:r>
            <a:r>
              <a:rPr sz="2800" spc="-70" dirty="0">
                <a:latin typeface="Calibri"/>
                <a:cs typeface="Calibri"/>
              </a:rPr>
              <a:t> </a:t>
            </a:r>
            <a:r>
              <a:rPr sz="2800" dirty="0">
                <a:latin typeface="Calibri"/>
                <a:cs typeface="Calibri"/>
              </a:rPr>
              <a:t>(lumens,</a:t>
            </a:r>
            <a:r>
              <a:rPr sz="2800" spc="-75" dirty="0">
                <a:latin typeface="Calibri"/>
                <a:cs typeface="Calibri"/>
              </a:rPr>
              <a:t> </a:t>
            </a:r>
            <a:r>
              <a:rPr sz="2800" spc="-20" dirty="0">
                <a:latin typeface="Calibri"/>
                <a:cs typeface="Calibri"/>
              </a:rPr>
              <a:t>lm):</a:t>
            </a:r>
            <a:endParaRPr sz="2800">
              <a:latin typeface="Calibri"/>
              <a:cs typeface="Calibri"/>
            </a:endParaRPr>
          </a:p>
          <a:p>
            <a:pPr marL="754380" marR="5080" lvl="1" indent="-285115" algn="just">
              <a:lnSpc>
                <a:spcPct val="100000"/>
              </a:lnSpc>
              <a:spcBef>
                <a:spcPts val="620"/>
              </a:spcBef>
              <a:buFont typeface="Arial MT"/>
              <a:buChar char="–"/>
              <a:tabLst>
                <a:tab pos="756285" algn="l"/>
              </a:tabLst>
            </a:pPr>
            <a:r>
              <a:rPr sz="2400" dirty="0">
                <a:latin typeface="Calibri"/>
                <a:cs typeface="Calibri"/>
              </a:rPr>
              <a:t>measure</a:t>
            </a:r>
            <a:r>
              <a:rPr sz="2400" spc="-65" dirty="0">
                <a:latin typeface="Calibri"/>
                <a:cs typeface="Calibri"/>
              </a:rPr>
              <a:t> </a:t>
            </a:r>
            <a:r>
              <a:rPr sz="2400" dirty="0">
                <a:latin typeface="Calibri"/>
                <a:cs typeface="Calibri"/>
              </a:rPr>
              <a:t>of</a:t>
            </a:r>
            <a:r>
              <a:rPr sz="2400" spc="-35" dirty="0">
                <a:latin typeface="Calibri"/>
                <a:cs typeface="Calibri"/>
              </a:rPr>
              <a:t> </a:t>
            </a:r>
            <a:r>
              <a:rPr sz="2400" dirty="0">
                <a:latin typeface="Calibri"/>
                <a:cs typeface="Calibri"/>
              </a:rPr>
              <a:t>amount</a:t>
            </a:r>
            <a:r>
              <a:rPr sz="2400" spc="-80" dirty="0">
                <a:latin typeface="Calibri"/>
                <a:cs typeface="Calibri"/>
              </a:rPr>
              <a:t> </a:t>
            </a:r>
            <a:r>
              <a:rPr sz="2400" dirty="0">
                <a:latin typeface="Calibri"/>
                <a:cs typeface="Calibri"/>
              </a:rPr>
              <a:t>of</a:t>
            </a:r>
            <a:r>
              <a:rPr sz="2400" spc="-35" dirty="0">
                <a:latin typeface="Calibri"/>
                <a:cs typeface="Calibri"/>
              </a:rPr>
              <a:t> </a:t>
            </a:r>
            <a:r>
              <a:rPr sz="2400" dirty="0">
                <a:latin typeface="Calibri"/>
                <a:cs typeface="Calibri"/>
              </a:rPr>
              <a:t>energy</a:t>
            </a:r>
            <a:r>
              <a:rPr sz="2400" spc="-50" dirty="0">
                <a:latin typeface="Calibri"/>
                <a:cs typeface="Calibri"/>
              </a:rPr>
              <a:t> </a:t>
            </a:r>
            <a:r>
              <a:rPr sz="2400" dirty="0">
                <a:latin typeface="Calibri"/>
                <a:cs typeface="Calibri"/>
              </a:rPr>
              <a:t>an</a:t>
            </a:r>
            <a:r>
              <a:rPr sz="2400" spc="-35" dirty="0">
                <a:latin typeface="Calibri"/>
                <a:cs typeface="Calibri"/>
              </a:rPr>
              <a:t> </a:t>
            </a:r>
            <a:r>
              <a:rPr sz="2400" dirty="0">
                <a:latin typeface="Calibri"/>
                <a:cs typeface="Calibri"/>
              </a:rPr>
              <a:t>observer</a:t>
            </a:r>
            <a:r>
              <a:rPr sz="2400" spc="-60" dirty="0">
                <a:latin typeface="Calibri"/>
                <a:cs typeface="Calibri"/>
              </a:rPr>
              <a:t> </a:t>
            </a:r>
            <a:r>
              <a:rPr sz="2400" spc="-10" dirty="0">
                <a:latin typeface="Calibri"/>
                <a:cs typeface="Calibri"/>
              </a:rPr>
              <a:t>perceives</a:t>
            </a:r>
            <a:r>
              <a:rPr sz="2400" spc="-40" dirty="0">
                <a:latin typeface="Calibri"/>
                <a:cs typeface="Calibri"/>
              </a:rPr>
              <a:t> </a:t>
            </a:r>
            <a:r>
              <a:rPr sz="2400" spc="-20" dirty="0">
                <a:latin typeface="Calibri"/>
                <a:cs typeface="Calibri"/>
              </a:rPr>
              <a:t>from 	</a:t>
            </a:r>
            <a:r>
              <a:rPr sz="2400" dirty="0">
                <a:latin typeface="Calibri"/>
                <a:cs typeface="Calibri"/>
              </a:rPr>
              <a:t>a</a:t>
            </a:r>
            <a:r>
              <a:rPr sz="2400" spc="-35" dirty="0">
                <a:latin typeface="Calibri"/>
                <a:cs typeface="Calibri"/>
              </a:rPr>
              <a:t> </a:t>
            </a:r>
            <a:r>
              <a:rPr sz="2400" dirty="0">
                <a:latin typeface="Calibri"/>
                <a:cs typeface="Calibri"/>
              </a:rPr>
              <a:t>light</a:t>
            </a:r>
            <a:r>
              <a:rPr sz="2400" spc="-45" dirty="0">
                <a:latin typeface="Calibri"/>
                <a:cs typeface="Calibri"/>
              </a:rPr>
              <a:t> </a:t>
            </a:r>
            <a:r>
              <a:rPr sz="2400" dirty="0">
                <a:latin typeface="Calibri"/>
                <a:cs typeface="Calibri"/>
              </a:rPr>
              <a:t>source.</a:t>
            </a:r>
            <a:r>
              <a:rPr sz="2400" spc="-40" dirty="0">
                <a:latin typeface="Calibri"/>
                <a:cs typeface="Calibri"/>
              </a:rPr>
              <a:t> </a:t>
            </a:r>
            <a:r>
              <a:rPr sz="2400" dirty="0">
                <a:latin typeface="Calibri"/>
                <a:cs typeface="Calibri"/>
              </a:rPr>
              <a:t>It</a:t>
            </a:r>
            <a:r>
              <a:rPr sz="2400" spc="-55" dirty="0">
                <a:latin typeface="Calibri"/>
                <a:cs typeface="Calibri"/>
              </a:rPr>
              <a:t> </a:t>
            </a:r>
            <a:r>
              <a:rPr sz="2400" dirty="0">
                <a:latin typeface="Calibri"/>
                <a:cs typeface="Calibri"/>
              </a:rPr>
              <a:t>varies</a:t>
            </a:r>
            <a:r>
              <a:rPr sz="2400" spc="-40" dirty="0">
                <a:latin typeface="Calibri"/>
                <a:cs typeface="Calibri"/>
              </a:rPr>
              <a:t> </a:t>
            </a:r>
            <a:r>
              <a:rPr sz="2400" dirty="0">
                <a:latin typeface="Calibri"/>
                <a:cs typeface="Calibri"/>
              </a:rPr>
              <a:t>based</a:t>
            </a:r>
            <a:r>
              <a:rPr sz="2400" spc="-30" dirty="0">
                <a:latin typeface="Calibri"/>
                <a:cs typeface="Calibri"/>
              </a:rPr>
              <a:t> </a:t>
            </a:r>
            <a:r>
              <a:rPr sz="2400" dirty="0">
                <a:latin typeface="Calibri"/>
                <a:cs typeface="Calibri"/>
              </a:rPr>
              <a:t>on</a:t>
            </a:r>
            <a:r>
              <a:rPr sz="2400" spc="-30" dirty="0">
                <a:latin typeface="Calibri"/>
                <a:cs typeface="Calibri"/>
              </a:rPr>
              <a:t> </a:t>
            </a:r>
            <a:r>
              <a:rPr sz="2400" spc="-10" dirty="0">
                <a:latin typeface="Calibri"/>
                <a:cs typeface="Calibri"/>
              </a:rPr>
              <a:t>distance</a:t>
            </a:r>
            <a:r>
              <a:rPr sz="2400" spc="-85" dirty="0">
                <a:latin typeface="Calibri"/>
                <a:cs typeface="Calibri"/>
              </a:rPr>
              <a:t> </a:t>
            </a:r>
            <a:r>
              <a:rPr sz="2400" dirty="0">
                <a:latin typeface="Calibri"/>
                <a:cs typeface="Calibri"/>
              </a:rPr>
              <a:t>from</a:t>
            </a:r>
            <a:r>
              <a:rPr sz="2400" spc="-35" dirty="0">
                <a:latin typeface="Calibri"/>
                <a:cs typeface="Calibri"/>
              </a:rPr>
              <a:t> </a:t>
            </a:r>
            <a:r>
              <a:rPr sz="2400" dirty="0">
                <a:latin typeface="Calibri"/>
                <a:cs typeface="Calibri"/>
              </a:rPr>
              <a:t>the</a:t>
            </a:r>
            <a:r>
              <a:rPr sz="2400" spc="-55" dirty="0">
                <a:latin typeface="Calibri"/>
                <a:cs typeface="Calibri"/>
              </a:rPr>
              <a:t> </a:t>
            </a:r>
            <a:r>
              <a:rPr sz="2400" spc="-10" dirty="0">
                <a:latin typeface="Calibri"/>
                <a:cs typeface="Calibri"/>
              </a:rPr>
              <a:t>source, 	wavelength,</a:t>
            </a:r>
            <a:r>
              <a:rPr sz="2400" spc="-110" dirty="0">
                <a:latin typeface="Calibri"/>
                <a:cs typeface="Calibri"/>
              </a:rPr>
              <a:t> </a:t>
            </a:r>
            <a:r>
              <a:rPr sz="2400" spc="-20" dirty="0">
                <a:latin typeface="Calibri"/>
                <a:cs typeface="Calibri"/>
              </a:rPr>
              <a:t>etc.</a:t>
            </a:r>
            <a:endParaRPr sz="2400">
              <a:latin typeface="Calibri"/>
              <a:cs typeface="Calibri"/>
            </a:endParaRPr>
          </a:p>
          <a:p>
            <a:pPr marL="356870" indent="-344170">
              <a:lnSpc>
                <a:spcPct val="100000"/>
              </a:lnSpc>
              <a:spcBef>
                <a:spcPts val="635"/>
              </a:spcBef>
              <a:buFont typeface="Arial MT"/>
              <a:buChar char="•"/>
              <a:tabLst>
                <a:tab pos="356870" algn="l"/>
              </a:tabLst>
            </a:pPr>
            <a:r>
              <a:rPr sz="2800" spc="-10" dirty="0">
                <a:latin typeface="Calibri"/>
                <a:cs typeface="Calibri"/>
              </a:rPr>
              <a:t>Brightness:</a:t>
            </a:r>
            <a:endParaRPr sz="2800">
              <a:latin typeface="Calibri"/>
              <a:cs typeface="Calibri"/>
            </a:endParaRPr>
          </a:p>
          <a:p>
            <a:pPr marL="755015" lvl="1" indent="-285115">
              <a:lnSpc>
                <a:spcPct val="100000"/>
              </a:lnSpc>
              <a:spcBef>
                <a:spcPts val="620"/>
              </a:spcBef>
              <a:buFont typeface="Arial MT"/>
              <a:buChar char="–"/>
              <a:tabLst>
                <a:tab pos="755015" algn="l"/>
              </a:tabLst>
            </a:pPr>
            <a:r>
              <a:rPr sz="2400" dirty="0">
                <a:latin typeface="Calibri"/>
                <a:cs typeface="Calibri"/>
              </a:rPr>
              <a:t>a</a:t>
            </a:r>
            <a:r>
              <a:rPr sz="2400" spc="-50" dirty="0">
                <a:latin typeface="Calibri"/>
                <a:cs typeface="Calibri"/>
              </a:rPr>
              <a:t> </a:t>
            </a:r>
            <a:r>
              <a:rPr sz="2400" dirty="0">
                <a:latin typeface="Calibri"/>
                <a:cs typeface="Calibri"/>
              </a:rPr>
              <a:t>subjective</a:t>
            </a:r>
            <a:r>
              <a:rPr sz="2400" spc="-40" dirty="0">
                <a:latin typeface="Calibri"/>
                <a:cs typeface="Calibri"/>
              </a:rPr>
              <a:t> </a:t>
            </a:r>
            <a:r>
              <a:rPr sz="2400" spc="-25" dirty="0">
                <a:latin typeface="Calibri"/>
                <a:cs typeface="Calibri"/>
              </a:rPr>
              <a:t>descriptor,</a:t>
            </a:r>
            <a:r>
              <a:rPr sz="2400" spc="-95" dirty="0">
                <a:latin typeface="Calibri"/>
                <a:cs typeface="Calibri"/>
              </a:rPr>
              <a:t> </a:t>
            </a:r>
            <a:r>
              <a:rPr sz="2400" dirty="0">
                <a:latin typeface="Calibri"/>
                <a:cs typeface="Calibri"/>
              </a:rPr>
              <a:t>describing</a:t>
            </a:r>
            <a:r>
              <a:rPr sz="2400" spc="-80" dirty="0">
                <a:latin typeface="Calibri"/>
                <a:cs typeface="Calibri"/>
              </a:rPr>
              <a:t> </a:t>
            </a:r>
            <a:r>
              <a:rPr sz="2400" dirty="0">
                <a:latin typeface="Calibri"/>
                <a:cs typeface="Calibri"/>
              </a:rPr>
              <a:t>color</a:t>
            </a:r>
            <a:r>
              <a:rPr sz="2400" spc="-40" dirty="0">
                <a:latin typeface="Calibri"/>
                <a:cs typeface="Calibri"/>
              </a:rPr>
              <a:t> </a:t>
            </a:r>
            <a:r>
              <a:rPr sz="2400" spc="-10" dirty="0">
                <a:latin typeface="Calibri"/>
                <a:cs typeface="Calibri"/>
              </a:rPr>
              <a:t>sensation.</a:t>
            </a:r>
            <a:endParaRPr sz="2400">
              <a:latin typeface="Calibri"/>
              <a:cs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2247265">
              <a:lnSpc>
                <a:spcPct val="100000"/>
              </a:lnSpc>
              <a:spcBef>
                <a:spcPts val="90"/>
              </a:spcBef>
            </a:pPr>
            <a:r>
              <a:rPr dirty="0"/>
              <a:t>Primary</a:t>
            </a:r>
            <a:r>
              <a:rPr spc="-85" dirty="0"/>
              <a:t> </a:t>
            </a:r>
            <a:r>
              <a:rPr spc="-10" dirty="0"/>
              <a:t>Colors</a:t>
            </a:r>
          </a:p>
        </p:txBody>
      </p:sp>
      <p:sp>
        <p:nvSpPr>
          <p:cNvPr id="3" name="object 3"/>
          <p:cNvSpPr txBox="1"/>
          <p:nvPr/>
        </p:nvSpPr>
        <p:spPr>
          <a:xfrm>
            <a:off x="688644" y="1959940"/>
            <a:ext cx="3109595" cy="3886835"/>
          </a:xfrm>
          <a:prstGeom prst="rect">
            <a:avLst/>
          </a:prstGeom>
        </p:spPr>
        <p:txBody>
          <a:bodyPr vert="horz" wrap="square" lIns="0" tIns="12700" rIns="0" bIns="0" rtlCol="0">
            <a:spAutoFit/>
          </a:bodyPr>
          <a:lstStyle/>
          <a:p>
            <a:pPr marL="356870" indent="-344170">
              <a:lnSpc>
                <a:spcPts val="2735"/>
              </a:lnSpc>
              <a:spcBef>
                <a:spcPts val="100"/>
              </a:spcBef>
              <a:buFont typeface="Arial MT"/>
              <a:buChar char="•"/>
              <a:tabLst>
                <a:tab pos="356870" algn="l"/>
              </a:tabLst>
            </a:pPr>
            <a:r>
              <a:rPr sz="2400" dirty="0">
                <a:latin typeface="Calibri"/>
                <a:cs typeface="Calibri"/>
              </a:rPr>
              <a:t>Primary</a:t>
            </a:r>
            <a:r>
              <a:rPr sz="2400" spc="-55" dirty="0">
                <a:latin typeface="Calibri"/>
                <a:cs typeface="Calibri"/>
              </a:rPr>
              <a:t> </a:t>
            </a:r>
            <a:r>
              <a:rPr sz="2400" dirty="0">
                <a:latin typeface="Calibri"/>
                <a:cs typeface="Calibri"/>
              </a:rPr>
              <a:t>colors</a:t>
            </a:r>
            <a:r>
              <a:rPr sz="2400" spc="-50" dirty="0">
                <a:latin typeface="Calibri"/>
                <a:cs typeface="Calibri"/>
              </a:rPr>
              <a:t> </a:t>
            </a:r>
            <a:r>
              <a:rPr sz="2400" dirty="0">
                <a:latin typeface="Calibri"/>
                <a:cs typeface="Calibri"/>
              </a:rPr>
              <a:t>of</a:t>
            </a:r>
            <a:r>
              <a:rPr sz="2400" spc="-30" dirty="0">
                <a:latin typeface="Calibri"/>
                <a:cs typeface="Calibri"/>
              </a:rPr>
              <a:t> </a:t>
            </a:r>
            <a:r>
              <a:rPr sz="2400" spc="-10" dirty="0">
                <a:latin typeface="Calibri"/>
                <a:cs typeface="Calibri"/>
              </a:rPr>
              <a:t>light</a:t>
            </a:r>
            <a:endParaRPr sz="2400">
              <a:latin typeface="Calibri"/>
              <a:cs typeface="Calibri"/>
            </a:endParaRPr>
          </a:p>
          <a:p>
            <a:pPr marL="356870">
              <a:lnSpc>
                <a:spcPts val="2735"/>
              </a:lnSpc>
            </a:pPr>
            <a:r>
              <a:rPr sz="2400" spc="-10" dirty="0">
                <a:latin typeface="Calibri"/>
                <a:cs typeface="Calibri"/>
              </a:rPr>
              <a:t>(additive):</a:t>
            </a:r>
            <a:endParaRPr sz="2400">
              <a:latin typeface="Calibri"/>
              <a:cs typeface="Calibri"/>
            </a:endParaRPr>
          </a:p>
          <a:p>
            <a:pPr marL="469900">
              <a:lnSpc>
                <a:spcPts val="2280"/>
              </a:lnSpc>
              <a:spcBef>
                <a:spcPts val="254"/>
              </a:spcBef>
              <a:tabLst>
                <a:tab pos="756285" algn="l"/>
              </a:tabLst>
            </a:pPr>
            <a:r>
              <a:rPr sz="2000" spc="-50" dirty="0">
                <a:latin typeface="Arial MT"/>
                <a:cs typeface="Arial MT"/>
              </a:rPr>
              <a:t>–</a:t>
            </a:r>
            <a:r>
              <a:rPr sz="2000" dirty="0">
                <a:latin typeface="Arial MT"/>
                <a:cs typeface="Arial MT"/>
              </a:rPr>
              <a:t>	</a:t>
            </a:r>
            <a:r>
              <a:rPr sz="2000" dirty="0">
                <a:latin typeface="Calibri"/>
                <a:cs typeface="Calibri"/>
              </a:rPr>
              <a:t>Red</a:t>
            </a:r>
            <a:r>
              <a:rPr sz="2000" spc="-50" dirty="0">
                <a:latin typeface="Calibri"/>
                <a:cs typeface="Calibri"/>
              </a:rPr>
              <a:t> </a:t>
            </a:r>
            <a:r>
              <a:rPr sz="2000" dirty="0">
                <a:latin typeface="Calibri"/>
                <a:cs typeface="Calibri"/>
              </a:rPr>
              <a:t>(700</a:t>
            </a:r>
            <a:r>
              <a:rPr sz="2000" spc="-40" dirty="0">
                <a:latin typeface="Calibri"/>
                <a:cs typeface="Calibri"/>
              </a:rPr>
              <a:t> </a:t>
            </a:r>
            <a:r>
              <a:rPr sz="2000" dirty="0">
                <a:latin typeface="Calibri"/>
                <a:cs typeface="Calibri"/>
              </a:rPr>
              <a:t>nm),</a:t>
            </a:r>
            <a:r>
              <a:rPr sz="2000" spc="-50" dirty="0">
                <a:latin typeface="Calibri"/>
                <a:cs typeface="Calibri"/>
              </a:rPr>
              <a:t> </a:t>
            </a:r>
            <a:r>
              <a:rPr sz="2000" spc="-25" dirty="0">
                <a:latin typeface="Calibri"/>
                <a:cs typeface="Calibri"/>
              </a:rPr>
              <a:t>65%</a:t>
            </a:r>
            <a:endParaRPr sz="2000">
              <a:latin typeface="Calibri"/>
              <a:cs typeface="Calibri"/>
            </a:endParaRPr>
          </a:p>
          <a:p>
            <a:pPr marL="756285">
              <a:lnSpc>
                <a:spcPts val="2160"/>
              </a:lnSpc>
            </a:pPr>
            <a:r>
              <a:rPr sz="2000" dirty="0">
                <a:latin typeface="Calibri"/>
                <a:cs typeface="Calibri"/>
              </a:rPr>
              <a:t>cones</a:t>
            </a:r>
            <a:r>
              <a:rPr sz="2000" spc="-75" dirty="0">
                <a:latin typeface="Calibri"/>
                <a:cs typeface="Calibri"/>
              </a:rPr>
              <a:t> </a:t>
            </a:r>
            <a:r>
              <a:rPr sz="2000" dirty="0">
                <a:latin typeface="Calibri"/>
                <a:cs typeface="Calibri"/>
              </a:rPr>
              <a:t>sensitive</a:t>
            </a:r>
            <a:r>
              <a:rPr sz="2000" spc="-15" dirty="0">
                <a:latin typeface="Calibri"/>
                <a:cs typeface="Calibri"/>
              </a:rPr>
              <a:t> </a:t>
            </a:r>
            <a:r>
              <a:rPr sz="2000" dirty="0">
                <a:latin typeface="Calibri"/>
                <a:cs typeface="Calibri"/>
              </a:rPr>
              <a:t>to</a:t>
            </a:r>
            <a:r>
              <a:rPr sz="2000" spc="-85" dirty="0">
                <a:latin typeface="Calibri"/>
                <a:cs typeface="Calibri"/>
              </a:rPr>
              <a:t> </a:t>
            </a:r>
            <a:r>
              <a:rPr sz="2000" spc="-25" dirty="0">
                <a:latin typeface="Calibri"/>
                <a:cs typeface="Calibri"/>
              </a:rPr>
              <a:t>red</a:t>
            </a:r>
            <a:endParaRPr sz="2000">
              <a:latin typeface="Calibri"/>
              <a:cs typeface="Calibri"/>
            </a:endParaRPr>
          </a:p>
          <a:p>
            <a:pPr marL="756285">
              <a:lnSpc>
                <a:spcPts val="2280"/>
              </a:lnSpc>
            </a:pPr>
            <a:r>
              <a:rPr sz="2000" spc="-10" dirty="0">
                <a:latin typeface="Calibri"/>
                <a:cs typeface="Calibri"/>
              </a:rPr>
              <a:t>light.</a:t>
            </a:r>
            <a:endParaRPr sz="2000">
              <a:latin typeface="Calibri"/>
              <a:cs typeface="Calibri"/>
            </a:endParaRPr>
          </a:p>
          <a:p>
            <a:pPr marL="469900">
              <a:lnSpc>
                <a:spcPct val="100000"/>
              </a:lnSpc>
              <a:spcBef>
                <a:spcPts val="245"/>
              </a:spcBef>
              <a:tabLst>
                <a:tab pos="756285" algn="l"/>
              </a:tabLst>
            </a:pPr>
            <a:r>
              <a:rPr sz="2000" spc="-50" dirty="0">
                <a:latin typeface="Arial MT"/>
                <a:cs typeface="Arial MT"/>
              </a:rPr>
              <a:t>–</a:t>
            </a:r>
            <a:r>
              <a:rPr sz="2000" dirty="0">
                <a:latin typeface="Arial MT"/>
                <a:cs typeface="Arial MT"/>
              </a:rPr>
              <a:t>	</a:t>
            </a:r>
            <a:r>
              <a:rPr sz="2000" dirty="0">
                <a:latin typeface="Calibri"/>
                <a:cs typeface="Calibri"/>
              </a:rPr>
              <a:t>Green</a:t>
            </a:r>
            <a:r>
              <a:rPr sz="2000" spc="-70" dirty="0">
                <a:latin typeface="Calibri"/>
                <a:cs typeface="Calibri"/>
              </a:rPr>
              <a:t> </a:t>
            </a:r>
            <a:r>
              <a:rPr sz="2000" dirty="0">
                <a:latin typeface="Calibri"/>
                <a:cs typeface="Calibri"/>
              </a:rPr>
              <a:t>(546.1nm),</a:t>
            </a:r>
            <a:r>
              <a:rPr sz="2000" spc="-90" dirty="0">
                <a:latin typeface="Calibri"/>
                <a:cs typeface="Calibri"/>
              </a:rPr>
              <a:t> </a:t>
            </a:r>
            <a:r>
              <a:rPr sz="2000" spc="-25" dirty="0">
                <a:latin typeface="Calibri"/>
                <a:cs typeface="Calibri"/>
              </a:rPr>
              <a:t>33%</a:t>
            </a:r>
            <a:endParaRPr sz="2000">
              <a:latin typeface="Calibri"/>
              <a:cs typeface="Calibri"/>
            </a:endParaRPr>
          </a:p>
          <a:p>
            <a:pPr marL="469900">
              <a:lnSpc>
                <a:spcPts val="2280"/>
              </a:lnSpc>
              <a:spcBef>
                <a:spcPts val="240"/>
              </a:spcBef>
              <a:tabLst>
                <a:tab pos="756285" algn="l"/>
              </a:tabLst>
            </a:pPr>
            <a:r>
              <a:rPr sz="2000" spc="-50" dirty="0">
                <a:latin typeface="Arial MT"/>
                <a:cs typeface="Arial MT"/>
              </a:rPr>
              <a:t>–</a:t>
            </a:r>
            <a:r>
              <a:rPr sz="2000" dirty="0">
                <a:latin typeface="Arial MT"/>
                <a:cs typeface="Arial MT"/>
              </a:rPr>
              <a:t>	</a:t>
            </a:r>
            <a:r>
              <a:rPr sz="2000" spc="-10" dirty="0">
                <a:latin typeface="Calibri"/>
                <a:cs typeface="Calibri"/>
              </a:rPr>
              <a:t>Blue(435.8nm).</a:t>
            </a:r>
            <a:r>
              <a:rPr sz="2000" spc="20" dirty="0">
                <a:latin typeface="Calibri"/>
                <a:cs typeface="Calibri"/>
              </a:rPr>
              <a:t> </a:t>
            </a:r>
            <a:r>
              <a:rPr sz="2000" spc="-25" dirty="0">
                <a:latin typeface="Calibri"/>
                <a:cs typeface="Calibri"/>
              </a:rPr>
              <a:t>2%</a:t>
            </a:r>
            <a:endParaRPr sz="2000">
              <a:latin typeface="Calibri"/>
              <a:cs typeface="Calibri"/>
            </a:endParaRPr>
          </a:p>
          <a:p>
            <a:pPr marL="756285">
              <a:lnSpc>
                <a:spcPts val="2160"/>
              </a:lnSpc>
            </a:pPr>
            <a:r>
              <a:rPr sz="2000" dirty="0">
                <a:latin typeface="Calibri"/>
                <a:cs typeface="Calibri"/>
              </a:rPr>
              <a:t>cones</a:t>
            </a:r>
            <a:r>
              <a:rPr sz="2000" spc="-75" dirty="0">
                <a:latin typeface="Calibri"/>
                <a:cs typeface="Calibri"/>
              </a:rPr>
              <a:t> </a:t>
            </a:r>
            <a:r>
              <a:rPr sz="2000" dirty="0">
                <a:latin typeface="Calibri"/>
                <a:cs typeface="Calibri"/>
              </a:rPr>
              <a:t>sensitive</a:t>
            </a:r>
            <a:r>
              <a:rPr sz="2000" spc="-15" dirty="0">
                <a:latin typeface="Calibri"/>
                <a:cs typeface="Calibri"/>
              </a:rPr>
              <a:t> </a:t>
            </a:r>
            <a:r>
              <a:rPr sz="2000" dirty="0">
                <a:latin typeface="Calibri"/>
                <a:cs typeface="Calibri"/>
              </a:rPr>
              <a:t>to</a:t>
            </a:r>
            <a:r>
              <a:rPr sz="2000" spc="-85" dirty="0">
                <a:latin typeface="Calibri"/>
                <a:cs typeface="Calibri"/>
              </a:rPr>
              <a:t> </a:t>
            </a:r>
            <a:r>
              <a:rPr sz="2000" spc="-20" dirty="0">
                <a:latin typeface="Calibri"/>
                <a:cs typeface="Calibri"/>
              </a:rPr>
              <a:t>blue</a:t>
            </a:r>
            <a:endParaRPr sz="2000">
              <a:latin typeface="Calibri"/>
              <a:cs typeface="Calibri"/>
            </a:endParaRPr>
          </a:p>
          <a:p>
            <a:pPr marL="756285">
              <a:lnSpc>
                <a:spcPts val="2280"/>
              </a:lnSpc>
            </a:pPr>
            <a:r>
              <a:rPr sz="2000" spc="-10" dirty="0">
                <a:latin typeface="Calibri"/>
                <a:cs typeface="Calibri"/>
              </a:rPr>
              <a:t>light.</a:t>
            </a:r>
            <a:endParaRPr sz="2000">
              <a:latin typeface="Calibri"/>
              <a:cs typeface="Calibri"/>
            </a:endParaRPr>
          </a:p>
          <a:p>
            <a:pPr marL="356870" marR="254635" indent="-344805">
              <a:lnSpc>
                <a:spcPct val="90000"/>
              </a:lnSpc>
              <a:spcBef>
                <a:spcPts val="560"/>
              </a:spcBef>
              <a:buFont typeface="Arial MT"/>
              <a:buChar char="•"/>
              <a:tabLst>
                <a:tab pos="356870" algn="l"/>
              </a:tabLst>
            </a:pPr>
            <a:r>
              <a:rPr sz="2400" dirty="0">
                <a:latin typeface="Calibri"/>
                <a:cs typeface="Calibri"/>
              </a:rPr>
              <a:t>Mixing</a:t>
            </a:r>
            <a:r>
              <a:rPr sz="2400" spc="-65" dirty="0">
                <a:latin typeface="Calibri"/>
                <a:cs typeface="Calibri"/>
              </a:rPr>
              <a:t> </a:t>
            </a:r>
            <a:r>
              <a:rPr sz="2400" dirty="0">
                <a:latin typeface="Calibri"/>
                <a:cs typeface="Calibri"/>
              </a:rPr>
              <a:t>of</a:t>
            </a:r>
            <a:r>
              <a:rPr sz="2400" spc="-20" dirty="0">
                <a:latin typeface="Calibri"/>
                <a:cs typeface="Calibri"/>
              </a:rPr>
              <a:t> </a:t>
            </a:r>
            <a:r>
              <a:rPr sz="2400" dirty="0">
                <a:latin typeface="Calibri"/>
                <a:cs typeface="Calibri"/>
              </a:rPr>
              <a:t>R,G,B</a:t>
            </a:r>
            <a:r>
              <a:rPr sz="2400" spc="-25" dirty="0">
                <a:latin typeface="Calibri"/>
                <a:cs typeface="Calibri"/>
              </a:rPr>
              <a:t> may </a:t>
            </a:r>
            <a:r>
              <a:rPr sz="2400" dirty="0">
                <a:latin typeface="Calibri"/>
                <a:cs typeface="Calibri"/>
              </a:rPr>
              <a:t>NOT</a:t>
            </a:r>
            <a:r>
              <a:rPr sz="2400" spc="-100" dirty="0">
                <a:latin typeface="Calibri"/>
                <a:cs typeface="Calibri"/>
              </a:rPr>
              <a:t> </a:t>
            </a:r>
            <a:r>
              <a:rPr sz="2400" spc="-10" dirty="0">
                <a:latin typeface="Calibri"/>
                <a:cs typeface="Calibri"/>
              </a:rPr>
              <a:t>generate</a:t>
            </a:r>
            <a:r>
              <a:rPr sz="2400" spc="-100" dirty="0">
                <a:latin typeface="Calibri"/>
                <a:cs typeface="Calibri"/>
              </a:rPr>
              <a:t> </a:t>
            </a:r>
            <a:r>
              <a:rPr sz="2400" spc="-25" dirty="0">
                <a:latin typeface="Calibri"/>
                <a:cs typeface="Calibri"/>
              </a:rPr>
              <a:t>ALL </a:t>
            </a:r>
            <a:r>
              <a:rPr sz="2400" dirty="0">
                <a:latin typeface="Calibri"/>
                <a:cs typeface="Calibri"/>
              </a:rPr>
              <a:t>visible</a:t>
            </a:r>
            <a:r>
              <a:rPr sz="2400" spc="-95" dirty="0">
                <a:latin typeface="Calibri"/>
                <a:cs typeface="Calibri"/>
              </a:rPr>
              <a:t> </a:t>
            </a:r>
            <a:r>
              <a:rPr sz="2400" spc="-10" dirty="0">
                <a:latin typeface="Calibri"/>
                <a:cs typeface="Calibri"/>
              </a:rPr>
              <a:t>colors.</a:t>
            </a:r>
            <a:endParaRPr sz="2400">
              <a:latin typeface="Calibri"/>
              <a:cs typeface="Calibri"/>
            </a:endParaRPr>
          </a:p>
        </p:txBody>
      </p:sp>
      <p:pic>
        <p:nvPicPr>
          <p:cNvPr id="4" name="object 4"/>
          <p:cNvPicPr/>
          <p:nvPr/>
        </p:nvPicPr>
        <p:blipFill>
          <a:blip r:embed="rId2" cstate="print"/>
          <a:stretch>
            <a:fillRect/>
          </a:stretch>
        </p:blipFill>
        <p:spPr>
          <a:xfrm>
            <a:off x="3878579" y="2179320"/>
            <a:ext cx="4975859" cy="353568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7621" rIns="0" bIns="0" rtlCol="0">
            <a:spAutoFit/>
          </a:bodyPr>
          <a:lstStyle/>
          <a:p>
            <a:pPr marL="3146425" marR="5080" indent="-2811780">
              <a:lnSpc>
                <a:spcPct val="100000"/>
              </a:lnSpc>
              <a:spcBef>
                <a:spcPts val="95"/>
              </a:spcBef>
            </a:pPr>
            <a:r>
              <a:rPr sz="3200" dirty="0"/>
              <a:t>Primary</a:t>
            </a:r>
            <a:r>
              <a:rPr sz="3200" spc="-80" dirty="0"/>
              <a:t> </a:t>
            </a:r>
            <a:r>
              <a:rPr sz="3200" dirty="0"/>
              <a:t>and</a:t>
            </a:r>
            <a:r>
              <a:rPr sz="3200" spc="-65" dirty="0"/>
              <a:t> </a:t>
            </a:r>
            <a:r>
              <a:rPr sz="3200" dirty="0"/>
              <a:t>Secondary</a:t>
            </a:r>
            <a:r>
              <a:rPr sz="3200" spc="-30" dirty="0"/>
              <a:t> </a:t>
            </a:r>
            <a:r>
              <a:rPr sz="3200" dirty="0"/>
              <a:t>Colors</a:t>
            </a:r>
            <a:r>
              <a:rPr sz="3200" spc="-75" dirty="0"/>
              <a:t> </a:t>
            </a:r>
            <a:r>
              <a:rPr sz="3200" dirty="0"/>
              <a:t>of</a:t>
            </a:r>
            <a:r>
              <a:rPr sz="3200" spc="-90" dirty="0"/>
              <a:t> </a:t>
            </a:r>
            <a:r>
              <a:rPr sz="3200" dirty="0"/>
              <a:t>Lights</a:t>
            </a:r>
            <a:r>
              <a:rPr sz="3200" spc="-85" dirty="0"/>
              <a:t> </a:t>
            </a:r>
            <a:r>
              <a:rPr sz="3200" spc="-25" dirty="0"/>
              <a:t>and </a:t>
            </a:r>
            <a:r>
              <a:rPr sz="3200" spc="-10" dirty="0"/>
              <a:t>Pigments</a:t>
            </a:r>
            <a:endParaRPr sz="3200"/>
          </a:p>
        </p:txBody>
      </p:sp>
      <p:sp>
        <p:nvSpPr>
          <p:cNvPr id="3" name="object 3"/>
          <p:cNvSpPr txBox="1"/>
          <p:nvPr/>
        </p:nvSpPr>
        <p:spPr>
          <a:xfrm>
            <a:off x="536244" y="1609420"/>
            <a:ext cx="3561715" cy="2203450"/>
          </a:xfrm>
          <a:prstGeom prst="rect">
            <a:avLst/>
          </a:prstGeom>
        </p:spPr>
        <p:txBody>
          <a:bodyPr vert="horz" wrap="square" lIns="0" tIns="13970" rIns="0" bIns="0" rtlCol="0">
            <a:spAutoFit/>
          </a:bodyPr>
          <a:lstStyle/>
          <a:p>
            <a:pPr marL="356870" marR="5080" indent="-344805">
              <a:lnSpc>
                <a:spcPct val="100000"/>
              </a:lnSpc>
              <a:spcBef>
                <a:spcPts val="110"/>
              </a:spcBef>
              <a:buFont typeface="Arial MT"/>
              <a:buChar char="•"/>
              <a:tabLst>
                <a:tab pos="356870" algn="l"/>
              </a:tabLst>
            </a:pPr>
            <a:r>
              <a:rPr sz="2800" dirty="0">
                <a:latin typeface="Calibri"/>
                <a:cs typeface="Calibri"/>
              </a:rPr>
              <a:t>Primary</a:t>
            </a:r>
            <a:r>
              <a:rPr sz="2800" spc="-85" dirty="0">
                <a:latin typeface="Calibri"/>
                <a:cs typeface="Calibri"/>
              </a:rPr>
              <a:t> </a:t>
            </a:r>
            <a:r>
              <a:rPr sz="2800" dirty="0">
                <a:latin typeface="Calibri"/>
                <a:cs typeface="Calibri"/>
              </a:rPr>
              <a:t>colors</a:t>
            </a:r>
            <a:r>
              <a:rPr sz="2800" spc="-75" dirty="0">
                <a:latin typeface="Calibri"/>
                <a:cs typeface="Calibri"/>
              </a:rPr>
              <a:t> </a:t>
            </a:r>
            <a:r>
              <a:rPr sz="2800" spc="-25" dirty="0">
                <a:latin typeface="Calibri"/>
                <a:cs typeface="Calibri"/>
              </a:rPr>
              <a:t>of </a:t>
            </a:r>
            <a:r>
              <a:rPr sz="2800" dirty="0">
                <a:latin typeface="Calibri"/>
                <a:cs typeface="Calibri"/>
              </a:rPr>
              <a:t>pigment</a:t>
            </a:r>
            <a:r>
              <a:rPr sz="2800" spc="-75" dirty="0">
                <a:latin typeface="Calibri"/>
                <a:cs typeface="Calibri"/>
              </a:rPr>
              <a:t> </a:t>
            </a:r>
            <a:r>
              <a:rPr sz="2800" spc="-10" dirty="0">
                <a:latin typeface="Calibri"/>
                <a:cs typeface="Calibri"/>
              </a:rPr>
              <a:t>(subtractive):</a:t>
            </a:r>
            <a:endParaRPr sz="2800">
              <a:latin typeface="Calibri"/>
              <a:cs typeface="Calibri"/>
            </a:endParaRPr>
          </a:p>
          <a:p>
            <a:pPr marL="755015" lvl="1" indent="-285115">
              <a:lnSpc>
                <a:spcPct val="100000"/>
              </a:lnSpc>
              <a:spcBef>
                <a:spcPts val="620"/>
              </a:spcBef>
              <a:buFont typeface="Arial MT"/>
              <a:buChar char="–"/>
              <a:tabLst>
                <a:tab pos="755015" algn="l"/>
              </a:tabLst>
            </a:pPr>
            <a:r>
              <a:rPr sz="2400" spc="-10" dirty="0">
                <a:latin typeface="Calibri"/>
                <a:cs typeface="Calibri"/>
              </a:rPr>
              <a:t>magenta,</a:t>
            </a:r>
            <a:endParaRPr sz="2400">
              <a:latin typeface="Calibri"/>
              <a:cs typeface="Calibri"/>
            </a:endParaRPr>
          </a:p>
          <a:p>
            <a:pPr marL="755015" lvl="1" indent="-285115">
              <a:lnSpc>
                <a:spcPct val="100000"/>
              </a:lnSpc>
              <a:spcBef>
                <a:spcPts val="575"/>
              </a:spcBef>
              <a:buFont typeface="Arial MT"/>
              <a:buChar char="–"/>
              <a:tabLst>
                <a:tab pos="755015" algn="l"/>
              </a:tabLst>
            </a:pPr>
            <a:r>
              <a:rPr sz="2400" dirty="0">
                <a:latin typeface="Calibri"/>
                <a:cs typeface="Calibri"/>
              </a:rPr>
              <a:t>cyan,</a:t>
            </a:r>
            <a:r>
              <a:rPr sz="2400" spc="-75" dirty="0">
                <a:latin typeface="Calibri"/>
                <a:cs typeface="Calibri"/>
              </a:rPr>
              <a:t> </a:t>
            </a:r>
            <a:r>
              <a:rPr sz="2400" spc="-25" dirty="0">
                <a:latin typeface="Calibri"/>
                <a:cs typeface="Calibri"/>
              </a:rPr>
              <a:t>and</a:t>
            </a:r>
            <a:endParaRPr sz="2400">
              <a:latin typeface="Calibri"/>
              <a:cs typeface="Calibri"/>
            </a:endParaRPr>
          </a:p>
          <a:p>
            <a:pPr marL="755015" lvl="1" indent="-285115">
              <a:lnSpc>
                <a:spcPct val="100000"/>
              </a:lnSpc>
              <a:spcBef>
                <a:spcPts val="580"/>
              </a:spcBef>
              <a:buFont typeface="Arial MT"/>
              <a:buChar char="–"/>
              <a:tabLst>
                <a:tab pos="755015" algn="l"/>
              </a:tabLst>
            </a:pPr>
            <a:r>
              <a:rPr sz="2400" spc="-10" dirty="0">
                <a:latin typeface="Calibri"/>
                <a:cs typeface="Calibri"/>
              </a:rPr>
              <a:t>yellow.</a:t>
            </a:r>
            <a:endParaRPr sz="2400">
              <a:latin typeface="Calibri"/>
              <a:cs typeface="Calibri"/>
            </a:endParaRPr>
          </a:p>
        </p:txBody>
      </p:sp>
      <p:pic>
        <p:nvPicPr>
          <p:cNvPr id="4" name="object 4"/>
          <p:cNvPicPr/>
          <p:nvPr/>
        </p:nvPicPr>
        <p:blipFill>
          <a:blip r:embed="rId2" cstate="print"/>
          <a:stretch>
            <a:fillRect/>
          </a:stretch>
        </p:blipFill>
        <p:spPr>
          <a:xfrm>
            <a:off x="4820690" y="1796401"/>
            <a:ext cx="3072533" cy="4695477"/>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2396490">
              <a:lnSpc>
                <a:spcPct val="100000"/>
              </a:lnSpc>
              <a:spcBef>
                <a:spcPts val="90"/>
              </a:spcBef>
            </a:pPr>
            <a:r>
              <a:rPr dirty="0"/>
              <a:t>Color</a:t>
            </a:r>
            <a:r>
              <a:rPr spc="-65" dirty="0"/>
              <a:t> </a:t>
            </a:r>
            <a:r>
              <a:rPr spc="-10" dirty="0"/>
              <a:t>Models</a:t>
            </a:r>
          </a:p>
        </p:txBody>
      </p:sp>
      <p:sp>
        <p:nvSpPr>
          <p:cNvPr id="3" name="object 3"/>
          <p:cNvSpPr txBox="1"/>
          <p:nvPr/>
        </p:nvSpPr>
        <p:spPr>
          <a:xfrm>
            <a:off x="1679575" y="1892097"/>
            <a:ext cx="6011545" cy="1781810"/>
          </a:xfrm>
          <a:prstGeom prst="rect">
            <a:avLst/>
          </a:prstGeom>
        </p:spPr>
        <p:txBody>
          <a:bodyPr vert="horz" wrap="square" lIns="0" tIns="110489" rIns="0" bIns="0" rtlCol="0">
            <a:spAutoFit/>
          </a:bodyPr>
          <a:lstStyle/>
          <a:p>
            <a:pPr marL="356870" indent="-344170">
              <a:lnSpc>
                <a:spcPct val="100000"/>
              </a:lnSpc>
              <a:spcBef>
                <a:spcPts val="869"/>
              </a:spcBef>
              <a:buFont typeface="Arial MT"/>
              <a:buChar char="•"/>
              <a:tabLst>
                <a:tab pos="356870" algn="l"/>
              </a:tabLst>
            </a:pPr>
            <a:r>
              <a:rPr sz="3200" dirty="0">
                <a:latin typeface="Calibri"/>
                <a:cs typeface="Calibri"/>
              </a:rPr>
              <a:t>RGB</a:t>
            </a:r>
            <a:r>
              <a:rPr sz="3200" spc="-90" dirty="0">
                <a:latin typeface="Calibri"/>
                <a:cs typeface="Calibri"/>
              </a:rPr>
              <a:t> </a:t>
            </a:r>
            <a:r>
              <a:rPr sz="3200" dirty="0">
                <a:latin typeface="Calibri"/>
                <a:cs typeface="Calibri"/>
              </a:rPr>
              <a:t>color</a:t>
            </a:r>
            <a:r>
              <a:rPr sz="3200" spc="-90" dirty="0">
                <a:latin typeface="Calibri"/>
                <a:cs typeface="Calibri"/>
              </a:rPr>
              <a:t> </a:t>
            </a:r>
            <a:r>
              <a:rPr sz="3200" dirty="0">
                <a:latin typeface="Calibri"/>
                <a:cs typeface="Calibri"/>
              </a:rPr>
              <a:t>model:</a:t>
            </a:r>
            <a:r>
              <a:rPr sz="3200" spc="-50" dirty="0">
                <a:latin typeface="Calibri"/>
                <a:cs typeface="Calibri"/>
              </a:rPr>
              <a:t> </a:t>
            </a:r>
            <a:r>
              <a:rPr sz="3200" spc="-30" dirty="0">
                <a:latin typeface="Calibri"/>
                <a:cs typeface="Calibri"/>
              </a:rPr>
              <a:t>monitor,</a:t>
            </a:r>
            <a:r>
              <a:rPr sz="3200" spc="-90" dirty="0">
                <a:latin typeface="Calibri"/>
                <a:cs typeface="Calibri"/>
              </a:rPr>
              <a:t> </a:t>
            </a:r>
            <a:r>
              <a:rPr sz="3200" spc="-10" dirty="0">
                <a:latin typeface="Calibri"/>
                <a:cs typeface="Calibri"/>
              </a:rPr>
              <a:t>video</a:t>
            </a:r>
            <a:endParaRPr sz="3200">
              <a:latin typeface="Calibri"/>
              <a:cs typeface="Calibri"/>
            </a:endParaRPr>
          </a:p>
          <a:p>
            <a:pPr marL="356870" indent="-344170">
              <a:lnSpc>
                <a:spcPct val="100000"/>
              </a:lnSpc>
              <a:spcBef>
                <a:spcPts val="770"/>
              </a:spcBef>
              <a:buFont typeface="Arial MT"/>
              <a:buChar char="•"/>
              <a:tabLst>
                <a:tab pos="356870" algn="l"/>
              </a:tabLst>
            </a:pPr>
            <a:r>
              <a:rPr sz="3200" dirty="0">
                <a:latin typeface="Calibri"/>
                <a:cs typeface="Calibri"/>
              </a:rPr>
              <a:t>CMY</a:t>
            </a:r>
            <a:r>
              <a:rPr sz="3200" spc="-65" dirty="0">
                <a:latin typeface="Calibri"/>
                <a:cs typeface="Calibri"/>
              </a:rPr>
              <a:t> </a:t>
            </a:r>
            <a:r>
              <a:rPr sz="3200" dirty="0">
                <a:latin typeface="Calibri"/>
                <a:cs typeface="Calibri"/>
              </a:rPr>
              <a:t>(CMYK)</a:t>
            </a:r>
            <a:r>
              <a:rPr sz="3200" spc="-55" dirty="0">
                <a:latin typeface="Calibri"/>
                <a:cs typeface="Calibri"/>
              </a:rPr>
              <a:t> </a:t>
            </a:r>
            <a:r>
              <a:rPr sz="3200" dirty="0">
                <a:latin typeface="Calibri"/>
                <a:cs typeface="Calibri"/>
              </a:rPr>
              <a:t>color</a:t>
            </a:r>
            <a:r>
              <a:rPr sz="3200" spc="-75" dirty="0">
                <a:latin typeface="Calibri"/>
                <a:cs typeface="Calibri"/>
              </a:rPr>
              <a:t> </a:t>
            </a:r>
            <a:r>
              <a:rPr sz="3200" dirty="0">
                <a:latin typeface="Calibri"/>
                <a:cs typeface="Calibri"/>
              </a:rPr>
              <a:t>model:</a:t>
            </a:r>
            <a:r>
              <a:rPr sz="3200" spc="-55" dirty="0">
                <a:latin typeface="Calibri"/>
                <a:cs typeface="Calibri"/>
              </a:rPr>
              <a:t> </a:t>
            </a:r>
            <a:r>
              <a:rPr sz="3200" spc="-10" dirty="0">
                <a:latin typeface="Calibri"/>
                <a:cs typeface="Calibri"/>
              </a:rPr>
              <a:t>printing</a:t>
            </a:r>
            <a:endParaRPr sz="3200">
              <a:latin typeface="Calibri"/>
              <a:cs typeface="Calibri"/>
            </a:endParaRPr>
          </a:p>
          <a:p>
            <a:pPr marL="356870" indent="-344170">
              <a:lnSpc>
                <a:spcPct val="100000"/>
              </a:lnSpc>
              <a:spcBef>
                <a:spcPts val="770"/>
              </a:spcBef>
              <a:buFont typeface="Arial MT"/>
              <a:buChar char="•"/>
              <a:tabLst>
                <a:tab pos="356870" algn="l"/>
              </a:tabLst>
            </a:pPr>
            <a:r>
              <a:rPr sz="3200" dirty="0">
                <a:latin typeface="Calibri"/>
                <a:cs typeface="Calibri"/>
              </a:rPr>
              <a:t>HSI:</a:t>
            </a:r>
            <a:r>
              <a:rPr sz="3200" spc="-30" dirty="0">
                <a:latin typeface="Calibri"/>
                <a:cs typeface="Calibri"/>
              </a:rPr>
              <a:t> </a:t>
            </a:r>
            <a:r>
              <a:rPr sz="3200" dirty="0">
                <a:latin typeface="Calibri"/>
                <a:cs typeface="Calibri"/>
              </a:rPr>
              <a:t>close</a:t>
            </a:r>
            <a:r>
              <a:rPr sz="3200" spc="-35" dirty="0">
                <a:latin typeface="Calibri"/>
                <a:cs typeface="Calibri"/>
              </a:rPr>
              <a:t> </a:t>
            </a:r>
            <a:r>
              <a:rPr sz="3200" dirty="0">
                <a:latin typeface="Calibri"/>
                <a:cs typeface="Calibri"/>
              </a:rPr>
              <a:t>to</a:t>
            </a:r>
            <a:r>
              <a:rPr sz="3200" spc="-55" dirty="0">
                <a:latin typeface="Calibri"/>
                <a:cs typeface="Calibri"/>
              </a:rPr>
              <a:t> </a:t>
            </a:r>
            <a:r>
              <a:rPr sz="3200" spc="-25" dirty="0">
                <a:latin typeface="Calibri"/>
                <a:cs typeface="Calibri"/>
              </a:rPr>
              <a:t>HVS</a:t>
            </a:r>
            <a:endParaRPr sz="3200">
              <a:latin typeface="Calibri"/>
              <a:cs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1966595">
              <a:lnSpc>
                <a:spcPct val="100000"/>
              </a:lnSpc>
              <a:spcBef>
                <a:spcPts val="90"/>
              </a:spcBef>
            </a:pPr>
            <a:r>
              <a:rPr dirty="0"/>
              <a:t>RGB</a:t>
            </a:r>
            <a:r>
              <a:rPr spc="-80" dirty="0"/>
              <a:t> </a:t>
            </a:r>
            <a:r>
              <a:rPr dirty="0"/>
              <a:t>Color</a:t>
            </a:r>
            <a:r>
              <a:rPr spc="-105" dirty="0"/>
              <a:t> </a:t>
            </a:r>
            <a:r>
              <a:rPr spc="-20" dirty="0"/>
              <a:t>Model</a:t>
            </a:r>
          </a:p>
        </p:txBody>
      </p:sp>
      <p:sp>
        <p:nvSpPr>
          <p:cNvPr id="3" name="object 3"/>
          <p:cNvSpPr txBox="1"/>
          <p:nvPr/>
        </p:nvSpPr>
        <p:spPr>
          <a:xfrm>
            <a:off x="625144" y="1969084"/>
            <a:ext cx="3279775" cy="4054475"/>
          </a:xfrm>
          <a:prstGeom prst="rect">
            <a:avLst/>
          </a:prstGeom>
        </p:spPr>
        <p:txBody>
          <a:bodyPr vert="horz" wrap="square" lIns="0" tIns="12065" rIns="0" bIns="0" rtlCol="0">
            <a:spAutoFit/>
          </a:bodyPr>
          <a:lstStyle/>
          <a:p>
            <a:pPr marL="420370" indent="-344170">
              <a:lnSpc>
                <a:spcPts val="2280"/>
              </a:lnSpc>
              <a:spcBef>
                <a:spcPts val="95"/>
              </a:spcBef>
              <a:buFont typeface="Arial MT"/>
              <a:buChar char="•"/>
              <a:tabLst>
                <a:tab pos="420370" algn="l"/>
              </a:tabLst>
            </a:pPr>
            <a:r>
              <a:rPr sz="2000" dirty="0">
                <a:latin typeface="Calibri"/>
                <a:cs typeface="Calibri"/>
              </a:rPr>
              <a:t>R,</a:t>
            </a:r>
            <a:r>
              <a:rPr sz="2000" spc="-45" dirty="0">
                <a:latin typeface="Calibri"/>
                <a:cs typeface="Calibri"/>
              </a:rPr>
              <a:t> </a:t>
            </a:r>
            <a:r>
              <a:rPr sz="2000" dirty="0">
                <a:latin typeface="Calibri"/>
                <a:cs typeface="Calibri"/>
              </a:rPr>
              <a:t>G,</a:t>
            </a:r>
            <a:r>
              <a:rPr sz="2000" spc="-35" dirty="0">
                <a:latin typeface="Calibri"/>
                <a:cs typeface="Calibri"/>
              </a:rPr>
              <a:t> </a:t>
            </a:r>
            <a:r>
              <a:rPr sz="2000" dirty="0">
                <a:latin typeface="Calibri"/>
                <a:cs typeface="Calibri"/>
              </a:rPr>
              <a:t>B</a:t>
            </a:r>
            <a:r>
              <a:rPr sz="2000" spc="-40" dirty="0">
                <a:latin typeface="Calibri"/>
                <a:cs typeface="Calibri"/>
              </a:rPr>
              <a:t> </a:t>
            </a:r>
            <a:r>
              <a:rPr sz="2000" dirty="0">
                <a:latin typeface="Calibri"/>
                <a:cs typeface="Calibri"/>
              </a:rPr>
              <a:t>at</a:t>
            </a:r>
            <a:r>
              <a:rPr sz="2000" spc="-35" dirty="0">
                <a:latin typeface="Calibri"/>
                <a:cs typeface="Calibri"/>
              </a:rPr>
              <a:t> </a:t>
            </a:r>
            <a:r>
              <a:rPr sz="2000" dirty="0">
                <a:latin typeface="Calibri"/>
                <a:cs typeface="Calibri"/>
              </a:rPr>
              <a:t>3</a:t>
            </a:r>
            <a:r>
              <a:rPr sz="2000" spc="-40" dirty="0">
                <a:latin typeface="Calibri"/>
                <a:cs typeface="Calibri"/>
              </a:rPr>
              <a:t> </a:t>
            </a:r>
            <a:r>
              <a:rPr sz="2000" dirty="0">
                <a:latin typeface="Calibri"/>
                <a:cs typeface="Calibri"/>
              </a:rPr>
              <a:t>axis</a:t>
            </a:r>
            <a:r>
              <a:rPr sz="2000" spc="-30" dirty="0">
                <a:latin typeface="Calibri"/>
                <a:cs typeface="Calibri"/>
              </a:rPr>
              <a:t> </a:t>
            </a:r>
            <a:r>
              <a:rPr sz="2000" dirty="0">
                <a:latin typeface="Calibri"/>
                <a:cs typeface="Calibri"/>
              </a:rPr>
              <a:t>ranging</a:t>
            </a:r>
            <a:r>
              <a:rPr sz="2000" spc="-15" dirty="0">
                <a:latin typeface="Calibri"/>
                <a:cs typeface="Calibri"/>
              </a:rPr>
              <a:t> </a:t>
            </a:r>
            <a:r>
              <a:rPr sz="2000" spc="-25" dirty="0">
                <a:latin typeface="Calibri"/>
                <a:cs typeface="Calibri"/>
              </a:rPr>
              <a:t>in</a:t>
            </a:r>
            <a:endParaRPr sz="2000">
              <a:latin typeface="Calibri"/>
              <a:cs typeface="Calibri"/>
            </a:endParaRPr>
          </a:p>
          <a:p>
            <a:pPr marL="420370">
              <a:lnSpc>
                <a:spcPts val="2280"/>
              </a:lnSpc>
            </a:pPr>
            <a:r>
              <a:rPr sz="2000" dirty="0">
                <a:latin typeface="Calibri"/>
                <a:cs typeface="Calibri"/>
              </a:rPr>
              <a:t>[0</a:t>
            </a:r>
            <a:r>
              <a:rPr sz="2000" spc="415" dirty="0">
                <a:latin typeface="Calibri"/>
                <a:cs typeface="Calibri"/>
              </a:rPr>
              <a:t> </a:t>
            </a:r>
            <a:r>
              <a:rPr sz="2000" dirty="0">
                <a:latin typeface="Calibri"/>
                <a:cs typeface="Calibri"/>
              </a:rPr>
              <a:t>1]</a:t>
            </a:r>
            <a:r>
              <a:rPr sz="2000" spc="-5" dirty="0">
                <a:latin typeface="Calibri"/>
                <a:cs typeface="Calibri"/>
              </a:rPr>
              <a:t> </a:t>
            </a:r>
            <a:r>
              <a:rPr sz="2000" spc="-20" dirty="0">
                <a:latin typeface="Calibri"/>
                <a:cs typeface="Calibri"/>
              </a:rPr>
              <a:t>each</a:t>
            </a:r>
            <a:endParaRPr sz="2000">
              <a:latin typeface="Calibri"/>
              <a:cs typeface="Calibri"/>
            </a:endParaRPr>
          </a:p>
          <a:p>
            <a:pPr marL="420370" indent="-344170">
              <a:lnSpc>
                <a:spcPts val="2280"/>
              </a:lnSpc>
              <a:spcBef>
                <a:spcPts val="240"/>
              </a:spcBef>
              <a:buFont typeface="Arial MT"/>
              <a:buChar char="•"/>
              <a:tabLst>
                <a:tab pos="420370" algn="l"/>
              </a:tabLst>
            </a:pPr>
            <a:r>
              <a:rPr sz="2000" dirty="0">
                <a:latin typeface="Calibri"/>
                <a:cs typeface="Calibri"/>
              </a:rPr>
              <a:t>Gray</a:t>
            </a:r>
            <a:r>
              <a:rPr sz="2000" spc="-60" dirty="0">
                <a:latin typeface="Calibri"/>
                <a:cs typeface="Calibri"/>
              </a:rPr>
              <a:t> </a:t>
            </a:r>
            <a:r>
              <a:rPr sz="2000" dirty="0">
                <a:latin typeface="Calibri"/>
                <a:cs typeface="Calibri"/>
              </a:rPr>
              <a:t>scale</a:t>
            </a:r>
            <a:r>
              <a:rPr sz="2000" spc="-50" dirty="0">
                <a:latin typeface="Calibri"/>
                <a:cs typeface="Calibri"/>
              </a:rPr>
              <a:t> </a:t>
            </a:r>
            <a:r>
              <a:rPr sz="2000" dirty="0">
                <a:latin typeface="Calibri"/>
                <a:cs typeface="Calibri"/>
              </a:rPr>
              <a:t>along</a:t>
            </a:r>
            <a:r>
              <a:rPr sz="2000" spc="-90" dirty="0">
                <a:latin typeface="Calibri"/>
                <a:cs typeface="Calibri"/>
              </a:rPr>
              <a:t> </a:t>
            </a:r>
            <a:r>
              <a:rPr sz="2000" spc="-25" dirty="0">
                <a:latin typeface="Calibri"/>
                <a:cs typeface="Calibri"/>
              </a:rPr>
              <a:t>the</a:t>
            </a:r>
            <a:endParaRPr sz="2000">
              <a:latin typeface="Calibri"/>
              <a:cs typeface="Calibri"/>
            </a:endParaRPr>
          </a:p>
          <a:p>
            <a:pPr marL="420370">
              <a:lnSpc>
                <a:spcPts val="2280"/>
              </a:lnSpc>
            </a:pPr>
            <a:r>
              <a:rPr sz="2000" spc="-10" dirty="0">
                <a:latin typeface="Calibri"/>
                <a:cs typeface="Calibri"/>
              </a:rPr>
              <a:t>diagonal</a:t>
            </a:r>
            <a:endParaRPr sz="2000">
              <a:latin typeface="Calibri"/>
              <a:cs typeface="Calibri"/>
            </a:endParaRPr>
          </a:p>
          <a:p>
            <a:pPr marL="420370" marR="93980" indent="-344805">
              <a:lnSpc>
                <a:spcPct val="90000"/>
              </a:lnSpc>
              <a:spcBef>
                <a:spcPts val="480"/>
              </a:spcBef>
              <a:buFont typeface="Arial MT"/>
              <a:buChar char="•"/>
              <a:tabLst>
                <a:tab pos="420370" algn="l"/>
              </a:tabLst>
            </a:pPr>
            <a:r>
              <a:rPr sz="2000" dirty="0">
                <a:latin typeface="Calibri"/>
                <a:cs typeface="Calibri"/>
              </a:rPr>
              <a:t>If</a:t>
            </a:r>
            <a:r>
              <a:rPr sz="2000" spc="-60" dirty="0">
                <a:latin typeface="Calibri"/>
                <a:cs typeface="Calibri"/>
              </a:rPr>
              <a:t> </a:t>
            </a:r>
            <a:r>
              <a:rPr sz="2000" dirty="0">
                <a:latin typeface="Calibri"/>
                <a:cs typeface="Calibri"/>
              </a:rPr>
              <a:t>each</a:t>
            </a:r>
            <a:r>
              <a:rPr sz="2000" spc="-25" dirty="0">
                <a:latin typeface="Calibri"/>
                <a:cs typeface="Calibri"/>
              </a:rPr>
              <a:t> </a:t>
            </a:r>
            <a:r>
              <a:rPr sz="2000" spc="-10" dirty="0">
                <a:latin typeface="Calibri"/>
                <a:cs typeface="Calibri"/>
              </a:rPr>
              <a:t>component</a:t>
            </a:r>
            <a:r>
              <a:rPr sz="2000" spc="-20" dirty="0">
                <a:latin typeface="Calibri"/>
                <a:cs typeface="Calibri"/>
              </a:rPr>
              <a:t> </a:t>
            </a:r>
            <a:r>
              <a:rPr sz="2000" spc="-25" dirty="0">
                <a:latin typeface="Calibri"/>
                <a:cs typeface="Calibri"/>
              </a:rPr>
              <a:t>is </a:t>
            </a:r>
            <a:r>
              <a:rPr sz="2000" spc="-10" dirty="0">
                <a:latin typeface="Calibri"/>
                <a:cs typeface="Calibri"/>
              </a:rPr>
              <a:t>quantized</a:t>
            </a:r>
            <a:r>
              <a:rPr sz="2000" spc="-45" dirty="0">
                <a:latin typeface="Calibri"/>
                <a:cs typeface="Calibri"/>
              </a:rPr>
              <a:t> </a:t>
            </a:r>
            <a:r>
              <a:rPr sz="2000" dirty="0">
                <a:latin typeface="Calibri"/>
                <a:cs typeface="Calibri"/>
              </a:rPr>
              <a:t>into</a:t>
            </a:r>
            <a:r>
              <a:rPr sz="2000" spc="-50" dirty="0">
                <a:latin typeface="Calibri"/>
                <a:cs typeface="Calibri"/>
              </a:rPr>
              <a:t> </a:t>
            </a:r>
            <a:r>
              <a:rPr sz="2000" dirty="0">
                <a:latin typeface="Calibri"/>
                <a:cs typeface="Calibri"/>
              </a:rPr>
              <a:t>256</a:t>
            </a:r>
            <a:r>
              <a:rPr sz="2000" spc="-50" dirty="0">
                <a:latin typeface="Calibri"/>
                <a:cs typeface="Calibri"/>
              </a:rPr>
              <a:t> </a:t>
            </a:r>
            <a:r>
              <a:rPr sz="2000" spc="-10" dirty="0">
                <a:latin typeface="Calibri"/>
                <a:cs typeface="Calibri"/>
              </a:rPr>
              <a:t>levels </a:t>
            </a:r>
            <a:r>
              <a:rPr sz="2000" dirty="0">
                <a:latin typeface="Calibri"/>
                <a:cs typeface="Calibri"/>
              </a:rPr>
              <a:t>[0:255],</a:t>
            </a:r>
            <a:r>
              <a:rPr sz="2000" spc="-25" dirty="0">
                <a:latin typeface="Calibri"/>
                <a:cs typeface="Calibri"/>
              </a:rPr>
              <a:t> </a:t>
            </a:r>
            <a:r>
              <a:rPr sz="2000" dirty="0">
                <a:latin typeface="Calibri"/>
                <a:cs typeface="Calibri"/>
              </a:rPr>
              <a:t>the</a:t>
            </a:r>
            <a:r>
              <a:rPr sz="2000" spc="-75" dirty="0">
                <a:latin typeface="Calibri"/>
                <a:cs typeface="Calibri"/>
              </a:rPr>
              <a:t> </a:t>
            </a:r>
            <a:r>
              <a:rPr sz="2000" dirty="0">
                <a:latin typeface="Calibri"/>
                <a:cs typeface="Calibri"/>
              </a:rPr>
              <a:t>total</a:t>
            </a:r>
            <a:r>
              <a:rPr sz="2000" spc="-65" dirty="0">
                <a:latin typeface="Calibri"/>
                <a:cs typeface="Calibri"/>
              </a:rPr>
              <a:t> </a:t>
            </a:r>
            <a:r>
              <a:rPr sz="2000" spc="-10" dirty="0">
                <a:latin typeface="Calibri"/>
                <a:cs typeface="Calibri"/>
              </a:rPr>
              <a:t>number </a:t>
            </a:r>
            <a:r>
              <a:rPr sz="2000" dirty="0">
                <a:latin typeface="Calibri"/>
                <a:cs typeface="Calibri"/>
              </a:rPr>
              <a:t>of</a:t>
            </a:r>
            <a:r>
              <a:rPr sz="2000" spc="-70" dirty="0">
                <a:latin typeface="Calibri"/>
                <a:cs typeface="Calibri"/>
              </a:rPr>
              <a:t> </a:t>
            </a:r>
            <a:r>
              <a:rPr sz="2000" spc="-20" dirty="0">
                <a:latin typeface="Calibri"/>
                <a:cs typeface="Calibri"/>
              </a:rPr>
              <a:t>different</a:t>
            </a:r>
            <a:r>
              <a:rPr sz="2000" spc="-15" dirty="0">
                <a:latin typeface="Calibri"/>
                <a:cs typeface="Calibri"/>
              </a:rPr>
              <a:t> </a:t>
            </a:r>
            <a:r>
              <a:rPr sz="2000" dirty="0">
                <a:latin typeface="Calibri"/>
                <a:cs typeface="Calibri"/>
              </a:rPr>
              <a:t>colors</a:t>
            </a:r>
            <a:r>
              <a:rPr sz="2000" spc="-55" dirty="0">
                <a:latin typeface="Calibri"/>
                <a:cs typeface="Calibri"/>
              </a:rPr>
              <a:t> </a:t>
            </a:r>
            <a:r>
              <a:rPr sz="2000" dirty="0">
                <a:latin typeface="Calibri"/>
                <a:cs typeface="Calibri"/>
              </a:rPr>
              <a:t>that</a:t>
            </a:r>
            <a:r>
              <a:rPr sz="2000" spc="-55" dirty="0">
                <a:latin typeface="Calibri"/>
                <a:cs typeface="Calibri"/>
              </a:rPr>
              <a:t> </a:t>
            </a:r>
            <a:r>
              <a:rPr sz="2000" spc="-25" dirty="0">
                <a:latin typeface="Calibri"/>
                <a:cs typeface="Calibri"/>
              </a:rPr>
              <a:t>can </a:t>
            </a:r>
            <a:r>
              <a:rPr sz="2000" dirty="0">
                <a:latin typeface="Calibri"/>
                <a:cs typeface="Calibri"/>
              </a:rPr>
              <a:t>be</a:t>
            </a:r>
            <a:r>
              <a:rPr sz="2000" spc="-45" dirty="0">
                <a:latin typeface="Calibri"/>
                <a:cs typeface="Calibri"/>
              </a:rPr>
              <a:t> </a:t>
            </a:r>
            <a:r>
              <a:rPr sz="2000" dirty="0">
                <a:latin typeface="Calibri"/>
                <a:cs typeface="Calibri"/>
              </a:rPr>
              <a:t>produced</a:t>
            </a:r>
            <a:r>
              <a:rPr sz="2000" spc="-35" dirty="0">
                <a:latin typeface="Calibri"/>
                <a:cs typeface="Calibri"/>
              </a:rPr>
              <a:t> </a:t>
            </a:r>
            <a:r>
              <a:rPr sz="2000" dirty="0">
                <a:latin typeface="Calibri"/>
                <a:cs typeface="Calibri"/>
              </a:rPr>
              <a:t>is</a:t>
            </a:r>
            <a:r>
              <a:rPr sz="2000" spc="-50" dirty="0">
                <a:latin typeface="Calibri"/>
                <a:cs typeface="Calibri"/>
              </a:rPr>
              <a:t> </a:t>
            </a:r>
            <a:r>
              <a:rPr sz="2000" dirty="0">
                <a:latin typeface="Calibri"/>
                <a:cs typeface="Calibri"/>
              </a:rPr>
              <a:t>(2</a:t>
            </a:r>
            <a:r>
              <a:rPr sz="2025" baseline="24691" dirty="0">
                <a:latin typeface="Calibri"/>
                <a:cs typeface="Calibri"/>
              </a:rPr>
              <a:t>8</a:t>
            </a:r>
            <a:r>
              <a:rPr sz="2000" dirty="0">
                <a:latin typeface="Calibri"/>
                <a:cs typeface="Calibri"/>
              </a:rPr>
              <a:t>)</a:t>
            </a:r>
            <a:r>
              <a:rPr sz="2025" baseline="24691" dirty="0">
                <a:latin typeface="Calibri"/>
                <a:cs typeface="Calibri"/>
              </a:rPr>
              <a:t>3</a:t>
            </a:r>
            <a:r>
              <a:rPr sz="2025" spc="225" baseline="24691" dirty="0">
                <a:latin typeface="Calibri"/>
                <a:cs typeface="Calibri"/>
              </a:rPr>
              <a:t> </a:t>
            </a:r>
            <a:r>
              <a:rPr sz="2000" dirty="0">
                <a:latin typeface="Calibri"/>
                <a:cs typeface="Calibri"/>
              </a:rPr>
              <a:t>=</a:t>
            </a:r>
            <a:r>
              <a:rPr sz="2000" spc="-45" dirty="0">
                <a:latin typeface="Calibri"/>
                <a:cs typeface="Calibri"/>
              </a:rPr>
              <a:t> </a:t>
            </a:r>
            <a:r>
              <a:rPr sz="2000" dirty="0">
                <a:latin typeface="Calibri"/>
                <a:cs typeface="Calibri"/>
              </a:rPr>
              <a:t>2</a:t>
            </a:r>
            <a:r>
              <a:rPr sz="2025" baseline="24691" dirty="0">
                <a:latin typeface="Calibri"/>
                <a:cs typeface="Calibri"/>
              </a:rPr>
              <a:t>24</a:t>
            </a:r>
            <a:r>
              <a:rPr sz="2025" spc="157" baseline="24691" dirty="0">
                <a:latin typeface="Calibri"/>
                <a:cs typeface="Calibri"/>
              </a:rPr>
              <a:t> </a:t>
            </a:r>
            <a:r>
              <a:rPr sz="2000" spc="-50" dirty="0">
                <a:latin typeface="Calibri"/>
                <a:cs typeface="Calibri"/>
              </a:rPr>
              <a:t>= </a:t>
            </a:r>
            <a:r>
              <a:rPr sz="2000" dirty="0">
                <a:latin typeface="Calibri"/>
                <a:cs typeface="Calibri"/>
              </a:rPr>
              <a:t>16,777,216</a:t>
            </a:r>
            <a:r>
              <a:rPr sz="2000" spc="-90" dirty="0">
                <a:latin typeface="Calibri"/>
                <a:cs typeface="Calibri"/>
              </a:rPr>
              <a:t> </a:t>
            </a:r>
            <a:r>
              <a:rPr sz="2000" spc="-10" dirty="0">
                <a:latin typeface="Calibri"/>
                <a:cs typeface="Calibri"/>
              </a:rPr>
              <a:t>colors.</a:t>
            </a:r>
            <a:endParaRPr sz="2000">
              <a:latin typeface="Calibri"/>
              <a:cs typeface="Calibri"/>
            </a:endParaRPr>
          </a:p>
          <a:p>
            <a:pPr marL="420370" indent="-344170">
              <a:lnSpc>
                <a:spcPct val="100000"/>
              </a:lnSpc>
              <a:spcBef>
                <a:spcPts val="240"/>
              </a:spcBef>
              <a:buFont typeface="Arial MT"/>
              <a:buChar char="•"/>
              <a:tabLst>
                <a:tab pos="420370" algn="l"/>
              </a:tabLst>
            </a:pPr>
            <a:r>
              <a:rPr sz="2000" dirty="0">
                <a:latin typeface="Calibri"/>
                <a:cs typeface="Calibri"/>
              </a:rPr>
              <a:t>RGB</a:t>
            </a:r>
            <a:r>
              <a:rPr sz="2000" spc="-75" dirty="0">
                <a:latin typeface="Calibri"/>
                <a:cs typeface="Calibri"/>
              </a:rPr>
              <a:t> </a:t>
            </a:r>
            <a:r>
              <a:rPr sz="2000" dirty="0">
                <a:latin typeface="Calibri"/>
                <a:cs typeface="Calibri"/>
              </a:rPr>
              <a:t>safe</a:t>
            </a:r>
            <a:r>
              <a:rPr sz="2000" spc="-60" dirty="0">
                <a:latin typeface="Calibri"/>
                <a:cs typeface="Calibri"/>
              </a:rPr>
              <a:t> </a:t>
            </a:r>
            <a:r>
              <a:rPr sz="2000" spc="-10" dirty="0">
                <a:latin typeface="Calibri"/>
                <a:cs typeface="Calibri"/>
              </a:rPr>
              <a:t>color:</a:t>
            </a:r>
            <a:endParaRPr sz="2000">
              <a:latin typeface="Calibri"/>
              <a:cs typeface="Calibri"/>
            </a:endParaRPr>
          </a:p>
          <a:p>
            <a:pPr marL="819785" marR="138430" indent="-287020">
              <a:lnSpc>
                <a:spcPct val="90100"/>
              </a:lnSpc>
              <a:spcBef>
                <a:spcPts val="439"/>
              </a:spcBef>
              <a:tabLst>
                <a:tab pos="819785" algn="l"/>
              </a:tabLst>
            </a:pPr>
            <a:r>
              <a:rPr sz="1800" spc="-50" dirty="0">
                <a:latin typeface="Arial MT"/>
                <a:cs typeface="Arial MT"/>
              </a:rPr>
              <a:t>–</a:t>
            </a:r>
            <a:r>
              <a:rPr sz="1800" dirty="0">
                <a:latin typeface="Arial MT"/>
                <a:cs typeface="Arial MT"/>
              </a:rPr>
              <a:t>	</a:t>
            </a:r>
            <a:r>
              <a:rPr sz="1800" spc="-10" dirty="0">
                <a:latin typeface="Calibri"/>
                <a:cs typeface="Calibri"/>
              </a:rPr>
              <a:t>Quantize</a:t>
            </a:r>
            <a:r>
              <a:rPr sz="1800" spc="-25" dirty="0">
                <a:latin typeface="Calibri"/>
                <a:cs typeface="Calibri"/>
              </a:rPr>
              <a:t> </a:t>
            </a:r>
            <a:r>
              <a:rPr sz="1800" spc="-20" dirty="0">
                <a:latin typeface="Calibri"/>
                <a:cs typeface="Calibri"/>
              </a:rPr>
              <a:t>each </a:t>
            </a:r>
            <a:r>
              <a:rPr sz="1800" spc="-10" dirty="0">
                <a:latin typeface="Calibri"/>
                <a:cs typeface="Calibri"/>
              </a:rPr>
              <a:t>components</a:t>
            </a:r>
            <a:r>
              <a:rPr sz="1800" spc="-25" dirty="0">
                <a:latin typeface="Calibri"/>
                <a:cs typeface="Calibri"/>
              </a:rPr>
              <a:t> </a:t>
            </a:r>
            <a:r>
              <a:rPr sz="1800" dirty="0">
                <a:latin typeface="Calibri"/>
                <a:cs typeface="Calibri"/>
              </a:rPr>
              <a:t>into</a:t>
            </a:r>
            <a:r>
              <a:rPr sz="1800" spc="-25" dirty="0">
                <a:latin typeface="Calibri"/>
                <a:cs typeface="Calibri"/>
              </a:rPr>
              <a:t> </a:t>
            </a:r>
            <a:r>
              <a:rPr sz="1800" dirty="0">
                <a:latin typeface="Calibri"/>
                <a:cs typeface="Calibri"/>
              </a:rPr>
              <a:t>6</a:t>
            </a:r>
            <a:r>
              <a:rPr sz="1800" spc="-50" dirty="0">
                <a:latin typeface="Calibri"/>
                <a:cs typeface="Calibri"/>
              </a:rPr>
              <a:t> </a:t>
            </a:r>
            <a:r>
              <a:rPr sz="1800" spc="-10" dirty="0">
                <a:latin typeface="Calibri"/>
                <a:cs typeface="Calibri"/>
              </a:rPr>
              <a:t>levels </a:t>
            </a:r>
            <a:r>
              <a:rPr sz="1800" dirty="0">
                <a:latin typeface="Calibri"/>
                <a:cs typeface="Calibri"/>
              </a:rPr>
              <a:t>from</a:t>
            </a:r>
            <a:r>
              <a:rPr sz="1800" spc="-50" dirty="0">
                <a:latin typeface="Calibri"/>
                <a:cs typeface="Calibri"/>
              </a:rPr>
              <a:t> </a:t>
            </a:r>
            <a:r>
              <a:rPr sz="1800" dirty="0">
                <a:latin typeface="Calibri"/>
                <a:cs typeface="Calibri"/>
              </a:rPr>
              <a:t>0</a:t>
            </a:r>
            <a:r>
              <a:rPr sz="1800" spc="-10" dirty="0">
                <a:latin typeface="Calibri"/>
                <a:cs typeface="Calibri"/>
              </a:rPr>
              <a:t> </a:t>
            </a:r>
            <a:r>
              <a:rPr sz="1800" dirty="0">
                <a:latin typeface="Calibri"/>
                <a:cs typeface="Calibri"/>
              </a:rPr>
              <a:t>to</a:t>
            </a:r>
            <a:r>
              <a:rPr sz="1800" spc="-20" dirty="0">
                <a:latin typeface="Calibri"/>
                <a:cs typeface="Calibri"/>
              </a:rPr>
              <a:t> 255.</a:t>
            </a:r>
            <a:endParaRPr sz="1800">
              <a:latin typeface="Calibri"/>
              <a:cs typeface="Calibri"/>
            </a:endParaRPr>
          </a:p>
        </p:txBody>
      </p:sp>
      <p:pic>
        <p:nvPicPr>
          <p:cNvPr id="4" name="object 4"/>
          <p:cNvPicPr/>
          <p:nvPr/>
        </p:nvPicPr>
        <p:blipFill>
          <a:blip r:embed="rId2" cstate="print"/>
          <a:stretch>
            <a:fillRect/>
          </a:stretch>
        </p:blipFill>
        <p:spPr>
          <a:xfrm>
            <a:off x="4118975" y="1756762"/>
            <a:ext cx="3083490" cy="2659256"/>
          </a:xfrm>
          <a:prstGeom prst="rect">
            <a:avLst/>
          </a:prstGeom>
        </p:spPr>
      </p:pic>
      <p:pic>
        <p:nvPicPr>
          <p:cNvPr id="5" name="object 5"/>
          <p:cNvPicPr/>
          <p:nvPr/>
        </p:nvPicPr>
        <p:blipFill>
          <a:blip r:embed="rId3" cstate="print"/>
          <a:stretch>
            <a:fillRect/>
          </a:stretch>
        </p:blipFill>
        <p:spPr>
          <a:xfrm>
            <a:off x="4038600" y="4648200"/>
            <a:ext cx="1901952" cy="1709927"/>
          </a:xfrm>
          <a:prstGeom prst="rect">
            <a:avLst/>
          </a:prstGeom>
        </p:spPr>
      </p:pic>
      <p:pic>
        <p:nvPicPr>
          <p:cNvPr id="6" name="object 6"/>
          <p:cNvPicPr/>
          <p:nvPr/>
        </p:nvPicPr>
        <p:blipFill>
          <a:blip r:embed="rId4" cstate="print"/>
          <a:stretch>
            <a:fillRect/>
          </a:stretch>
        </p:blipFill>
        <p:spPr>
          <a:xfrm>
            <a:off x="6477000" y="4648200"/>
            <a:ext cx="1961352" cy="1770888"/>
          </a:xfrm>
          <a:prstGeom prst="rect">
            <a:avLst/>
          </a:prstGeom>
        </p:spPr>
      </p:pic>
      <p:sp>
        <p:nvSpPr>
          <p:cNvPr id="7" name="object 7"/>
          <p:cNvSpPr txBox="1"/>
          <p:nvPr/>
        </p:nvSpPr>
        <p:spPr>
          <a:xfrm>
            <a:off x="4195064" y="6357620"/>
            <a:ext cx="1765935" cy="238125"/>
          </a:xfrm>
          <a:prstGeom prst="rect">
            <a:avLst/>
          </a:prstGeom>
        </p:spPr>
        <p:txBody>
          <a:bodyPr vert="horz" wrap="square" lIns="0" tIns="11430" rIns="0" bIns="0" rtlCol="0">
            <a:spAutoFit/>
          </a:bodyPr>
          <a:lstStyle/>
          <a:p>
            <a:pPr marL="12700">
              <a:lnSpc>
                <a:spcPct val="100000"/>
              </a:lnSpc>
              <a:spcBef>
                <a:spcPts val="90"/>
              </a:spcBef>
            </a:pPr>
            <a:r>
              <a:rPr sz="1400" spc="-25" dirty="0">
                <a:latin typeface="Arial MT"/>
                <a:cs typeface="Arial MT"/>
              </a:rPr>
              <a:t>24-</a:t>
            </a:r>
            <a:r>
              <a:rPr sz="1400" dirty="0">
                <a:latin typeface="Arial MT"/>
                <a:cs typeface="Arial MT"/>
              </a:rPr>
              <a:t>bit</a:t>
            </a:r>
            <a:r>
              <a:rPr sz="1400" spc="-10" dirty="0">
                <a:latin typeface="Arial MT"/>
                <a:cs typeface="Arial MT"/>
              </a:rPr>
              <a:t> </a:t>
            </a:r>
            <a:r>
              <a:rPr sz="1400" dirty="0">
                <a:latin typeface="Arial MT"/>
                <a:cs typeface="Arial MT"/>
              </a:rPr>
              <a:t>RGB</a:t>
            </a:r>
            <a:r>
              <a:rPr sz="1400" spc="-5" dirty="0">
                <a:latin typeface="Arial MT"/>
                <a:cs typeface="Arial MT"/>
              </a:rPr>
              <a:t> </a:t>
            </a:r>
            <a:r>
              <a:rPr sz="1400" dirty="0">
                <a:latin typeface="Arial MT"/>
                <a:cs typeface="Arial MT"/>
              </a:rPr>
              <a:t>color</a:t>
            </a:r>
            <a:r>
              <a:rPr sz="1400" spc="-20" dirty="0">
                <a:latin typeface="Arial MT"/>
                <a:cs typeface="Arial MT"/>
              </a:rPr>
              <a:t> cube</a:t>
            </a:r>
            <a:endParaRPr sz="1400">
              <a:latin typeface="Arial MT"/>
              <a:cs typeface="Arial MT"/>
            </a:endParaRPr>
          </a:p>
        </p:txBody>
      </p:sp>
      <p:sp>
        <p:nvSpPr>
          <p:cNvPr id="8" name="object 8"/>
          <p:cNvSpPr txBox="1"/>
          <p:nvPr/>
        </p:nvSpPr>
        <p:spPr>
          <a:xfrm>
            <a:off x="6710553" y="6433820"/>
            <a:ext cx="1659255" cy="238125"/>
          </a:xfrm>
          <a:prstGeom prst="rect">
            <a:avLst/>
          </a:prstGeom>
        </p:spPr>
        <p:txBody>
          <a:bodyPr vert="horz" wrap="square" lIns="0" tIns="11430" rIns="0" bIns="0" rtlCol="0">
            <a:spAutoFit/>
          </a:bodyPr>
          <a:lstStyle/>
          <a:p>
            <a:pPr marL="12700">
              <a:lnSpc>
                <a:spcPct val="100000"/>
              </a:lnSpc>
              <a:spcBef>
                <a:spcPts val="90"/>
              </a:spcBef>
            </a:pPr>
            <a:r>
              <a:rPr sz="1400" dirty="0">
                <a:latin typeface="Arial MT"/>
                <a:cs typeface="Arial MT"/>
              </a:rPr>
              <a:t>RGB</a:t>
            </a:r>
            <a:r>
              <a:rPr sz="1400" spc="-25" dirty="0">
                <a:latin typeface="Arial MT"/>
                <a:cs typeface="Arial MT"/>
              </a:rPr>
              <a:t> </a:t>
            </a:r>
            <a:r>
              <a:rPr sz="1400" dirty="0">
                <a:latin typeface="Arial MT"/>
                <a:cs typeface="Arial MT"/>
              </a:rPr>
              <a:t>safe</a:t>
            </a:r>
            <a:r>
              <a:rPr sz="1400" spc="-35" dirty="0">
                <a:latin typeface="Arial MT"/>
                <a:cs typeface="Arial MT"/>
              </a:rPr>
              <a:t> </a:t>
            </a:r>
            <a:r>
              <a:rPr sz="1400" dirty="0">
                <a:latin typeface="Arial MT"/>
                <a:cs typeface="Arial MT"/>
              </a:rPr>
              <a:t>color</a:t>
            </a:r>
            <a:r>
              <a:rPr sz="1400" spc="-35" dirty="0">
                <a:latin typeface="Arial MT"/>
                <a:cs typeface="Arial MT"/>
              </a:rPr>
              <a:t> </a:t>
            </a:r>
            <a:r>
              <a:rPr sz="1400" spc="-20" dirty="0">
                <a:latin typeface="Arial MT"/>
                <a:cs typeface="Arial MT"/>
              </a:rPr>
              <a:t>cube</a:t>
            </a:r>
            <a:endParaRPr sz="1400">
              <a:latin typeface="Arial MT"/>
              <a:cs typeface="Arial M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2396490">
              <a:lnSpc>
                <a:spcPct val="100000"/>
              </a:lnSpc>
              <a:spcBef>
                <a:spcPts val="90"/>
              </a:spcBef>
            </a:pPr>
            <a:r>
              <a:rPr dirty="0"/>
              <a:t>Color</a:t>
            </a:r>
            <a:r>
              <a:rPr spc="-65" dirty="0"/>
              <a:t> </a:t>
            </a:r>
            <a:r>
              <a:rPr spc="-10" dirty="0"/>
              <a:t>Models</a:t>
            </a:r>
          </a:p>
        </p:txBody>
      </p:sp>
      <p:sp>
        <p:nvSpPr>
          <p:cNvPr id="3" name="object 3"/>
          <p:cNvSpPr txBox="1"/>
          <p:nvPr/>
        </p:nvSpPr>
        <p:spPr>
          <a:xfrm>
            <a:off x="536244" y="1609420"/>
            <a:ext cx="7822565" cy="3589020"/>
          </a:xfrm>
          <a:prstGeom prst="rect">
            <a:avLst/>
          </a:prstGeom>
        </p:spPr>
        <p:txBody>
          <a:bodyPr vert="horz" wrap="square" lIns="0" tIns="12065" rIns="0" bIns="0" rtlCol="0">
            <a:spAutoFit/>
          </a:bodyPr>
          <a:lstStyle/>
          <a:p>
            <a:pPr marL="12700" marR="133985">
              <a:lnSpc>
                <a:spcPct val="100000"/>
              </a:lnSpc>
              <a:spcBef>
                <a:spcPts val="95"/>
              </a:spcBef>
            </a:pPr>
            <a:r>
              <a:rPr sz="3200" dirty="0">
                <a:latin typeface="Calibri"/>
                <a:cs typeface="Calibri"/>
              </a:rPr>
              <a:t>From</a:t>
            </a:r>
            <a:r>
              <a:rPr sz="3200" spc="-90" dirty="0">
                <a:latin typeface="Calibri"/>
                <a:cs typeface="Calibri"/>
              </a:rPr>
              <a:t> </a:t>
            </a:r>
            <a:r>
              <a:rPr sz="3200" dirty="0">
                <a:latin typeface="Calibri"/>
                <a:cs typeface="Calibri"/>
              </a:rPr>
              <a:t>the</a:t>
            </a:r>
            <a:r>
              <a:rPr sz="3200" spc="-110" dirty="0">
                <a:latin typeface="Calibri"/>
                <a:cs typeface="Calibri"/>
              </a:rPr>
              <a:t> </a:t>
            </a:r>
            <a:r>
              <a:rPr sz="3200" dirty="0">
                <a:latin typeface="Calibri"/>
                <a:cs typeface="Calibri"/>
              </a:rPr>
              <a:t>previous</a:t>
            </a:r>
            <a:r>
              <a:rPr sz="3200" spc="-55" dirty="0">
                <a:latin typeface="Calibri"/>
                <a:cs typeface="Calibri"/>
              </a:rPr>
              <a:t> </a:t>
            </a:r>
            <a:r>
              <a:rPr sz="3200" dirty="0">
                <a:latin typeface="Calibri"/>
                <a:cs typeface="Calibri"/>
              </a:rPr>
              <a:t>discussion</a:t>
            </a:r>
            <a:r>
              <a:rPr sz="3200" spc="-95" dirty="0">
                <a:latin typeface="Calibri"/>
                <a:cs typeface="Calibri"/>
              </a:rPr>
              <a:t> </a:t>
            </a:r>
            <a:r>
              <a:rPr sz="3200" dirty="0">
                <a:latin typeface="Calibri"/>
                <a:cs typeface="Calibri"/>
              </a:rPr>
              <a:t>it</a:t>
            </a:r>
            <a:r>
              <a:rPr sz="3200" spc="-100" dirty="0">
                <a:latin typeface="Calibri"/>
                <a:cs typeface="Calibri"/>
              </a:rPr>
              <a:t> </a:t>
            </a:r>
            <a:r>
              <a:rPr sz="3200" dirty="0">
                <a:latin typeface="Calibri"/>
                <a:cs typeface="Calibri"/>
              </a:rPr>
              <a:t>should</a:t>
            </a:r>
            <a:r>
              <a:rPr sz="3200" spc="-85" dirty="0">
                <a:latin typeface="Calibri"/>
                <a:cs typeface="Calibri"/>
              </a:rPr>
              <a:t> </a:t>
            </a:r>
            <a:r>
              <a:rPr sz="3200" spc="-25" dirty="0">
                <a:latin typeface="Calibri"/>
                <a:cs typeface="Calibri"/>
              </a:rPr>
              <a:t>be </a:t>
            </a:r>
            <a:r>
              <a:rPr sz="3200" dirty="0">
                <a:latin typeface="Calibri"/>
                <a:cs typeface="Calibri"/>
              </a:rPr>
              <a:t>obvious</a:t>
            </a:r>
            <a:r>
              <a:rPr sz="3200" spc="-75" dirty="0">
                <a:latin typeface="Calibri"/>
                <a:cs typeface="Calibri"/>
              </a:rPr>
              <a:t> </a:t>
            </a:r>
            <a:r>
              <a:rPr sz="3200" dirty="0">
                <a:latin typeface="Calibri"/>
                <a:cs typeface="Calibri"/>
              </a:rPr>
              <a:t>that</a:t>
            </a:r>
            <a:r>
              <a:rPr sz="3200" spc="-110" dirty="0">
                <a:latin typeface="Calibri"/>
                <a:cs typeface="Calibri"/>
              </a:rPr>
              <a:t> </a:t>
            </a:r>
            <a:r>
              <a:rPr sz="3200" dirty="0">
                <a:latin typeface="Calibri"/>
                <a:cs typeface="Calibri"/>
              </a:rPr>
              <a:t>there</a:t>
            </a:r>
            <a:r>
              <a:rPr sz="3200" spc="-105" dirty="0">
                <a:latin typeface="Calibri"/>
                <a:cs typeface="Calibri"/>
              </a:rPr>
              <a:t> </a:t>
            </a:r>
            <a:r>
              <a:rPr sz="3200" dirty="0">
                <a:latin typeface="Calibri"/>
                <a:cs typeface="Calibri"/>
              </a:rPr>
              <a:t>are</a:t>
            </a:r>
            <a:r>
              <a:rPr sz="3200" spc="-100" dirty="0">
                <a:latin typeface="Calibri"/>
                <a:cs typeface="Calibri"/>
              </a:rPr>
              <a:t> </a:t>
            </a:r>
            <a:r>
              <a:rPr sz="3200" spc="-10" dirty="0">
                <a:latin typeface="Calibri"/>
                <a:cs typeface="Calibri"/>
              </a:rPr>
              <a:t>different</a:t>
            </a:r>
            <a:r>
              <a:rPr sz="3200" spc="-114" dirty="0">
                <a:latin typeface="Calibri"/>
                <a:cs typeface="Calibri"/>
              </a:rPr>
              <a:t> </a:t>
            </a:r>
            <a:r>
              <a:rPr sz="3200" dirty="0">
                <a:latin typeface="Calibri"/>
                <a:cs typeface="Calibri"/>
              </a:rPr>
              <a:t>ways</a:t>
            </a:r>
            <a:r>
              <a:rPr sz="3200" spc="-95" dirty="0">
                <a:latin typeface="Calibri"/>
                <a:cs typeface="Calibri"/>
              </a:rPr>
              <a:t> </a:t>
            </a:r>
            <a:r>
              <a:rPr sz="3200" dirty="0">
                <a:latin typeface="Calibri"/>
                <a:cs typeface="Calibri"/>
              </a:rPr>
              <a:t>to</a:t>
            </a:r>
            <a:r>
              <a:rPr sz="3200" spc="-114" dirty="0">
                <a:latin typeface="Calibri"/>
                <a:cs typeface="Calibri"/>
              </a:rPr>
              <a:t> </a:t>
            </a:r>
            <a:r>
              <a:rPr sz="3200" spc="-10" dirty="0">
                <a:latin typeface="Calibri"/>
                <a:cs typeface="Calibri"/>
              </a:rPr>
              <a:t>model color</a:t>
            </a:r>
            <a:endParaRPr sz="3200">
              <a:latin typeface="Calibri"/>
              <a:cs typeface="Calibri"/>
            </a:endParaRPr>
          </a:p>
          <a:p>
            <a:pPr marL="12700" marR="5080">
              <a:lnSpc>
                <a:spcPct val="100000"/>
              </a:lnSpc>
              <a:spcBef>
                <a:spcPts val="770"/>
              </a:spcBef>
            </a:pPr>
            <a:r>
              <a:rPr sz="3200" dirty="0">
                <a:latin typeface="Calibri"/>
                <a:cs typeface="Calibri"/>
              </a:rPr>
              <a:t>We</a:t>
            </a:r>
            <a:r>
              <a:rPr sz="3200" spc="-90" dirty="0">
                <a:latin typeface="Calibri"/>
                <a:cs typeface="Calibri"/>
              </a:rPr>
              <a:t> </a:t>
            </a:r>
            <a:r>
              <a:rPr sz="3200" dirty="0">
                <a:latin typeface="Calibri"/>
                <a:cs typeface="Calibri"/>
              </a:rPr>
              <a:t>will</a:t>
            </a:r>
            <a:r>
              <a:rPr sz="3200" spc="-100" dirty="0">
                <a:latin typeface="Calibri"/>
                <a:cs typeface="Calibri"/>
              </a:rPr>
              <a:t> </a:t>
            </a:r>
            <a:r>
              <a:rPr sz="3200" dirty="0">
                <a:latin typeface="Calibri"/>
                <a:cs typeface="Calibri"/>
              </a:rPr>
              <a:t>consider</a:t>
            </a:r>
            <a:r>
              <a:rPr sz="3200" spc="-80" dirty="0">
                <a:latin typeface="Calibri"/>
                <a:cs typeface="Calibri"/>
              </a:rPr>
              <a:t> </a:t>
            </a:r>
            <a:r>
              <a:rPr sz="3200" dirty="0">
                <a:latin typeface="Calibri"/>
                <a:cs typeface="Calibri"/>
              </a:rPr>
              <a:t>two</a:t>
            </a:r>
            <a:r>
              <a:rPr sz="3200" spc="-100" dirty="0">
                <a:latin typeface="Calibri"/>
                <a:cs typeface="Calibri"/>
              </a:rPr>
              <a:t> </a:t>
            </a:r>
            <a:r>
              <a:rPr sz="3200" dirty="0">
                <a:latin typeface="Calibri"/>
                <a:cs typeface="Calibri"/>
              </a:rPr>
              <a:t>very</a:t>
            </a:r>
            <a:r>
              <a:rPr sz="3200" spc="-85" dirty="0">
                <a:latin typeface="Calibri"/>
                <a:cs typeface="Calibri"/>
              </a:rPr>
              <a:t> </a:t>
            </a:r>
            <a:r>
              <a:rPr sz="3200" dirty="0">
                <a:latin typeface="Calibri"/>
                <a:cs typeface="Calibri"/>
              </a:rPr>
              <a:t>popular</a:t>
            </a:r>
            <a:r>
              <a:rPr sz="3200" spc="-85" dirty="0">
                <a:latin typeface="Calibri"/>
                <a:cs typeface="Calibri"/>
              </a:rPr>
              <a:t> </a:t>
            </a:r>
            <a:r>
              <a:rPr sz="3200" dirty="0">
                <a:latin typeface="Calibri"/>
                <a:cs typeface="Calibri"/>
              </a:rPr>
              <a:t>models</a:t>
            </a:r>
            <a:r>
              <a:rPr sz="3200" spc="-60" dirty="0">
                <a:latin typeface="Calibri"/>
                <a:cs typeface="Calibri"/>
              </a:rPr>
              <a:t> </a:t>
            </a:r>
            <a:r>
              <a:rPr sz="3200" spc="-20" dirty="0">
                <a:latin typeface="Calibri"/>
                <a:cs typeface="Calibri"/>
              </a:rPr>
              <a:t>used </a:t>
            </a:r>
            <a:r>
              <a:rPr sz="3200" dirty="0">
                <a:latin typeface="Calibri"/>
                <a:cs typeface="Calibri"/>
              </a:rPr>
              <a:t>in</a:t>
            </a:r>
            <a:r>
              <a:rPr sz="3200" spc="-70" dirty="0">
                <a:latin typeface="Calibri"/>
                <a:cs typeface="Calibri"/>
              </a:rPr>
              <a:t> </a:t>
            </a:r>
            <a:r>
              <a:rPr sz="3200" dirty="0">
                <a:latin typeface="Calibri"/>
                <a:cs typeface="Calibri"/>
              </a:rPr>
              <a:t>color</a:t>
            </a:r>
            <a:r>
              <a:rPr sz="3200" spc="-60" dirty="0">
                <a:latin typeface="Calibri"/>
                <a:cs typeface="Calibri"/>
              </a:rPr>
              <a:t> </a:t>
            </a:r>
            <a:r>
              <a:rPr sz="3200" dirty="0">
                <a:latin typeface="Calibri"/>
                <a:cs typeface="Calibri"/>
              </a:rPr>
              <a:t>image</a:t>
            </a:r>
            <a:r>
              <a:rPr sz="3200" spc="-50" dirty="0">
                <a:latin typeface="Calibri"/>
                <a:cs typeface="Calibri"/>
              </a:rPr>
              <a:t> </a:t>
            </a:r>
            <a:r>
              <a:rPr sz="3200" spc="-10" dirty="0">
                <a:latin typeface="Calibri"/>
                <a:cs typeface="Calibri"/>
              </a:rPr>
              <a:t>processing:</a:t>
            </a:r>
            <a:endParaRPr sz="3200">
              <a:latin typeface="Calibri"/>
              <a:cs typeface="Calibri"/>
            </a:endParaRPr>
          </a:p>
          <a:p>
            <a:pPr marL="755015" indent="-285115">
              <a:lnSpc>
                <a:spcPct val="100000"/>
              </a:lnSpc>
              <a:spcBef>
                <a:spcPts val="695"/>
              </a:spcBef>
              <a:buFont typeface="Arial MT"/>
              <a:buChar char="–"/>
              <a:tabLst>
                <a:tab pos="755015" algn="l"/>
              </a:tabLst>
            </a:pPr>
            <a:r>
              <a:rPr sz="2800" dirty="0">
                <a:latin typeface="Calibri"/>
                <a:cs typeface="Calibri"/>
              </a:rPr>
              <a:t>RGB</a:t>
            </a:r>
            <a:r>
              <a:rPr sz="2800" spc="-55" dirty="0">
                <a:latin typeface="Calibri"/>
                <a:cs typeface="Calibri"/>
              </a:rPr>
              <a:t> </a:t>
            </a:r>
            <a:r>
              <a:rPr sz="2800" dirty="0">
                <a:latin typeface="Calibri"/>
                <a:cs typeface="Calibri"/>
              </a:rPr>
              <a:t>(</a:t>
            </a:r>
            <a:r>
              <a:rPr sz="2800" b="1" dirty="0">
                <a:latin typeface="Calibri"/>
                <a:cs typeface="Calibri"/>
              </a:rPr>
              <a:t>R</a:t>
            </a:r>
            <a:r>
              <a:rPr sz="2800" dirty="0">
                <a:latin typeface="Calibri"/>
                <a:cs typeface="Calibri"/>
              </a:rPr>
              <a:t>ed</a:t>
            </a:r>
            <a:r>
              <a:rPr sz="2800" spc="-35" dirty="0">
                <a:latin typeface="Calibri"/>
                <a:cs typeface="Calibri"/>
              </a:rPr>
              <a:t> </a:t>
            </a:r>
            <a:r>
              <a:rPr sz="2800" b="1" dirty="0">
                <a:latin typeface="Calibri"/>
                <a:cs typeface="Calibri"/>
              </a:rPr>
              <a:t>G</a:t>
            </a:r>
            <a:r>
              <a:rPr sz="2800" dirty="0">
                <a:latin typeface="Calibri"/>
                <a:cs typeface="Calibri"/>
              </a:rPr>
              <a:t>reen</a:t>
            </a:r>
            <a:r>
              <a:rPr sz="2800" spc="-55" dirty="0">
                <a:latin typeface="Calibri"/>
                <a:cs typeface="Calibri"/>
              </a:rPr>
              <a:t> </a:t>
            </a:r>
            <a:r>
              <a:rPr sz="2800" b="1" spc="-20" dirty="0">
                <a:latin typeface="Calibri"/>
                <a:cs typeface="Calibri"/>
              </a:rPr>
              <a:t>B</a:t>
            </a:r>
            <a:r>
              <a:rPr sz="2800" spc="-20" dirty="0">
                <a:latin typeface="Calibri"/>
                <a:cs typeface="Calibri"/>
              </a:rPr>
              <a:t>lue)</a:t>
            </a:r>
            <a:endParaRPr sz="2800">
              <a:latin typeface="Calibri"/>
              <a:cs typeface="Calibri"/>
            </a:endParaRPr>
          </a:p>
          <a:p>
            <a:pPr marL="755650" indent="-285750">
              <a:lnSpc>
                <a:spcPct val="100000"/>
              </a:lnSpc>
              <a:spcBef>
                <a:spcPts val="675"/>
              </a:spcBef>
              <a:buFont typeface="Arial MT"/>
              <a:buChar char="–"/>
              <a:tabLst>
                <a:tab pos="755650" algn="l"/>
              </a:tabLst>
            </a:pPr>
            <a:r>
              <a:rPr sz="2800" dirty="0">
                <a:latin typeface="Calibri"/>
                <a:cs typeface="Calibri"/>
              </a:rPr>
              <a:t>HSI</a:t>
            </a:r>
            <a:r>
              <a:rPr sz="2800" spc="-35" dirty="0">
                <a:latin typeface="Calibri"/>
                <a:cs typeface="Calibri"/>
              </a:rPr>
              <a:t> </a:t>
            </a:r>
            <a:r>
              <a:rPr sz="2800" dirty="0">
                <a:latin typeface="Calibri"/>
                <a:cs typeface="Calibri"/>
              </a:rPr>
              <a:t>(</a:t>
            </a:r>
            <a:r>
              <a:rPr sz="2800" b="1" dirty="0">
                <a:latin typeface="Calibri"/>
                <a:cs typeface="Calibri"/>
              </a:rPr>
              <a:t>H</a:t>
            </a:r>
            <a:r>
              <a:rPr sz="2800" dirty="0">
                <a:latin typeface="Calibri"/>
                <a:cs typeface="Calibri"/>
              </a:rPr>
              <a:t>ue</a:t>
            </a:r>
            <a:r>
              <a:rPr sz="2800" spc="-30" dirty="0">
                <a:latin typeface="Calibri"/>
                <a:cs typeface="Calibri"/>
              </a:rPr>
              <a:t> </a:t>
            </a:r>
            <a:r>
              <a:rPr sz="2800" b="1" spc="-10" dirty="0">
                <a:latin typeface="Calibri"/>
                <a:cs typeface="Calibri"/>
              </a:rPr>
              <a:t>S</a:t>
            </a:r>
            <a:r>
              <a:rPr sz="2800" spc="-10" dirty="0">
                <a:latin typeface="Calibri"/>
                <a:cs typeface="Calibri"/>
              </a:rPr>
              <a:t>aturation</a:t>
            </a:r>
            <a:r>
              <a:rPr sz="2800" spc="-55" dirty="0">
                <a:latin typeface="Calibri"/>
                <a:cs typeface="Calibri"/>
              </a:rPr>
              <a:t> </a:t>
            </a:r>
            <a:r>
              <a:rPr sz="2800" b="1" spc="-10" dirty="0">
                <a:latin typeface="Calibri"/>
                <a:cs typeface="Calibri"/>
              </a:rPr>
              <a:t>I</a:t>
            </a:r>
            <a:r>
              <a:rPr sz="2800" spc="-10" dirty="0">
                <a:latin typeface="Calibri"/>
                <a:cs typeface="Calibri"/>
              </a:rPr>
              <a:t>ntensity)</a:t>
            </a:r>
            <a:endParaRPr sz="2800">
              <a:latin typeface="Calibri"/>
              <a:cs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3436620">
              <a:lnSpc>
                <a:spcPct val="100000"/>
              </a:lnSpc>
              <a:spcBef>
                <a:spcPts val="90"/>
              </a:spcBef>
            </a:pPr>
            <a:r>
              <a:rPr spc="-25" dirty="0"/>
              <a:t>RGB</a:t>
            </a:r>
          </a:p>
        </p:txBody>
      </p:sp>
      <p:sp>
        <p:nvSpPr>
          <p:cNvPr id="3" name="object 3"/>
          <p:cNvSpPr txBox="1"/>
          <p:nvPr/>
        </p:nvSpPr>
        <p:spPr>
          <a:xfrm>
            <a:off x="536244" y="1563700"/>
            <a:ext cx="7855584" cy="4348480"/>
          </a:xfrm>
          <a:prstGeom prst="rect">
            <a:avLst/>
          </a:prstGeom>
        </p:spPr>
        <p:txBody>
          <a:bodyPr vert="horz" wrap="square" lIns="0" tIns="64769" rIns="0" bIns="0" rtlCol="0">
            <a:spAutoFit/>
          </a:bodyPr>
          <a:lstStyle/>
          <a:p>
            <a:pPr marL="12700" marR="5080">
              <a:lnSpc>
                <a:spcPts val="3240"/>
              </a:lnSpc>
              <a:spcBef>
                <a:spcPts val="509"/>
              </a:spcBef>
            </a:pPr>
            <a:r>
              <a:rPr sz="3000" dirty="0">
                <a:latin typeface="Calibri"/>
                <a:cs typeface="Calibri"/>
              </a:rPr>
              <a:t>In</a:t>
            </a:r>
            <a:r>
              <a:rPr sz="3000" spc="-45" dirty="0">
                <a:latin typeface="Calibri"/>
                <a:cs typeface="Calibri"/>
              </a:rPr>
              <a:t> </a:t>
            </a:r>
            <a:r>
              <a:rPr sz="3000" dirty="0">
                <a:latin typeface="Calibri"/>
                <a:cs typeface="Calibri"/>
              </a:rPr>
              <a:t>the</a:t>
            </a:r>
            <a:r>
              <a:rPr sz="3000" spc="-60" dirty="0">
                <a:latin typeface="Calibri"/>
                <a:cs typeface="Calibri"/>
              </a:rPr>
              <a:t> </a:t>
            </a:r>
            <a:r>
              <a:rPr sz="3000" dirty="0">
                <a:latin typeface="Calibri"/>
                <a:cs typeface="Calibri"/>
              </a:rPr>
              <a:t>RGB</a:t>
            </a:r>
            <a:r>
              <a:rPr sz="3000" spc="-20" dirty="0">
                <a:latin typeface="Calibri"/>
                <a:cs typeface="Calibri"/>
              </a:rPr>
              <a:t> </a:t>
            </a:r>
            <a:r>
              <a:rPr sz="3000" dirty="0">
                <a:latin typeface="Calibri"/>
                <a:cs typeface="Calibri"/>
              </a:rPr>
              <a:t>model</a:t>
            </a:r>
            <a:r>
              <a:rPr sz="3000" spc="-50" dirty="0">
                <a:latin typeface="Calibri"/>
                <a:cs typeface="Calibri"/>
              </a:rPr>
              <a:t> </a:t>
            </a:r>
            <a:r>
              <a:rPr sz="3000" dirty="0">
                <a:latin typeface="Calibri"/>
                <a:cs typeface="Calibri"/>
              </a:rPr>
              <a:t>each</a:t>
            </a:r>
            <a:r>
              <a:rPr sz="3000" spc="-30" dirty="0">
                <a:latin typeface="Calibri"/>
                <a:cs typeface="Calibri"/>
              </a:rPr>
              <a:t> </a:t>
            </a:r>
            <a:r>
              <a:rPr sz="3000" dirty="0">
                <a:latin typeface="Calibri"/>
                <a:cs typeface="Calibri"/>
              </a:rPr>
              <a:t>color</a:t>
            </a:r>
            <a:r>
              <a:rPr sz="3000" spc="-35" dirty="0">
                <a:latin typeface="Calibri"/>
                <a:cs typeface="Calibri"/>
              </a:rPr>
              <a:t> </a:t>
            </a:r>
            <a:r>
              <a:rPr sz="3000" dirty="0">
                <a:latin typeface="Calibri"/>
                <a:cs typeface="Calibri"/>
              </a:rPr>
              <a:t>appears</a:t>
            </a:r>
            <a:r>
              <a:rPr sz="3000" spc="-50" dirty="0">
                <a:latin typeface="Calibri"/>
                <a:cs typeface="Calibri"/>
              </a:rPr>
              <a:t> </a:t>
            </a:r>
            <a:r>
              <a:rPr sz="3000" dirty="0">
                <a:latin typeface="Calibri"/>
                <a:cs typeface="Calibri"/>
              </a:rPr>
              <a:t>in</a:t>
            </a:r>
            <a:r>
              <a:rPr sz="3000" spc="-45" dirty="0">
                <a:latin typeface="Calibri"/>
                <a:cs typeface="Calibri"/>
              </a:rPr>
              <a:t> </a:t>
            </a:r>
            <a:r>
              <a:rPr sz="3000" dirty="0">
                <a:latin typeface="Calibri"/>
                <a:cs typeface="Calibri"/>
              </a:rPr>
              <a:t>its</a:t>
            </a:r>
            <a:r>
              <a:rPr sz="3000" spc="-15" dirty="0">
                <a:latin typeface="Calibri"/>
                <a:cs typeface="Calibri"/>
              </a:rPr>
              <a:t> </a:t>
            </a:r>
            <a:r>
              <a:rPr sz="3000" spc="-10" dirty="0">
                <a:latin typeface="Calibri"/>
                <a:cs typeface="Calibri"/>
              </a:rPr>
              <a:t>primary </a:t>
            </a:r>
            <a:r>
              <a:rPr sz="3000" dirty="0">
                <a:latin typeface="Calibri"/>
                <a:cs typeface="Calibri"/>
              </a:rPr>
              <a:t>spectral</a:t>
            </a:r>
            <a:r>
              <a:rPr sz="3000" spc="-80" dirty="0">
                <a:latin typeface="Calibri"/>
                <a:cs typeface="Calibri"/>
              </a:rPr>
              <a:t> </a:t>
            </a:r>
            <a:r>
              <a:rPr sz="3000" spc="-10" dirty="0">
                <a:latin typeface="Calibri"/>
                <a:cs typeface="Calibri"/>
              </a:rPr>
              <a:t>components</a:t>
            </a:r>
            <a:r>
              <a:rPr sz="3000" spc="-100" dirty="0">
                <a:latin typeface="Calibri"/>
                <a:cs typeface="Calibri"/>
              </a:rPr>
              <a:t> </a:t>
            </a:r>
            <a:r>
              <a:rPr sz="3000" dirty="0">
                <a:latin typeface="Calibri"/>
                <a:cs typeface="Calibri"/>
              </a:rPr>
              <a:t>of</a:t>
            </a:r>
            <a:r>
              <a:rPr sz="3000" spc="-55" dirty="0">
                <a:latin typeface="Calibri"/>
                <a:cs typeface="Calibri"/>
              </a:rPr>
              <a:t> </a:t>
            </a:r>
            <a:r>
              <a:rPr sz="3000" dirty="0">
                <a:latin typeface="Calibri"/>
                <a:cs typeface="Calibri"/>
              </a:rPr>
              <a:t>red,</a:t>
            </a:r>
            <a:r>
              <a:rPr sz="3000" spc="-65" dirty="0">
                <a:latin typeface="Calibri"/>
                <a:cs typeface="Calibri"/>
              </a:rPr>
              <a:t> </a:t>
            </a:r>
            <a:r>
              <a:rPr sz="3000" dirty="0">
                <a:latin typeface="Calibri"/>
                <a:cs typeface="Calibri"/>
              </a:rPr>
              <a:t>green</a:t>
            </a:r>
            <a:r>
              <a:rPr sz="3000" spc="-50" dirty="0">
                <a:latin typeface="Calibri"/>
                <a:cs typeface="Calibri"/>
              </a:rPr>
              <a:t> </a:t>
            </a:r>
            <a:r>
              <a:rPr sz="3000" dirty="0">
                <a:latin typeface="Calibri"/>
                <a:cs typeface="Calibri"/>
              </a:rPr>
              <a:t>and</a:t>
            </a:r>
            <a:r>
              <a:rPr sz="3000" spc="-70" dirty="0">
                <a:latin typeface="Calibri"/>
                <a:cs typeface="Calibri"/>
              </a:rPr>
              <a:t> </a:t>
            </a:r>
            <a:r>
              <a:rPr sz="3000" spc="-20" dirty="0">
                <a:latin typeface="Calibri"/>
                <a:cs typeface="Calibri"/>
              </a:rPr>
              <a:t>blue</a:t>
            </a:r>
            <a:endParaRPr sz="3000">
              <a:latin typeface="Calibri"/>
              <a:cs typeface="Calibri"/>
            </a:endParaRPr>
          </a:p>
          <a:p>
            <a:pPr marL="12700" marR="815340">
              <a:lnSpc>
                <a:spcPts val="3240"/>
              </a:lnSpc>
              <a:spcBef>
                <a:spcPts val="720"/>
              </a:spcBef>
            </a:pPr>
            <a:r>
              <a:rPr sz="3000" dirty="0">
                <a:latin typeface="Calibri"/>
                <a:cs typeface="Calibri"/>
              </a:rPr>
              <a:t>The</a:t>
            </a:r>
            <a:r>
              <a:rPr sz="3000" spc="-40" dirty="0">
                <a:latin typeface="Calibri"/>
                <a:cs typeface="Calibri"/>
              </a:rPr>
              <a:t> </a:t>
            </a:r>
            <a:r>
              <a:rPr sz="3000" dirty="0">
                <a:latin typeface="Calibri"/>
                <a:cs typeface="Calibri"/>
              </a:rPr>
              <a:t>model</a:t>
            </a:r>
            <a:r>
              <a:rPr sz="3000" spc="-55" dirty="0">
                <a:latin typeface="Calibri"/>
                <a:cs typeface="Calibri"/>
              </a:rPr>
              <a:t> </a:t>
            </a:r>
            <a:r>
              <a:rPr sz="3000" dirty="0">
                <a:latin typeface="Calibri"/>
                <a:cs typeface="Calibri"/>
              </a:rPr>
              <a:t>is</a:t>
            </a:r>
            <a:r>
              <a:rPr sz="3000" spc="-20" dirty="0">
                <a:latin typeface="Calibri"/>
                <a:cs typeface="Calibri"/>
              </a:rPr>
              <a:t> </a:t>
            </a:r>
            <a:r>
              <a:rPr sz="3000" dirty="0">
                <a:latin typeface="Calibri"/>
                <a:cs typeface="Calibri"/>
              </a:rPr>
              <a:t>based</a:t>
            </a:r>
            <a:r>
              <a:rPr sz="3000" spc="-50" dirty="0">
                <a:latin typeface="Calibri"/>
                <a:cs typeface="Calibri"/>
              </a:rPr>
              <a:t> </a:t>
            </a:r>
            <a:r>
              <a:rPr sz="3000" dirty="0">
                <a:latin typeface="Calibri"/>
                <a:cs typeface="Calibri"/>
              </a:rPr>
              <a:t>on</a:t>
            </a:r>
            <a:r>
              <a:rPr sz="3000" spc="-15" dirty="0">
                <a:latin typeface="Calibri"/>
                <a:cs typeface="Calibri"/>
              </a:rPr>
              <a:t> </a:t>
            </a:r>
            <a:r>
              <a:rPr sz="3000" dirty="0">
                <a:latin typeface="Calibri"/>
                <a:cs typeface="Calibri"/>
              </a:rPr>
              <a:t>a</a:t>
            </a:r>
            <a:r>
              <a:rPr sz="3000" spc="-35" dirty="0">
                <a:latin typeface="Calibri"/>
                <a:cs typeface="Calibri"/>
              </a:rPr>
              <a:t> </a:t>
            </a:r>
            <a:r>
              <a:rPr sz="3000" dirty="0">
                <a:latin typeface="Calibri"/>
                <a:cs typeface="Calibri"/>
              </a:rPr>
              <a:t>Cartesian</a:t>
            </a:r>
            <a:r>
              <a:rPr sz="3000" spc="-70" dirty="0">
                <a:latin typeface="Calibri"/>
                <a:cs typeface="Calibri"/>
              </a:rPr>
              <a:t> </a:t>
            </a:r>
            <a:r>
              <a:rPr sz="3000" spc="-10" dirty="0">
                <a:latin typeface="Calibri"/>
                <a:cs typeface="Calibri"/>
              </a:rPr>
              <a:t>coordinate system</a:t>
            </a:r>
            <a:endParaRPr sz="3000">
              <a:latin typeface="Calibri"/>
              <a:cs typeface="Calibri"/>
            </a:endParaRPr>
          </a:p>
          <a:p>
            <a:pPr marL="756285" indent="-286385">
              <a:lnSpc>
                <a:spcPct val="100000"/>
              </a:lnSpc>
              <a:spcBef>
                <a:spcPts val="285"/>
              </a:spcBef>
              <a:buFont typeface="Arial MT"/>
              <a:buChar char="–"/>
              <a:tabLst>
                <a:tab pos="756285" algn="l"/>
              </a:tabLst>
            </a:pPr>
            <a:r>
              <a:rPr sz="2600" dirty="0">
                <a:latin typeface="Calibri"/>
                <a:cs typeface="Calibri"/>
              </a:rPr>
              <a:t>RGB</a:t>
            </a:r>
            <a:r>
              <a:rPr sz="2600" spc="-50" dirty="0">
                <a:latin typeface="Calibri"/>
                <a:cs typeface="Calibri"/>
              </a:rPr>
              <a:t> </a:t>
            </a:r>
            <a:r>
              <a:rPr sz="2600" dirty="0">
                <a:latin typeface="Calibri"/>
                <a:cs typeface="Calibri"/>
              </a:rPr>
              <a:t>values</a:t>
            </a:r>
            <a:r>
              <a:rPr sz="2600" spc="-30" dirty="0">
                <a:latin typeface="Calibri"/>
                <a:cs typeface="Calibri"/>
              </a:rPr>
              <a:t> </a:t>
            </a:r>
            <a:r>
              <a:rPr sz="2600" dirty="0">
                <a:latin typeface="Calibri"/>
                <a:cs typeface="Calibri"/>
              </a:rPr>
              <a:t>are</a:t>
            </a:r>
            <a:r>
              <a:rPr sz="2600" spc="-45" dirty="0">
                <a:latin typeface="Calibri"/>
                <a:cs typeface="Calibri"/>
              </a:rPr>
              <a:t> </a:t>
            </a:r>
            <a:r>
              <a:rPr sz="2600" dirty="0">
                <a:latin typeface="Calibri"/>
                <a:cs typeface="Calibri"/>
              </a:rPr>
              <a:t>at</a:t>
            </a:r>
            <a:r>
              <a:rPr sz="2600" spc="-35" dirty="0">
                <a:latin typeface="Calibri"/>
                <a:cs typeface="Calibri"/>
              </a:rPr>
              <a:t> </a:t>
            </a:r>
            <a:r>
              <a:rPr sz="2600" dirty="0">
                <a:latin typeface="Calibri"/>
                <a:cs typeface="Calibri"/>
              </a:rPr>
              <a:t>3</a:t>
            </a:r>
            <a:r>
              <a:rPr sz="2600" spc="-45" dirty="0">
                <a:latin typeface="Calibri"/>
                <a:cs typeface="Calibri"/>
              </a:rPr>
              <a:t> </a:t>
            </a:r>
            <a:r>
              <a:rPr sz="2600" spc="-10" dirty="0">
                <a:latin typeface="Calibri"/>
                <a:cs typeface="Calibri"/>
              </a:rPr>
              <a:t>corners</a:t>
            </a:r>
            <a:endParaRPr sz="2600">
              <a:latin typeface="Calibri"/>
              <a:cs typeface="Calibri"/>
            </a:endParaRPr>
          </a:p>
          <a:p>
            <a:pPr marL="756285" indent="-286385">
              <a:lnSpc>
                <a:spcPct val="100000"/>
              </a:lnSpc>
              <a:spcBef>
                <a:spcPts val="315"/>
              </a:spcBef>
              <a:buFont typeface="Arial MT"/>
              <a:buChar char="–"/>
              <a:tabLst>
                <a:tab pos="756285" algn="l"/>
              </a:tabLst>
            </a:pPr>
            <a:r>
              <a:rPr sz="2600" dirty="0">
                <a:latin typeface="Calibri"/>
                <a:cs typeface="Calibri"/>
              </a:rPr>
              <a:t>Cyan</a:t>
            </a:r>
            <a:r>
              <a:rPr sz="2600" spc="-70" dirty="0">
                <a:latin typeface="Calibri"/>
                <a:cs typeface="Calibri"/>
              </a:rPr>
              <a:t> </a:t>
            </a:r>
            <a:r>
              <a:rPr sz="2600" dirty="0">
                <a:latin typeface="Calibri"/>
                <a:cs typeface="Calibri"/>
              </a:rPr>
              <a:t>magenta</a:t>
            </a:r>
            <a:r>
              <a:rPr sz="2600" spc="-50" dirty="0">
                <a:latin typeface="Calibri"/>
                <a:cs typeface="Calibri"/>
              </a:rPr>
              <a:t> </a:t>
            </a:r>
            <a:r>
              <a:rPr sz="2600" dirty="0">
                <a:latin typeface="Calibri"/>
                <a:cs typeface="Calibri"/>
              </a:rPr>
              <a:t>and</a:t>
            </a:r>
            <a:r>
              <a:rPr sz="2600" spc="-75" dirty="0">
                <a:latin typeface="Calibri"/>
                <a:cs typeface="Calibri"/>
              </a:rPr>
              <a:t> </a:t>
            </a:r>
            <a:r>
              <a:rPr sz="2600" dirty="0">
                <a:latin typeface="Calibri"/>
                <a:cs typeface="Calibri"/>
              </a:rPr>
              <a:t>yellow</a:t>
            </a:r>
            <a:r>
              <a:rPr sz="2600" spc="-60" dirty="0">
                <a:latin typeface="Calibri"/>
                <a:cs typeface="Calibri"/>
              </a:rPr>
              <a:t> </a:t>
            </a:r>
            <a:r>
              <a:rPr sz="2600" dirty="0">
                <a:latin typeface="Calibri"/>
                <a:cs typeface="Calibri"/>
              </a:rPr>
              <a:t>are</a:t>
            </a:r>
            <a:r>
              <a:rPr sz="2600" spc="-95" dirty="0">
                <a:latin typeface="Calibri"/>
                <a:cs typeface="Calibri"/>
              </a:rPr>
              <a:t> </a:t>
            </a:r>
            <a:r>
              <a:rPr sz="2600" dirty="0">
                <a:latin typeface="Calibri"/>
                <a:cs typeface="Calibri"/>
              </a:rPr>
              <a:t>at</a:t>
            </a:r>
            <a:r>
              <a:rPr sz="2600" spc="-65" dirty="0">
                <a:latin typeface="Calibri"/>
                <a:cs typeface="Calibri"/>
              </a:rPr>
              <a:t> </a:t>
            </a:r>
            <a:r>
              <a:rPr sz="2600" dirty="0">
                <a:latin typeface="Calibri"/>
                <a:cs typeface="Calibri"/>
              </a:rPr>
              <a:t>three</a:t>
            </a:r>
            <a:r>
              <a:rPr sz="2600" spc="-65" dirty="0">
                <a:latin typeface="Calibri"/>
                <a:cs typeface="Calibri"/>
              </a:rPr>
              <a:t> </a:t>
            </a:r>
            <a:r>
              <a:rPr sz="2600" dirty="0">
                <a:latin typeface="Calibri"/>
                <a:cs typeface="Calibri"/>
              </a:rPr>
              <a:t>other</a:t>
            </a:r>
            <a:r>
              <a:rPr sz="2600" spc="-40" dirty="0">
                <a:latin typeface="Calibri"/>
                <a:cs typeface="Calibri"/>
              </a:rPr>
              <a:t> </a:t>
            </a:r>
            <a:r>
              <a:rPr sz="2600" spc="-10" dirty="0">
                <a:latin typeface="Calibri"/>
                <a:cs typeface="Calibri"/>
              </a:rPr>
              <a:t>corners</a:t>
            </a:r>
            <a:endParaRPr sz="2600">
              <a:latin typeface="Calibri"/>
              <a:cs typeface="Calibri"/>
            </a:endParaRPr>
          </a:p>
          <a:p>
            <a:pPr marL="756285" indent="-286385">
              <a:lnSpc>
                <a:spcPct val="100000"/>
              </a:lnSpc>
              <a:spcBef>
                <a:spcPts val="315"/>
              </a:spcBef>
              <a:buFont typeface="Arial MT"/>
              <a:buChar char="–"/>
              <a:tabLst>
                <a:tab pos="756285" algn="l"/>
              </a:tabLst>
            </a:pPr>
            <a:r>
              <a:rPr sz="2600" dirty="0">
                <a:latin typeface="Calibri"/>
                <a:cs typeface="Calibri"/>
              </a:rPr>
              <a:t>Black</a:t>
            </a:r>
            <a:r>
              <a:rPr sz="2600" spc="-25" dirty="0">
                <a:latin typeface="Calibri"/>
                <a:cs typeface="Calibri"/>
              </a:rPr>
              <a:t> </a:t>
            </a:r>
            <a:r>
              <a:rPr sz="2600" dirty="0">
                <a:latin typeface="Calibri"/>
                <a:cs typeface="Calibri"/>
              </a:rPr>
              <a:t>is</a:t>
            </a:r>
            <a:r>
              <a:rPr sz="2600" spc="-40" dirty="0">
                <a:latin typeface="Calibri"/>
                <a:cs typeface="Calibri"/>
              </a:rPr>
              <a:t> </a:t>
            </a:r>
            <a:r>
              <a:rPr sz="2600" dirty="0">
                <a:latin typeface="Calibri"/>
                <a:cs typeface="Calibri"/>
              </a:rPr>
              <a:t>at</a:t>
            </a:r>
            <a:r>
              <a:rPr sz="2600" spc="-20" dirty="0">
                <a:latin typeface="Calibri"/>
                <a:cs typeface="Calibri"/>
              </a:rPr>
              <a:t> </a:t>
            </a:r>
            <a:r>
              <a:rPr sz="2600" dirty="0">
                <a:latin typeface="Calibri"/>
                <a:cs typeface="Calibri"/>
              </a:rPr>
              <a:t>the</a:t>
            </a:r>
            <a:r>
              <a:rPr sz="2600" spc="-10" dirty="0">
                <a:latin typeface="Calibri"/>
                <a:cs typeface="Calibri"/>
              </a:rPr>
              <a:t> origin</a:t>
            </a:r>
            <a:endParaRPr sz="2600">
              <a:latin typeface="Calibri"/>
              <a:cs typeface="Calibri"/>
            </a:endParaRPr>
          </a:p>
          <a:p>
            <a:pPr marL="756285" indent="-286385">
              <a:lnSpc>
                <a:spcPct val="100000"/>
              </a:lnSpc>
              <a:spcBef>
                <a:spcPts val="310"/>
              </a:spcBef>
              <a:buFont typeface="Arial MT"/>
              <a:buChar char="–"/>
              <a:tabLst>
                <a:tab pos="756285" algn="l"/>
              </a:tabLst>
            </a:pPr>
            <a:r>
              <a:rPr sz="2600" dirty="0">
                <a:latin typeface="Calibri"/>
                <a:cs typeface="Calibri"/>
              </a:rPr>
              <a:t>White</a:t>
            </a:r>
            <a:r>
              <a:rPr sz="2600" spc="-45" dirty="0">
                <a:latin typeface="Calibri"/>
                <a:cs typeface="Calibri"/>
              </a:rPr>
              <a:t> </a:t>
            </a:r>
            <a:r>
              <a:rPr sz="2600" dirty="0">
                <a:latin typeface="Calibri"/>
                <a:cs typeface="Calibri"/>
              </a:rPr>
              <a:t>is</a:t>
            </a:r>
            <a:r>
              <a:rPr sz="2600" spc="-65" dirty="0">
                <a:latin typeface="Calibri"/>
                <a:cs typeface="Calibri"/>
              </a:rPr>
              <a:t> </a:t>
            </a:r>
            <a:r>
              <a:rPr sz="2600" dirty="0">
                <a:latin typeface="Calibri"/>
                <a:cs typeface="Calibri"/>
              </a:rPr>
              <a:t>the</a:t>
            </a:r>
            <a:r>
              <a:rPr sz="2600" spc="-45" dirty="0">
                <a:latin typeface="Calibri"/>
                <a:cs typeface="Calibri"/>
              </a:rPr>
              <a:t> </a:t>
            </a:r>
            <a:r>
              <a:rPr sz="2600" dirty="0">
                <a:latin typeface="Calibri"/>
                <a:cs typeface="Calibri"/>
              </a:rPr>
              <a:t>corner</a:t>
            </a:r>
            <a:r>
              <a:rPr sz="2600" spc="-45" dirty="0">
                <a:latin typeface="Calibri"/>
                <a:cs typeface="Calibri"/>
              </a:rPr>
              <a:t> </a:t>
            </a:r>
            <a:r>
              <a:rPr sz="2600" dirty="0">
                <a:latin typeface="Calibri"/>
                <a:cs typeface="Calibri"/>
              </a:rPr>
              <a:t>furthest</a:t>
            </a:r>
            <a:r>
              <a:rPr sz="2600" spc="-75" dirty="0">
                <a:latin typeface="Calibri"/>
                <a:cs typeface="Calibri"/>
              </a:rPr>
              <a:t> </a:t>
            </a:r>
            <a:r>
              <a:rPr sz="2600" dirty="0">
                <a:latin typeface="Calibri"/>
                <a:cs typeface="Calibri"/>
              </a:rPr>
              <a:t>from</a:t>
            </a:r>
            <a:r>
              <a:rPr sz="2600" spc="-45" dirty="0">
                <a:latin typeface="Calibri"/>
                <a:cs typeface="Calibri"/>
              </a:rPr>
              <a:t> </a:t>
            </a:r>
            <a:r>
              <a:rPr sz="2600" dirty="0">
                <a:latin typeface="Calibri"/>
                <a:cs typeface="Calibri"/>
              </a:rPr>
              <a:t>the</a:t>
            </a:r>
            <a:r>
              <a:rPr sz="2600" spc="-35" dirty="0">
                <a:latin typeface="Calibri"/>
                <a:cs typeface="Calibri"/>
              </a:rPr>
              <a:t> </a:t>
            </a:r>
            <a:r>
              <a:rPr sz="2600" spc="-10" dirty="0">
                <a:latin typeface="Calibri"/>
                <a:cs typeface="Calibri"/>
              </a:rPr>
              <a:t>origin</a:t>
            </a:r>
            <a:endParaRPr sz="2600">
              <a:latin typeface="Calibri"/>
              <a:cs typeface="Calibri"/>
            </a:endParaRPr>
          </a:p>
          <a:p>
            <a:pPr marL="756285" marR="700405" indent="-287020">
              <a:lnSpc>
                <a:spcPts val="2810"/>
              </a:lnSpc>
              <a:spcBef>
                <a:spcPts val="665"/>
              </a:spcBef>
              <a:buFont typeface="Arial MT"/>
              <a:buChar char="–"/>
              <a:tabLst>
                <a:tab pos="756285" algn="l"/>
              </a:tabLst>
            </a:pPr>
            <a:r>
              <a:rPr sz="2600" spc="-10" dirty="0">
                <a:latin typeface="Calibri"/>
                <a:cs typeface="Calibri"/>
              </a:rPr>
              <a:t>Different</a:t>
            </a:r>
            <a:r>
              <a:rPr sz="2600" spc="-75" dirty="0">
                <a:latin typeface="Calibri"/>
                <a:cs typeface="Calibri"/>
              </a:rPr>
              <a:t> </a:t>
            </a:r>
            <a:r>
              <a:rPr sz="2600" dirty="0">
                <a:latin typeface="Calibri"/>
                <a:cs typeface="Calibri"/>
              </a:rPr>
              <a:t>colors</a:t>
            </a:r>
            <a:r>
              <a:rPr sz="2600" spc="-50" dirty="0">
                <a:latin typeface="Calibri"/>
                <a:cs typeface="Calibri"/>
              </a:rPr>
              <a:t> </a:t>
            </a:r>
            <a:r>
              <a:rPr sz="2600" dirty="0">
                <a:latin typeface="Calibri"/>
                <a:cs typeface="Calibri"/>
              </a:rPr>
              <a:t>are</a:t>
            </a:r>
            <a:r>
              <a:rPr sz="2600" spc="-70" dirty="0">
                <a:latin typeface="Calibri"/>
                <a:cs typeface="Calibri"/>
              </a:rPr>
              <a:t> </a:t>
            </a:r>
            <a:r>
              <a:rPr sz="2600" dirty="0">
                <a:latin typeface="Calibri"/>
                <a:cs typeface="Calibri"/>
              </a:rPr>
              <a:t>points</a:t>
            </a:r>
            <a:r>
              <a:rPr sz="2600" spc="-50" dirty="0">
                <a:latin typeface="Calibri"/>
                <a:cs typeface="Calibri"/>
              </a:rPr>
              <a:t> </a:t>
            </a:r>
            <a:r>
              <a:rPr sz="2600" dirty="0">
                <a:latin typeface="Calibri"/>
                <a:cs typeface="Calibri"/>
              </a:rPr>
              <a:t>on</a:t>
            </a:r>
            <a:r>
              <a:rPr sz="2600" spc="-45" dirty="0">
                <a:latin typeface="Calibri"/>
                <a:cs typeface="Calibri"/>
              </a:rPr>
              <a:t> </a:t>
            </a:r>
            <a:r>
              <a:rPr sz="2600" dirty="0">
                <a:latin typeface="Calibri"/>
                <a:cs typeface="Calibri"/>
              </a:rPr>
              <a:t>or</a:t>
            </a:r>
            <a:r>
              <a:rPr sz="2600" spc="-40" dirty="0">
                <a:latin typeface="Calibri"/>
                <a:cs typeface="Calibri"/>
              </a:rPr>
              <a:t> </a:t>
            </a:r>
            <a:r>
              <a:rPr sz="2600" dirty="0">
                <a:latin typeface="Calibri"/>
                <a:cs typeface="Calibri"/>
              </a:rPr>
              <a:t>inside</a:t>
            </a:r>
            <a:r>
              <a:rPr sz="2600" spc="-85" dirty="0">
                <a:latin typeface="Calibri"/>
                <a:cs typeface="Calibri"/>
              </a:rPr>
              <a:t> </a:t>
            </a:r>
            <a:r>
              <a:rPr sz="2600" dirty="0">
                <a:latin typeface="Calibri"/>
                <a:cs typeface="Calibri"/>
              </a:rPr>
              <a:t>the</a:t>
            </a:r>
            <a:r>
              <a:rPr sz="2600" spc="-40" dirty="0">
                <a:latin typeface="Calibri"/>
                <a:cs typeface="Calibri"/>
              </a:rPr>
              <a:t> </a:t>
            </a:r>
            <a:r>
              <a:rPr sz="2600" spc="-20" dirty="0">
                <a:latin typeface="Calibri"/>
                <a:cs typeface="Calibri"/>
              </a:rPr>
              <a:t>cube </a:t>
            </a:r>
            <a:r>
              <a:rPr sz="2600" spc="-10" dirty="0">
                <a:latin typeface="Calibri"/>
                <a:cs typeface="Calibri"/>
              </a:rPr>
              <a:t>represented</a:t>
            </a:r>
            <a:r>
              <a:rPr sz="2600" spc="-80" dirty="0">
                <a:latin typeface="Calibri"/>
                <a:cs typeface="Calibri"/>
              </a:rPr>
              <a:t> </a:t>
            </a:r>
            <a:r>
              <a:rPr sz="2600" dirty="0">
                <a:latin typeface="Calibri"/>
                <a:cs typeface="Calibri"/>
              </a:rPr>
              <a:t>by</a:t>
            </a:r>
            <a:r>
              <a:rPr sz="2600" spc="-20" dirty="0">
                <a:latin typeface="Calibri"/>
                <a:cs typeface="Calibri"/>
              </a:rPr>
              <a:t> </a:t>
            </a:r>
            <a:r>
              <a:rPr sz="2600" dirty="0">
                <a:latin typeface="Calibri"/>
                <a:cs typeface="Calibri"/>
              </a:rPr>
              <a:t>RGB</a:t>
            </a:r>
            <a:r>
              <a:rPr sz="2600" spc="-45" dirty="0">
                <a:latin typeface="Calibri"/>
                <a:cs typeface="Calibri"/>
              </a:rPr>
              <a:t> </a:t>
            </a:r>
            <a:r>
              <a:rPr sz="2600" spc="-10" dirty="0">
                <a:latin typeface="Calibri"/>
                <a:cs typeface="Calibri"/>
              </a:rPr>
              <a:t>vectors</a:t>
            </a:r>
            <a:endParaRPr sz="2600">
              <a:latin typeface="Calibri"/>
              <a:cs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62045" y="465200"/>
            <a:ext cx="2823845" cy="695325"/>
          </a:xfrm>
          <a:prstGeom prst="rect">
            <a:avLst/>
          </a:prstGeom>
        </p:spPr>
        <p:txBody>
          <a:bodyPr vert="horz" wrap="square" lIns="0" tIns="11430" rIns="0" bIns="0" rtlCol="0">
            <a:spAutoFit/>
          </a:bodyPr>
          <a:lstStyle/>
          <a:p>
            <a:pPr marL="12700">
              <a:lnSpc>
                <a:spcPct val="100000"/>
              </a:lnSpc>
              <a:spcBef>
                <a:spcPts val="90"/>
              </a:spcBef>
            </a:pPr>
            <a:r>
              <a:rPr dirty="0"/>
              <a:t>RGB</a:t>
            </a:r>
            <a:r>
              <a:rPr spc="-110" dirty="0"/>
              <a:t> </a:t>
            </a:r>
            <a:r>
              <a:rPr spc="-10" dirty="0"/>
              <a:t>(cont…)</a:t>
            </a:r>
          </a:p>
        </p:txBody>
      </p:sp>
      <p:grpSp>
        <p:nvGrpSpPr>
          <p:cNvPr id="3" name="object 3"/>
          <p:cNvGrpSpPr/>
          <p:nvPr/>
        </p:nvGrpSpPr>
        <p:grpSpPr>
          <a:xfrm>
            <a:off x="597408" y="1301496"/>
            <a:ext cx="8234045" cy="5441315"/>
            <a:chOff x="597408" y="1301496"/>
            <a:chExt cx="8234045" cy="5441315"/>
          </a:xfrm>
        </p:grpSpPr>
        <p:pic>
          <p:nvPicPr>
            <p:cNvPr id="4" name="object 4"/>
            <p:cNvPicPr/>
            <p:nvPr/>
          </p:nvPicPr>
          <p:blipFill>
            <a:blip r:embed="rId2" cstate="print"/>
            <a:stretch>
              <a:fillRect/>
            </a:stretch>
          </p:blipFill>
          <p:spPr>
            <a:xfrm>
              <a:off x="2729218" y="1472922"/>
              <a:ext cx="6101695" cy="5269267"/>
            </a:xfrm>
            <a:prstGeom prst="rect">
              <a:avLst/>
            </a:prstGeom>
          </p:spPr>
        </p:pic>
        <p:pic>
          <p:nvPicPr>
            <p:cNvPr id="5" name="object 5"/>
            <p:cNvPicPr/>
            <p:nvPr/>
          </p:nvPicPr>
          <p:blipFill>
            <a:blip r:embed="rId3" cstate="print"/>
            <a:stretch>
              <a:fillRect/>
            </a:stretch>
          </p:blipFill>
          <p:spPr>
            <a:xfrm>
              <a:off x="597408" y="1301496"/>
              <a:ext cx="2331720" cy="2295143"/>
            </a:xfrm>
            <a:prstGeom prst="rect">
              <a:avLst/>
            </a:prstGeom>
          </p:spPr>
        </p:pic>
      </p:grpSp>
      <p:grpSp>
        <p:nvGrpSpPr>
          <p:cNvPr id="6" name="object 6"/>
          <p:cNvGrpSpPr/>
          <p:nvPr/>
        </p:nvGrpSpPr>
        <p:grpSpPr>
          <a:xfrm>
            <a:off x="-6096" y="1624583"/>
            <a:ext cx="262255" cy="5233670"/>
            <a:chOff x="-6096" y="1624583"/>
            <a:chExt cx="262255" cy="5233670"/>
          </a:xfrm>
        </p:grpSpPr>
        <p:pic>
          <p:nvPicPr>
            <p:cNvPr id="7" name="object 7"/>
            <p:cNvPicPr/>
            <p:nvPr/>
          </p:nvPicPr>
          <p:blipFill>
            <a:blip r:embed="rId4" cstate="print"/>
            <a:stretch>
              <a:fillRect/>
            </a:stretch>
          </p:blipFill>
          <p:spPr>
            <a:xfrm>
              <a:off x="0" y="6662926"/>
              <a:ext cx="256032" cy="195073"/>
            </a:xfrm>
            <a:prstGeom prst="rect">
              <a:avLst/>
            </a:prstGeom>
          </p:spPr>
        </p:pic>
        <p:sp>
          <p:nvSpPr>
            <p:cNvPr id="8" name="object 8"/>
            <p:cNvSpPr/>
            <p:nvPr/>
          </p:nvSpPr>
          <p:spPr>
            <a:xfrm>
              <a:off x="0" y="1630679"/>
              <a:ext cx="250190" cy="5035550"/>
            </a:xfrm>
            <a:custGeom>
              <a:avLst/>
              <a:gdLst/>
              <a:ahLst/>
              <a:cxnLst/>
              <a:rect l="l" t="t" r="r" b="b"/>
              <a:pathLst>
                <a:path w="250190" h="5035550">
                  <a:moveTo>
                    <a:pt x="249936" y="0"/>
                  </a:moveTo>
                  <a:lnTo>
                    <a:pt x="0" y="0"/>
                  </a:lnTo>
                  <a:lnTo>
                    <a:pt x="0" y="5035296"/>
                  </a:lnTo>
                  <a:lnTo>
                    <a:pt x="249936" y="5035296"/>
                  </a:lnTo>
                  <a:lnTo>
                    <a:pt x="249936" y="0"/>
                  </a:lnTo>
                  <a:close/>
                </a:path>
              </a:pathLst>
            </a:custGeom>
            <a:solidFill>
              <a:srgbClr val="C0504D"/>
            </a:solidFill>
          </p:spPr>
          <p:txBody>
            <a:bodyPr wrap="square" lIns="0" tIns="0" rIns="0" bIns="0" rtlCol="0"/>
            <a:lstStyle/>
            <a:p>
              <a:endParaRPr/>
            </a:p>
          </p:txBody>
        </p:sp>
        <p:sp>
          <p:nvSpPr>
            <p:cNvPr id="9" name="object 9"/>
            <p:cNvSpPr/>
            <p:nvPr/>
          </p:nvSpPr>
          <p:spPr>
            <a:xfrm>
              <a:off x="0" y="1630679"/>
              <a:ext cx="250190" cy="5035550"/>
            </a:xfrm>
            <a:custGeom>
              <a:avLst/>
              <a:gdLst/>
              <a:ahLst/>
              <a:cxnLst/>
              <a:rect l="l" t="t" r="r" b="b"/>
              <a:pathLst>
                <a:path w="250190" h="5035550">
                  <a:moveTo>
                    <a:pt x="0" y="5035296"/>
                  </a:moveTo>
                  <a:lnTo>
                    <a:pt x="249936" y="5035296"/>
                  </a:lnTo>
                  <a:lnTo>
                    <a:pt x="249936" y="0"/>
                  </a:lnTo>
                  <a:lnTo>
                    <a:pt x="0" y="0"/>
                  </a:lnTo>
                </a:path>
              </a:pathLst>
            </a:custGeom>
            <a:ln w="12192">
              <a:solidFill>
                <a:srgbClr val="000000"/>
              </a:solidFill>
            </a:ln>
          </p:spPr>
          <p:txBody>
            <a:bodyPr wrap="square" lIns="0" tIns="0" rIns="0" bIns="0" rtlCol="0"/>
            <a:lstStyle/>
            <a:p>
              <a:endParaRPr/>
            </a:p>
          </p:txBody>
        </p:sp>
      </p:grpSp>
      <p:sp>
        <p:nvSpPr>
          <p:cNvPr id="10" name="object 10"/>
          <p:cNvSpPr txBox="1"/>
          <p:nvPr/>
        </p:nvSpPr>
        <p:spPr>
          <a:xfrm>
            <a:off x="16256" y="1636776"/>
            <a:ext cx="208915" cy="5029200"/>
          </a:xfrm>
          <a:prstGeom prst="rect">
            <a:avLst/>
          </a:prstGeom>
        </p:spPr>
        <p:txBody>
          <a:bodyPr vert="vert270" wrap="square" lIns="0" tIns="12700" rIns="0" bIns="0" rtlCol="0">
            <a:spAutoFit/>
          </a:bodyPr>
          <a:lstStyle/>
          <a:p>
            <a:pPr marL="84455">
              <a:lnSpc>
                <a:spcPct val="100000"/>
              </a:lnSpc>
              <a:spcBef>
                <a:spcPts val="100"/>
              </a:spcBef>
            </a:pPr>
            <a:r>
              <a:rPr sz="1200" dirty="0">
                <a:solidFill>
                  <a:srgbClr val="FFFFFF"/>
                </a:solidFill>
                <a:latin typeface="Arial MT"/>
                <a:cs typeface="Arial MT"/>
              </a:rPr>
              <a:t>Images</a:t>
            </a:r>
            <a:r>
              <a:rPr sz="1200" spc="15" dirty="0">
                <a:solidFill>
                  <a:srgbClr val="FFFFFF"/>
                </a:solidFill>
                <a:latin typeface="Arial MT"/>
                <a:cs typeface="Arial MT"/>
              </a:rPr>
              <a:t> </a:t>
            </a:r>
            <a:r>
              <a:rPr sz="1200" dirty="0">
                <a:solidFill>
                  <a:srgbClr val="FFFFFF"/>
                </a:solidFill>
                <a:latin typeface="Arial MT"/>
                <a:cs typeface="Arial MT"/>
              </a:rPr>
              <a:t>taken</a:t>
            </a:r>
            <a:r>
              <a:rPr sz="1200" spc="-30" dirty="0">
                <a:solidFill>
                  <a:srgbClr val="FFFFFF"/>
                </a:solidFill>
                <a:latin typeface="Arial MT"/>
                <a:cs typeface="Arial MT"/>
              </a:rPr>
              <a:t> </a:t>
            </a:r>
            <a:r>
              <a:rPr sz="1200" dirty="0">
                <a:solidFill>
                  <a:srgbClr val="FFFFFF"/>
                </a:solidFill>
                <a:latin typeface="Arial MT"/>
                <a:cs typeface="Arial MT"/>
              </a:rPr>
              <a:t>from</a:t>
            </a:r>
            <a:r>
              <a:rPr sz="1200" spc="-20" dirty="0">
                <a:solidFill>
                  <a:srgbClr val="FFFFFF"/>
                </a:solidFill>
                <a:latin typeface="Arial MT"/>
                <a:cs typeface="Arial MT"/>
              </a:rPr>
              <a:t> </a:t>
            </a:r>
            <a:r>
              <a:rPr sz="1200" dirty="0">
                <a:solidFill>
                  <a:srgbClr val="FFFFFF"/>
                </a:solidFill>
                <a:latin typeface="Arial MT"/>
                <a:cs typeface="Arial MT"/>
              </a:rPr>
              <a:t>Gonzalez</a:t>
            </a:r>
            <a:r>
              <a:rPr sz="1200" spc="-75" dirty="0">
                <a:solidFill>
                  <a:srgbClr val="FFFFFF"/>
                </a:solidFill>
                <a:latin typeface="Arial MT"/>
                <a:cs typeface="Arial MT"/>
              </a:rPr>
              <a:t> </a:t>
            </a:r>
            <a:r>
              <a:rPr sz="1200" dirty="0">
                <a:solidFill>
                  <a:srgbClr val="FFFFFF"/>
                </a:solidFill>
                <a:latin typeface="Arial MT"/>
                <a:cs typeface="Arial MT"/>
              </a:rPr>
              <a:t>&amp;</a:t>
            </a:r>
            <a:r>
              <a:rPr sz="1200" spc="-20" dirty="0">
                <a:solidFill>
                  <a:srgbClr val="FFFFFF"/>
                </a:solidFill>
                <a:latin typeface="Arial MT"/>
                <a:cs typeface="Arial MT"/>
              </a:rPr>
              <a:t> </a:t>
            </a:r>
            <a:r>
              <a:rPr sz="1200" dirty="0">
                <a:solidFill>
                  <a:srgbClr val="FFFFFF"/>
                </a:solidFill>
                <a:latin typeface="Arial MT"/>
                <a:cs typeface="Arial MT"/>
              </a:rPr>
              <a:t>Woods,</a:t>
            </a:r>
            <a:r>
              <a:rPr sz="1200" spc="-75" dirty="0">
                <a:solidFill>
                  <a:srgbClr val="FFFFFF"/>
                </a:solidFill>
                <a:latin typeface="Arial MT"/>
                <a:cs typeface="Arial MT"/>
              </a:rPr>
              <a:t> </a:t>
            </a:r>
            <a:r>
              <a:rPr sz="1200" dirty="0">
                <a:solidFill>
                  <a:srgbClr val="FFFFFF"/>
                </a:solidFill>
                <a:latin typeface="Arial MT"/>
                <a:cs typeface="Arial MT"/>
              </a:rPr>
              <a:t>Digital</a:t>
            </a:r>
            <a:r>
              <a:rPr sz="1200" spc="-80" dirty="0">
                <a:solidFill>
                  <a:srgbClr val="FFFFFF"/>
                </a:solidFill>
                <a:latin typeface="Arial MT"/>
                <a:cs typeface="Arial MT"/>
              </a:rPr>
              <a:t> </a:t>
            </a:r>
            <a:r>
              <a:rPr sz="1200" dirty="0">
                <a:solidFill>
                  <a:srgbClr val="FFFFFF"/>
                </a:solidFill>
                <a:latin typeface="Arial MT"/>
                <a:cs typeface="Arial MT"/>
              </a:rPr>
              <a:t>Image</a:t>
            </a:r>
            <a:r>
              <a:rPr sz="1200" spc="15" dirty="0">
                <a:solidFill>
                  <a:srgbClr val="FFFFFF"/>
                </a:solidFill>
                <a:latin typeface="Arial MT"/>
                <a:cs typeface="Arial MT"/>
              </a:rPr>
              <a:t> </a:t>
            </a:r>
            <a:r>
              <a:rPr sz="1200" dirty="0">
                <a:solidFill>
                  <a:srgbClr val="FFFFFF"/>
                </a:solidFill>
                <a:latin typeface="Arial MT"/>
                <a:cs typeface="Arial MT"/>
              </a:rPr>
              <a:t>Processing</a:t>
            </a:r>
            <a:r>
              <a:rPr sz="1200" spc="-70" dirty="0">
                <a:solidFill>
                  <a:srgbClr val="FFFFFF"/>
                </a:solidFill>
                <a:latin typeface="Arial MT"/>
                <a:cs typeface="Arial MT"/>
              </a:rPr>
              <a:t> </a:t>
            </a:r>
            <a:r>
              <a:rPr sz="1200" spc="-10" dirty="0">
                <a:solidFill>
                  <a:srgbClr val="FFFFFF"/>
                </a:solidFill>
                <a:latin typeface="Arial MT"/>
                <a:cs typeface="Arial MT"/>
              </a:rPr>
              <a:t>(2002)</a:t>
            </a:r>
            <a:endParaRPr sz="1200">
              <a:latin typeface="Arial MT"/>
              <a:cs typeface="Arial M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1582420">
              <a:lnSpc>
                <a:spcPct val="100000"/>
              </a:lnSpc>
              <a:spcBef>
                <a:spcPts val="90"/>
              </a:spcBef>
            </a:pPr>
            <a:r>
              <a:rPr dirty="0"/>
              <a:t>The</a:t>
            </a:r>
            <a:r>
              <a:rPr spc="-45" dirty="0"/>
              <a:t> </a:t>
            </a:r>
            <a:r>
              <a:rPr dirty="0"/>
              <a:t>HSI</a:t>
            </a:r>
            <a:r>
              <a:rPr spc="-70" dirty="0"/>
              <a:t> </a:t>
            </a:r>
            <a:r>
              <a:rPr dirty="0"/>
              <a:t>Color</a:t>
            </a:r>
            <a:r>
              <a:rPr spc="-50" dirty="0"/>
              <a:t> </a:t>
            </a:r>
            <a:r>
              <a:rPr spc="-10" dirty="0"/>
              <a:t>Model</a:t>
            </a:r>
          </a:p>
        </p:txBody>
      </p:sp>
      <p:sp>
        <p:nvSpPr>
          <p:cNvPr id="3" name="object 3"/>
          <p:cNvSpPr txBox="1"/>
          <p:nvPr/>
        </p:nvSpPr>
        <p:spPr>
          <a:xfrm>
            <a:off x="536244" y="1560652"/>
            <a:ext cx="8058150" cy="4318000"/>
          </a:xfrm>
          <a:prstGeom prst="rect">
            <a:avLst/>
          </a:prstGeom>
        </p:spPr>
        <p:txBody>
          <a:bodyPr vert="horz" wrap="square" lIns="0" tIns="60325" rIns="0" bIns="0" rtlCol="0">
            <a:spAutoFit/>
          </a:bodyPr>
          <a:lstStyle/>
          <a:p>
            <a:pPr marL="12700" marR="60960">
              <a:lnSpc>
                <a:spcPct val="90000"/>
              </a:lnSpc>
              <a:spcBef>
                <a:spcPts val="475"/>
              </a:spcBef>
            </a:pPr>
            <a:r>
              <a:rPr sz="3200" dirty="0">
                <a:latin typeface="Calibri"/>
                <a:cs typeface="Calibri"/>
              </a:rPr>
              <a:t>RGB</a:t>
            </a:r>
            <a:r>
              <a:rPr sz="3200" spc="-110" dirty="0">
                <a:latin typeface="Calibri"/>
                <a:cs typeface="Calibri"/>
              </a:rPr>
              <a:t> </a:t>
            </a:r>
            <a:r>
              <a:rPr sz="3200" dirty="0">
                <a:latin typeface="Calibri"/>
                <a:cs typeface="Calibri"/>
              </a:rPr>
              <a:t>is</a:t>
            </a:r>
            <a:r>
              <a:rPr sz="3200" spc="-114" dirty="0">
                <a:latin typeface="Calibri"/>
                <a:cs typeface="Calibri"/>
              </a:rPr>
              <a:t> </a:t>
            </a:r>
            <a:r>
              <a:rPr sz="3200" dirty="0">
                <a:latin typeface="Calibri"/>
                <a:cs typeface="Calibri"/>
              </a:rPr>
              <a:t>useful</a:t>
            </a:r>
            <a:r>
              <a:rPr sz="3200" spc="-110" dirty="0">
                <a:latin typeface="Calibri"/>
                <a:cs typeface="Calibri"/>
              </a:rPr>
              <a:t> </a:t>
            </a:r>
            <a:r>
              <a:rPr sz="3200" dirty="0">
                <a:latin typeface="Calibri"/>
                <a:cs typeface="Calibri"/>
              </a:rPr>
              <a:t>for</a:t>
            </a:r>
            <a:r>
              <a:rPr sz="3200" spc="-105" dirty="0">
                <a:latin typeface="Calibri"/>
                <a:cs typeface="Calibri"/>
              </a:rPr>
              <a:t> </a:t>
            </a:r>
            <a:r>
              <a:rPr sz="3200" spc="-10" dirty="0">
                <a:latin typeface="Calibri"/>
                <a:cs typeface="Calibri"/>
              </a:rPr>
              <a:t>hardware</a:t>
            </a:r>
            <a:r>
              <a:rPr sz="3200" spc="-60" dirty="0">
                <a:latin typeface="Calibri"/>
                <a:cs typeface="Calibri"/>
              </a:rPr>
              <a:t> </a:t>
            </a:r>
            <a:r>
              <a:rPr sz="3200" spc="-10" dirty="0">
                <a:latin typeface="Calibri"/>
                <a:cs typeface="Calibri"/>
              </a:rPr>
              <a:t>implementations</a:t>
            </a:r>
            <a:r>
              <a:rPr sz="3200" spc="-75" dirty="0">
                <a:latin typeface="Calibri"/>
                <a:cs typeface="Calibri"/>
              </a:rPr>
              <a:t> </a:t>
            </a:r>
            <a:r>
              <a:rPr sz="3200" spc="-25" dirty="0">
                <a:latin typeface="Calibri"/>
                <a:cs typeface="Calibri"/>
              </a:rPr>
              <a:t>and </a:t>
            </a:r>
            <a:r>
              <a:rPr sz="3200" dirty="0">
                <a:latin typeface="Calibri"/>
                <a:cs typeface="Calibri"/>
              </a:rPr>
              <a:t>is</a:t>
            </a:r>
            <a:r>
              <a:rPr sz="3200" spc="-75" dirty="0">
                <a:latin typeface="Calibri"/>
                <a:cs typeface="Calibri"/>
              </a:rPr>
              <a:t> </a:t>
            </a:r>
            <a:r>
              <a:rPr sz="3200" spc="-10" dirty="0">
                <a:latin typeface="Calibri"/>
                <a:cs typeface="Calibri"/>
              </a:rPr>
              <a:t>serendipitously</a:t>
            </a:r>
            <a:r>
              <a:rPr sz="3200" spc="-35" dirty="0">
                <a:latin typeface="Calibri"/>
                <a:cs typeface="Calibri"/>
              </a:rPr>
              <a:t> </a:t>
            </a:r>
            <a:r>
              <a:rPr sz="3200" spc="-10" dirty="0">
                <a:latin typeface="Calibri"/>
                <a:cs typeface="Calibri"/>
              </a:rPr>
              <a:t>related</a:t>
            </a:r>
            <a:r>
              <a:rPr sz="3200" spc="-70" dirty="0">
                <a:latin typeface="Calibri"/>
                <a:cs typeface="Calibri"/>
              </a:rPr>
              <a:t> </a:t>
            </a:r>
            <a:r>
              <a:rPr sz="3200" dirty="0">
                <a:latin typeface="Calibri"/>
                <a:cs typeface="Calibri"/>
              </a:rPr>
              <a:t>to</a:t>
            </a:r>
            <a:r>
              <a:rPr sz="3200" spc="-70" dirty="0">
                <a:latin typeface="Calibri"/>
                <a:cs typeface="Calibri"/>
              </a:rPr>
              <a:t> </a:t>
            </a:r>
            <a:r>
              <a:rPr sz="3200" dirty="0">
                <a:latin typeface="Calibri"/>
                <a:cs typeface="Calibri"/>
              </a:rPr>
              <a:t>the</a:t>
            </a:r>
            <a:r>
              <a:rPr sz="3200" spc="-60" dirty="0">
                <a:latin typeface="Calibri"/>
                <a:cs typeface="Calibri"/>
              </a:rPr>
              <a:t> </a:t>
            </a:r>
            <a:r>
              <a:rPr sz="3200" dirty="0">
                <a:latin typeface="Calibri"/>
                <a:cs typeface="Calibri"/>
              </a:rPr>
              <a:t>way</a:t>
            </a:r>
            <a:r>
              <a:rPr sz="3200" spc="-55" dirty="0">
                <a:latin typeface="Calibri"/>
                <a:cs typeface="Calibri"/>
              </a:rPr>
              <a:t> </a:t>
            </a:r>
            <a:r>
              <a:rPr sz="3200" dirty="0">
                <a:latin typeface="Calibri"/>
                <a:cs typeface="Calibri"/>
              </a:rPr>
              <a:t>in</a:t>
            </a:r>
            <a:r>
              <a:rPr sz="3200" spc="-70" dirty="0">
                <a:latin typeface="Calibri"/>
                <a:cs typeface="Calibri"/>
              </a:rPr>
              <a:t> </a:t>
            </a:r>
            <a:r>
              <a:rPr sz="3200" spc="-10" dirty="0">
                <a:latin typeface="Calibri"/>
                <a:cs typeface="Calibri"/>
              </a:rPr>
              <a:t>which </a:t>
            </a:r>
            <a:r>
              <a:rPr sz="3200" dirty="0">
                <a:latin typeface="Calibri"/>
                <a:cs typeface="Calibri"/>
              </a:rPr>
              <a:t>the</a:t>
            </a:r>
            <a:r>
              <a:rPr sz="3200" spc="-90" dirty="0">
                <a:latin typeface="Calibri"/>
                <a:cs typeface="Calibri"/>
              </a:rPr>
              <a:t> </a:t>
            </a:r>
            <a:r>
              <a:rPr sz="3200" dirty="0">
                <a:latin typeface="Calibri"/>
                <a:cs typeface="Calibri"/>
              </a:rPr>
              <a:t>human</a:t>
            </a:r>
            <a:r>
              <a:rPr sz="3200" spc="-50" dirty="0">
                <a:latin typeface="Calibri"/>
                <a:cs typeface="Calibri"/>
              </a:rPr>
              <a:t> </a:t>
            </a:r>
            <a:r>
              <a:rPr sz="3200" dirty="0">
                <a:latin typeface="Calibri"/>
                <a:cs typeface="Calibri"/>
              </a:rPr>
              <a:t>visual</a:t>
            </a:r>
            <a:r>
              <a:rPr sz="3200" spc="-60" dirty="0">
                <a:latin typeface="Calibri"/>
                <a:cs typeface="Calibri"/>
              </a:rPr>
              <a:t> </a:t>
            </a:r>
            <a:r>
              <a:rPr sz="3200" spc="-20" dirty="0">
                <a:latin typeface="Calibri"/>
                <a:cs typeface="Calibri"/>
              </a:rPr>
              <a:t>system</a:t>
            </a:r>
            <a:r>
              <a:rPr sz="3200" spc="-85" dirty="0">
                <a:latin typeface="Calibri"/>
                <a:cs typeface="Calibri"/>
              </a:rPr>
              <a:t> </a:t>
            </a:r>
            <a:r>
              <a:rPr sz="3200" spc="-10" dirty="0">
                <a:latin typeface="Calibri"/>
                <a:cs typeface="Calibri"/>
              </a:rPr>
              <a:t>works</a:t>
            </a:r>
            <a:endParaRPr sz="3200">
              <a:latin typeface="Calibri"/>
              <a:cs typeface="Calibri"/>
            </a:endParaRPr>
          </a:p>
          <a:p>
            <a:pPr marL="12700" marR="256540">
              <a:lnSpc>
                <a:spcPts val="3460"/>
              </a:lnSpc>
              <a:spcBef>
                <a:spcPts val="819"/>
              </a:spcBef>
            </a:pPr>
            <a:r>
              <a:rPr sz="3200" spc="-40" dirty="0">
                <a:latin typeface="Calibri"/>
                <a:cs typeface="Calibri"/>
              </a:rPr>
              <a:t>However,</a:t>
            </a:r>
            <a:r>
              <a:rPr sz="3200" spc="-55" dirty="0">
                <a:latin typeface="Calibri"/>
                <a:cs typeface="Calibri"/>
              </a:rPr>
              <a:t> </a:t>
            </a:r>
            <a:r>
              <a:rPr sz="3200" dirty="0">
                <a:latin typeface="Calibri"/>
                <a:cs typeface="Calibri"/>
              </a:rPr>
              <a:t>RGB</a:t>
            </a:r>
            <a:r>
              <a:rPr sz="3200" spc="-55" dirty="0">
                <a:latin typeface="Calibri"/>
                <a:cs typeface="Calibri"/>
              </a:rPr>
              <a:t> </a:t>
            </a:r>
            <a:r>
              <a:rPr sz="3200" dirty="0">
                <a:latin typeface="Calibri"/>
                <a:cs typeface="Calibri"/>
              </a:rPr>
              <a:t>is</a:t>
            </a:r>
            <a:r>
              <a:rPr sz="3200" spc="-90" dirty="0">
                <a:latin typeface="Calibri"/>
                <a:cs typeface="Calibri"/>
              </a:rPr>
              <a:t> </a:t>
            </a:r>
            <a:r>
              <a:rPr sz="3200" dirty="0">
                <a:latin typeface="Calibri"/>
                <a:cs typeface="Calibri"/>
              </a:rPr>
              <a:t>not</a:t>
            </a:r>
            <a:r>
              <a:rPr sz="3200" spc="-75" dirty="0">
                <a:latin typeface="Calibri"/>
                <a:cs typeface="Calibri"/>
              </a:rPr>
              <a:t> </a:t>
            </a:r>
            <a:r>
              <a:rPr sz="3200" dirty="0">
                <a:latin typeface="Calibri"/>
                <a:cs typeface="Calibri"/>
              </a:rPr>
              <a:t>a</a:t>
            </a:r>
            <a:r>
              <a:rPr sz="3200" spc="-65" dirty="0">
                <a:latin typeface="Calibri"/>
                <a:cs typeface="Calibri"/>
              </a:rPr>
              <a:t> </a:t>
            </a:r>
            <a:r>
              <a:rPr sz="3200" dirty="0">
                <a:latin typeface="Calibri"/>
                <a:cs typeface="Calibri"/>
              </a:rPr>
              <a:t>particularly</a:t>
            </a:r>
            <a:r>
              <a:rPr sz="3200" spc="-65" dirty="0">
                <a:latin typeface="Calibri"/>
                <a:cs typeface="Calibri"/>
              </a:rPr>
              <a:t> </a:t>
            </a:r>
            <a:r>
              <a:rPr sz="3200" dirty="0">
                <a:latin typeface="Calibri"/>
                <a:cs typeface="Calibri"/>
              </a:rPr>
              <a:t>intuitive</a:t>
            </a:r>
            <a:r>
              <a:rPr sz="3200" spc="-114" dirty="0">
                <a:latin typeface="Calibri"/>
                <a:cs typeface="Calibri"/>
              </a:rPr>
              <a:t> </a:t>
            </a:r>
            <a:r>
              <a:rPr sz="3200" spc="-25" dirty="0">
                <a:latin typeface="Calibri"/>
                <a:cs typeface="Calibri"/>
              </a:rPr>
              <a:t>way </a:t>
            </a:r>
            <a:r>
              <a:rPr sz="3200" dirty="0">
                <a:latin typeface="Calibri"/>
                <a:cs typeface="Calibri"/>
              </a:rPr>
              <a:t>in</a:t>
            </a:r>
            <a:r>
              <a:rPr sz="3200" spc="-70" dirty="0">
                <a:latin typeface="Calibri"/>
                <a:cs typeface="Calibri"/>
              </a:rPr>
              <a:t> </a:t>
            </a:r>
            <a:r>
              <a:rPr sz="3200" dirty="0">
                <a:latin typeface="Calibri"/>
                <a:cs typeface="Calibri"/>
              </a:rPr>
              <a:t>which</a:t>
            </a:r>
            <a:r>
              <a:rPr sz="3200" spc="-55" dirty="0">
                <a:latin typeface="Calibri"/>
                <a:cs typeface="Calibri"/>
              </a:rPr>
              <a:t> </a:t>
            </a:r>
            <a:r>
              <a:rPr sz="3200" dirty="0">
                <a:latin typeface="Calibri"/>
                <a:cs typeface="Calibri"/>
              </a:rPr>
              <a:t>to</a:t>
            </a:r>
            <a:r>
              <a:rPr sz="3200" spc="-65" dirty="0">
                <a:latin typeface="Calibri"/>
                <a:cs typeface="Calibri"/>
              </a:rPr>
              <a:t> </a:t>
            </a:r>
            <a:r>
              <a:rPr sz="3200" dirty="0">
                <a:latin typeface="Calibri"/>
                <a:cs typeface="Calibri"/>
              </a:rPr>
              <a:t>describe</a:t>
            </a:r>
            <a:r>
              <a:rPr sz="3200" spc="-25" dirty="0">
                <a:latin typeface="Calibri"/>
                <a:cs typeface="Calibri"/>
              </a:rPr>
              <a:t> </a:t>
            </a:r>
            <a:r>
              <a:rPr sz="3200" spc="-10" dirty="0">
                <a:latin typeface="Calibri"/>
                <a:cs typeface="Calibri"/>
              </a:rPr>
              <a:t>colors</a:t>
            </a:r>
            <a:endParaRPr sz="3200">
              <a:latin typeface="Calibri"/>
              <a:cs typeface="Calibri"/>
            </a:endParaRPr>
          </a:p>
          <a:p>
            <a:pPr marL="12700" marR="5080">
              <a:lnSpc>
                <a:spcPts val="3460"/>
              </a:lnSpc>
              <a:spcBef>
                <a:spcPts val="765"/>
              </a:spcBef>
            </a:pPr>
            <a:r>
              <a:rPr sz="3200" dirty="0">
                <a:latin typeface="Calibri"/>
                <a:cs typeface="Calibri"/>
              </a:rPr>
              <a:t>Rather</a:t>
            </a:r>
            <a:r>
              <a:rPr sz="3200" spc="-100" dirty="0">
                <a:latin typeface="Calibri"/>
                <a:cs typeface="Calibri"/>
              </a:rPr>
              <a:t> </a:t>
            </a:r>
            <a:r>
              <a:rPr sz="3200" dirty="0">
                <a:latin typeface="Calibri"/>
                <a:cs typeface="Calibri"/>
              </a:rPr>
              <a:t>when</a:t>
            </a:r>
            <a:r>
              <a:rPr sz="3200" spc="-85" dirty="0">
                <a:latin typeface="Calibri"/>
                <a:cs typeface="Calibri"/>
              </a:rPr>
              <a:t> </a:t>
            </a:r>
            <a:r>
              <a:rPr sz="3200" dirty="0">
                <a:latin typeface="Calibri"/>
                <a:cs typeface="Calibri"/>
              </a:rPr>
              <a:t>people</a:t>
            </a:r>
            <a:r>
              <a:rPr sz="3200" spc="-70" dirty="0">
                <a:latin typeface="Calibri"/>
                <a:cs typeface="Calibri"/>
              </a:rPr>
              <a:t> </a:t>
            </a:r>
            <a:r>
              <a:rPr sz="3200" dirty="0">
                <a:latin typeface="Calibri"/>
                <a:cs typeface="Calibri"/>
              </a:rPr>
              <a:t>describe</a:t>
            </a:r>
            <a:r>
              <a:rPr sz="3200" spc="-85" dirty="0">
                <a:latin typeface="Calibri"/>
                <a:cs typeface="Calibri"/>
              </a:rPr>
              <a:t> </a:t>
            </a:r>
            <a:r>
              <a:rPr sz="3200" dirty="0">
                <a:latin typeface="Calibri"/>
                <a:cs typeface="Calibri"/>
              </a:rPr>
              <a:t>colors</a:t>
            </a:r>
            <a:r>
              <a:rPr sz="3200" spc="-90" dirty="0">
                <a:latin typeface="Calibri"/>
                <a:cs typeface="Calibri"/>
              </a:rPr>
              <a:t> </a:t>
            </a:r>
            <a:r>
              <a:rPr sz="3200" dirty="0">
                <a:latin typeface="Calibri"/>
                <a:cs typeface="Calibri"/>
              </a:rPr>
              <a:t>they</a:t>
            </a:r>
            <a:r>
              <a:rPr sz="3200" spc="-90" dirty="0">
                <a:latin typeface="Calibri"/>
                <a:cs typeface="Calibri"/>
              </a:rPr>
              <a:t> </a:t>
            </a:r>
            <a:r>
              <a:rPr sz="3200" dirty="0">
                <a:latin typeface="Calibri"/>
                <a:cs typeface="Calibri"/>
              </a:rPr>
              <a:t>tend</a:t>
            </a:r>
            <a:r>
              <a:rPr sz="3200" spc="-105" dirty="0">
                <a:latin typeface="Calibri"/>
                <a:cs typeface="Calibri"/>
              </a:rPr>
              <a:t> </a:t>
            </a:r>
            <a:r>
              <a:rPr sz="3200" spc="-25" dirty="0">
                <a:latin typeface="Calibri"/>
                <a:cs typeface="Calibri"/>
              </a:rPr>
              <a:t>to </a:t>
            </a:r>
            <a:r>
              <a:rPr sz="3200" dirty="0">
                <a:latin typeface="Calibri"/>
                <a:cs typeface="Calibri"/>
              </a:rPr>
              <a:t>use</a:t>
            </a:r>
            <a:r>
              <a:rPr sz="3200" spc="-60" dirty="0">
                <a:latin typeface="Calibri"/>
                <a:cs typeface="Calibri"/>
              </a:rPr>
              <a:t> </a:t>
            </a:r>
            <a:r>
              <a:rPr sz="3200" b="1" dirty="0">
                <a:latin typeface="Calibri"/>
                <a:cs typeface="Calibri"/>
              </a:rPr>
              <a:t>hue</a:t>
            </a:r>
            <a:r>
              <a:rPr sz="3200" dirty="0">
                <a:latin typeface="Calibri"/>
                <a:cs typeface="Calibri"/>
              </a:rPr>
              <a:t>,</a:t>
            </a:r>
            <a:r>
              <a:rPr sz="3200" spc="-50" dirty="0">
                <a:latin typeface="Calibri"/>
                <a:cs typeface="Calibri"/>
              </a:rPr>
              <a:t> </a:t>
            </a:r>
            <a:r>
              <a:rPr sz="3200" b="1" spc="-10" dirty="0">
                <a:latin typeface="Calibri"/>
                <a:cs typeface="Calibri"/>
              </a:rPr>
              <a:t>saturation</a:t>
            </a:r>
            <a:r>
              <a:rPr sz="3200" b="1" spc="-75" dirty="0">
                <a:latin typeface="Calibri"/>
                <a:cs typeface="Calibri"/>
              </a:rPr>
              <a:t> </a:t>
            </a:r>
            <a:r>
              <a:rPr sz="3200" dirty="0">
                <a:latin typeface="Calibri"/>
                <a:cs typeface="Calibri"/>
              </a:rPr>
              <a:t>and</a:t>
            </a:r>
            <a:r>
              <a:rPr sz="3200" spc="-45" dirty="0">
                <a:latin typeface="Calibri"/>
                <a:cs typeface="Calibri"/>
              </a:rPr>
              <a:t> </a:t>
            </a:r>
            <a:r>
              <a:rPr sz="3200" b="1" spc="-10" dirty="0">
                <a:latin typeface="Calibri"/>
                <a:cs typeface="Calibri"/>
              </a:rPr>
              <a:t>brightness</a:t>
            </a:r>
            <a:endParaRPr sz="3200">
              <a:latin typeface="Calibri"/>
              <a:cs typeface="Calibri"/>
            </a:endParaRPr>
          </a:p>
          <a:p>
            <a:pPr marL="12700" marR="942340">
              <a:lnSpc>
                <a:spcPts val="3460"/>
              </a:lnSpc>
              <a:spcBef>
                <a:spcPts val="760"/>
              </a:spcBef>
            </a:pPr>
            <a:r>
              <a:rPr sz="3200" dirty="0">
                <a:latin typeface="Calibri"/>
                <a:cs typeface="Calibri"/>
              </a:rPr>
              <a:t>RGB</a:t>
            </a:r>
            <a:r>
              <a:rPr sz="3200" spc="-80" dirty="0">
                <a:latin typeface="Calibri"/>
                <a:cs typeface="Calibri"/>
              </a:rPr>
              <a:t> </a:t>
            </a:r>
            <a:r>
              <a:rPr sz="3200" dirty="0">
                <a:latin typeface="Calibri"/>
                <a:cs typeface="Calibri"/>
              </a:rPr>
              <a:t>is</a:t>
            </a:r>
            <a:r>
              <a:rPr sz="3200" spc="-90" dirty="0">
                <a:latin typeface="Calibri"/>
                <a:cs typeface="Calibri"/>
              </a:rPr>
              <a:t> </a:t>
            </a:r>
            <a:r>
              <a:rPr sz="3200" dirty="0">
                <a:latin typeface="Calibri"/>
                <a:cs typeface="Calibri"/>
              </a:rPr>
              <a:t>great</a:t>
            </a:r>
            <a:r>
              <a:rPr sz="3200" spc="-65" dirty="0">
                <a:latin typeface="Calibri"/>
                <a:cs typeface="Calibri"/>
              </a:rPr>
              <a:t> </a:t>
            </a:r>
            <a:r>
              <a:rPr sz="3200" dirty="0">
                <a:latin typeface="Calibri"/>
                <a:cs typeface="Calibri"/>
              </a:rPr>
              <a:t>for</a:t>
            </a:r>
            <a:r>
              <a:rPr sz="3200" spc="-100" dirty="0">
                <a:latin typeface="Calibri"/>
                <a:cs typeface="Calibri"/>
              </a:rPr>
              <a:t> </a:t>
            </a:r>
            <a:r>
              <a:rPr sz="3200" dirty="0">
                <a:latin typeface="Calibri"/>
                <a:cs typeface="Calibri"/>
              </a:rPr>
              <a:t>color</a:t>
            </a:r>
            <a:r>
              <a:rPr sz="3200" spc="-55" dirty="0">
                <a:latin typeface="Calibri"/>
                <a:cs typeface="Calibri"/>
              </a:rPr>
              <a:t> </a:t>
            </a:r>
            <a:r>
              <a:rPr sz="3200" spc="-10" dirty="0">
                <a:latin typeface="Calibri"/>
                <a:cs typeface="Calibri"/>
              </a:rPr>
              <a:t>generation,</a:t>
            </a:r>
            <a:r>
              <a:rPr sz="3200" spc="-65" dirty="0">
                <a:latin typeface="Calibri"/>
                <a:cs typeface="Calibri"/>
              </a:rPr>
              <a:t> </a:t>
            </a:r>
            <a:r>
              <a:rPr sz="3200" dirty="0">
                <a:latin typeface="Calibri"/>
                <a:cs typeface="Calibri"/>
              </a:rPr>
              <a:t>but</a:t>
            </a:r>
            <a:r>
              <a:rPr sz="3200" spc="-60" dirty="0">
                <a:latin typeface="Calibri"/>
                <a:cs typeface="Calibri"/>
              </a:rPr>
              <a:t> </a:t>
            </a:r>
            <a:r>
              <a:rPr sz="3200" dirty="0">
                <a:latin typeface="Calibri"/>
                <a:cs typeface="Calibri"/>
              </a:rPr>
              <a:t>HSI</a:t>
            </a:r>
            <a:r>
              <a:rPr sz="3200" spc="-65" dirty="0">
                <a:latin typeface="Calibri"/>
                <a:cs typeface="Calibri"/>
              </a:rPr>
              <a:t> </a:t>
            </a:r>
            <a:r>
              <a:rPr sz="3200" spc="-25" dirty="0">
                <a:latin typeface="Calibri"/>
                <a:cs typeface="Calibri"/>
              </a:rPr>
              <a:t>is </a:t>
            </a:r>
            <a:r>
              <a:rPr sz="3200" dirty="0">
                <a:latin typeface="Calibri"/>
                <a:cs typeface="Calibri"/>
              </a:rPr>
              <a:t>great</a:t>
            </a:r>
            <a:r>
              <a:rPr sz="3200" spc="-100" dirty="0">
                <a:latin typeface="Calibri"/>
                <a:cs typeface="Calibri"/>
              </a:rPr>
              <a:t> </a:t>
            </a:r>
            <a:r>
              <a:rPr sz="3200" dirty="0">
                <a:latin typeface="Calibri"/>
                <a:cs typeface="Calibri"/>
              </a:rPr>
              <a:t>for</a:t>
            </a:r>
            <a:r>
              <a:rPr sz="3200" spc="-125" dirty="0">
                <a:latin typeface="Calibri"/>
                <a:cs typeface="Calibri"/>
              </a:rPr>
              <a:t> </a:t>
            </a:r>
            <a:r>
              <a:rPr sz="3200" dirty="0">
                <a:latin typeface="Calibri"/>
                <a:cs typeface="Calibri"/>
              </a:rPr>
              <a:t>color</a:t>
            </a:r>
            <a:r>
              <a:rPr sz="3200" spc="-105" dirty="0">
                <a:latin typeface="Calibri"/>
                <a:cs typeface="Calibri"/>
              </a:rPr>
              <a:t> </a:t>
            </a:r>
            <a:r>
              <a:rPr sz="3200" spc="-10" dirty="0">
                <a:latin typeface="Calibri"/>
                <a:cs typeface="Calibri"/>
              </a:rPr>
              <a:t>description</a:t>
            </a:r>
            <a:endParaRPr sz="3200">
              <a:latin typeface="Calibri"/>
              <a:cs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659130">
              <a:lnSpc>
                <a:spcPct val="100000"/>
              </a:lnSpc>
              <a:spcBef>
                <a:spcPts val="90"/>
              </a:spcBef>
            </a:pPr>
            <a:r>
              <a:rPr dirty="0"/>
              <a:t>The</a:t>
            </a:r>
            <a:r>
              <a:rPr spc="-55" dirty="0"/>
              <a:t> </a:t>
            </a:r>
            <a:r>
              <a:rPr dirty="0"/>
              <a:t>HSI</a:t>
            </a:r>
            <a:r>
              <a:rPr spc="-85" dirty="0"/>
              <a:t> </a:t>
            </a:r>
            <a:r>
              <a:rPr dirty="0"/>
              <a:t>Color</a:t>
            </a:r>
            <a:r>
              <a:rPr spc="-60" dirty="0"/>
              <a:t> </a:t>
            </a:r>
            <a:r>
              <a:rPr dirty="0"/>
              <a:t>Model</a:t>
            </a:r>
            <a:r>
              <a:rPr spc="-50" dirty="0"/>
              <a:t> </a:t>
            </a:r>
            <a:r>
              <a:rPr spc="-10" dirty="0"/>
              <a:t>(cont…)</a:t>
            </a:r>
          </a:p>
        </p:txBody>
      </p:sp>
      <p:sp>
        <p:nvSpPr>
          <p:cNvPr id="3" name="object 3"/>
          <p:cNvSpPr txBox="1"/>
          <p:nvPr/>
        </p:nvSpPr>
        <p:spPr>
          <a:xfrm>
            <a:off x="536244" y="1560652"/>
            <a:ext cx="7840980" cy="4284345"/>
          </a:xfrm>
          <a:prstGeom prst="rect">
            <a:avLst/>
          </a:prstGeom>
        </p:spPr>
        <p:txBody>
          <a:bodyPr vert="horz" wrap="square" lIns="0" tIns="66675" rIns="0" bIns="0" rtlCol="0">
            <a:spAutoFit/>
          </a:bodyPr>
          <a:lstStyle/>
          <a:p>
            <a:pPr marL="12700" marR="12700">
              <a:lnSpc>
                <a:spcPts val="3460"/>
              </a:lnSpc>
              <a:spcBef>
                <a:spcPts val="525"/>
              </a:spcBef>
            </a:pPr>
            <a:r>
              <a:rPr sz="3200" dirty="0">
                <a:latin typeface="Calibri"/>
                <a:cs typeface="Calibri"/>
              </a:rPr>
              <a:t>The</a:t>
            </a:r>
            <a:r>
              <a:rPr sz="3200" spc="-70" dirty="0">
                <a:latin typeface="Calibri"/>
                <a:cs typeface="Calibri"/>
              </a:rPr>
              <a:t> </a:t>
            </a:r>
            <a:r>
              <a:rPr sz="3200" dirty="0">
                <a:latin typeface="Calibri"/>
                <a:cs typeface="Calibri"/>
              </a:rPr>
              <a:t>HSI</a:t>
            </a:r>
            <a:r>
              <a:rPr sz="3200" spc="-60" dirty="0">
                <a:latin typeface="Calibri"/>
                <a:cs typeface="Calibri"/>
              </a:rPr>
              <a:t> </a:t>
            </a:r>
            <a:r>
              <a:rPr sz="3200" dirty="0">
                <a:latin typeface="Calibri"/>
                <a:cs typeface="Calibri"/>
              </a:rPr>
              <a:t>model</a:t>
            </a:r>
            <a:r>
              <a:rPr sz="3200" spc="-60" dirty="0">
                <a:latin typeface="Calibri"/>
                <a:cs typeface="Calibri"/>
              </a:rPr>
              <a:t> </a:t>
            </a:r>
            <a:r>
              <a:rPr sz="3200" dirty="0">
                <a:latin typeface="Calibri"/>
                <a:cs typeface="Calibri"/>
              </a:rPr>
              <a:t>uses</a:t>
            </a:r>
            <a:r>
              <a:rPr sz="3200" spc="-70" dirty="0">
                <a:latin typeface="Calibri"/>
                <a:cs typeface="Calibri"/>
              </a:rPr>
              <a:t> </a:t>
            </a:r>
            <a:r>
              <a:rPr sz="3200" dirty="0">
                <a:latin typeface="Calibri"/>
                <a:cs typeface="Calibri"/>
              </a:rPr>
              <a:t>three</a:t>
            </a:r>
            <a:r>
              <a:rPr sz="3200" spc="-75" dirty="0">
                <a:latin typeface="Calibri"/>
                <a:cs typeface="Calibri"/>
              </a:rPr>
              <a:t> </a:t>
            </a:r>
            <a:r>
              <a:rPr sz="3200" dirty="0">
                <a:latin typeface="Calibri"/>
                <a:cs typeface="Calibri"/>
              </a:rPr>
              <a:t>measures</a:t>
            </a:r>
            <a:r>
              <a:rPr sz="3200" spc="-30" dirty="0">
                <a:latin typeface="Calibri"/>
                <a:cs typeface="Calibri"/>
              </a:rPr>
              <a:t> </a:t>
            </a:r>
            <a:r>
              <a:rPr sz="3200" dirty="0">
                <a:latin typeface="Calibri"/>
                <a:cs typeface="Calibri"/>
              </a:rPr>
              <a:t>to</a:t>
            </a:r>
            <a:r>
              <a:rPr sz="3200" spc="-85" dirty="0">
                <a:latin typeface="Calibri"/>
                <a:cs typeface="Calibri"/>
              </a:rPr>
              <a:t> </a:t>
            </a:r>
            <a:r>
              <a:rPr sz="3200" spc="-10" dirty="0">
                <a:latin typeface="Calibri"/>
                <a:cs typeface="Calibri"/>
              </a:rPr>
              <a:t>describe colors:</a:t>
            </a:r>
            <a:endParaRPr sz="3200">
              <a:latin typeface="Calibri"/>
              <a:cs typeface="Calibri"/>
            </a:endParaRPr>
          </a:p>
          <a:p>
            <a:pPr marL="754380" marR="5080" indent="-285115">
              <a:lnSpc>
                <a:spcPts val="3030"/>
              </a:lnSpc>
              <a:spcBef>
                <a:spcPts val="675"/>
              </a:spcBef>
              <a:buFont typeface="Arial MT"/>
              <a:buChar char="–"/>
              <a:tabLst>
                <a:tab pos="756285" algn="l"/>
              </a:tabLst>
            </a:pPr>
            <a:r>
              <a:rPr sz="2800" b="1" dirty="0">
                <a:latin typeface="Calibri"/>
                <a:cs typeface="Calibri"/>
              </a:rPr>
              <a:t>Hue:</a:t>
            </a:r>
            <a:r>
              <a:rPr sz="2800" b="1" spc="-65" dirty="0">
                <a:latin typeface="Calibri"/>
                <a:cs typeface="Calibri"/>
              </a:rPr>
              <a:t> </a:t>
            </a:r>
            <a:r>
              <a:rPr sz="2800" dirty="0">
                <a:latin typeface="Calibri"/>
                <a:cs typeface="Calibri"/>
              </a:rPr>
              <a:t>A</a:t>
            </a:r>
            <a:r>
              <a:rPr sz="2800" spc="-45" dirty="0">
                <a:latin typeface="Calibri"/>
                <a:cs typeface="Calibri"/>
              </a:rPr>
              <a:t> </a:t>
            </a:r>
            <a:r>
              <a:rPr sz="2800" dirty="0">
                <a:latin typeface="Calibri"/>
                <a:cs typeface="Calibri"/>
              </a:rPr>
              <a:t>color</a:t>
            </a:r>
            <a:r>
              <a:rPr sz="2800" spc="-65" dirty="0">
                <a:latin typeface="Calibri"/>
                <a:cs typeface="Calibri"/>
              </a:rPr>
              <a:t> </a:t>
            </a:r>
            <a:r>
              <a:rPr sz="2800" dirty="0">
                <a:latin typeface="Calibri"/>
                <a:cs typeface="Calibri"/>
              </a:rPr>
              <a:t>attribute</a:t>
            </a:r>
            <a:r>
              <a:rPr sz="2800" spc="-45" dirty="0">
                <a:latin typeface="Calibri"/>
                <a:cs typeface="Calibri"/>
              </a:rPr>
              <a:t> </a:t>
            </a:r>
            <a:r>
              <a:rPr sz="2800" dirty="0">
                <a:latin typeface="Calibri"/>
                <a:cs typeface="Calibri"/>
              </a:rPr>
              <a:t>that</a:t>
            </a:r>
            <a:r>
              <a:rPr sz="2800" spc="-55" dirty="0">
                <a:latin typeface="Calibri"/>
                <a:cs typeface="Calibri"/>
              </a:rPr>
              <a:t> </a:t>
            </a:r>
            <a:r>
              <a:rPr sz="2800" dirty="0">
                <a:latin typeface="Calibri"/>
                <a:cs typeface="Calibri"/>
              </a:rPr>
              <a:t>describes</a:t>
            </a:r>
            <a:r>
              <a:rPr sz="2800" spc="-30" dirty="0">
                <a:latin typeface="Calibri"/>
                <a:cs typeface="Calibri"/>
              </a:rPr>
              <a:t> </a:t>
            </a:r>
            <a:r>
              <a:rPr sz="2800" dirty="0">
                <a:latin typeface="Calibri"/>
                <a:cs typeface="Calibri"/>
              </a:rPr>
              <a:t>a</a:t>
            </a:r>
            <a:r>
              <a:rPr sz="2800" spc="-50" dirty="0">
                <a:latin typeface="Calibri"/>
                <a:cs typeface="Calibri"/>
              </a:rPr>
              <a:t> </a:t>
            </a:r>
            <a:r>
              <a:rPr sz="2800" dirty="0">
                <a:latin typeface="Calibri"/>
                <a:cs typeface="Calibri"/>
              </a:rPr>
              <a:t>pure</a:t>
            </a:r>
            <a:r>
              <a:rPr sz="2800" spc="-40" dirty="0">
                <a:latin typeface="Calibri"/>
                <a:cs typeface="Calibri"/>
              </a:rPr>
              <a:t> </a:t>
            </a:r>
            <a:r>
              <a:rPr sz="2800" spc="-10" dirty="0">
                <a:latin typeface="Calibri"/>
                <a:cs typeface="Calibri"/>
              </a:rPr>
              <a:t>color 	</a:t>
            </a:r>
            <a:r>
              <a:rPr sz="2800" dirty="0">
                <a:latin typeface="Calibri"/>
                <a:cs typeface="Calibri"/>
              </a:rPr>
              <a:t>(pure</a:t>
            </a:r>
            <a:r>
              <a:rPr sz="2800" spc="-30" dirty="0">
                <a:latin typeface="Calibri"/>
                <a:cs typeface="Calibri"/>
              </a:rPr>
              <a:t> </a:t>
            </a:r>
            <a:r>
              <a:rPr sz="2800" spc="-35" dirty="0">
                <a:latin typeface="Calibri"/>
                <a:cs typeface="Calibri"/>
              </a:rPr>
              <a:t>yellow,</a:t>
            </a:r>
            <a:r>
              <a:rPr sz="2800" spc="-110" dirty="0">
                <a:latin typeface="Calibri"/>
                <a:cs typeface="Calibri"/>
              </a:rPr>
              <a:t> </a:t>
            </a:r>
            <a:r>
              <a:rPr sz="2800" dirty="0">
                <a:latin typeface="Calibri"/>
                <a:cs typeface="Calibri"/>
              </a:rPr>
              <a:t>orange</a:t>
            </a:r>
            <a:r>
              <a:rPr sz="2800" spc="-85" dirty="0">
                <a:latin typeface="Calibri"/>
                <a:cs typeface="Calibri"/>
              </a:rPr>
              <a:t> </a:t>
            </a:r>
            <a:r>
              <a:rPr sz="2800" dirty="0">
                <a:latin typeface="Calibri"/>
                <a:cs typeface="Calibri"/>
              </a:rPr>
              <a:t>or</a:t>
            </a:r>
            <a:r>
              <a:rPr sz="2800" spc="-50" dirty="0">
                <a:latin typeface="Calibri"/>
                <a:cs typeface="Calibri"/>
              </a:rPr>
              <a:t> </a:t>
            </a:r>
            <a:r>
              <a:rPr sz="2800" spc="-20" dirty="0">
                <a:latin typeface="Calibri"/>
                <a:cs typeface="Calibri"/>
              </a:rPr>
              <a:t>red)</a:t>
            </a:r>
            <a:endParaRPr sz="2800">
              <a:latin typeface="Calibri"/>
              <a:cs typeface="Calibri"/>
            </a:endParaRPr>
          </a:p>
          <a:p>
            <a:pPr marL="755015" marR="10160" indent="-285750">
              <a:lnSpc>
                <a:spcPts val="3020"/>
              </a:lnSpc>
              <a:spcBef>
                <a:spcPts val="670"/>
              </a:spcBef>
              <a:buFont typeface="Arial MT"/>
              <a:buChar char="–"/>
              <a:tabLst>
                <a:tab pos="756285" algn="l"/>
              </a:tabLst>
            </a:pPr>
            <a:r>
              <a:rPr sz="2800" b="1" spc="-10" dirty="0">
                <a:latin typeface="Calibri"/>
                <a:cs typeface="Calibri"/>
              </a:rPr>
              <a:t>Saturation:</a:t>
            </a:r>
            <a:r>
              <a:rPr sz="2800" b="1" spc="-80" dirty="0">
                <a:latin typeface="Calibri"/>
                <a:cs typeface="Calibri"/>
              </a:rPr>
              <a:t> </a:t>
            </a:r>
            <a:r>
              <a:rPr sz="2800" dirty="0">
                <a:latin typeface="Calibri"/>
                <a:cs typeface="Calibri"/>
              </a:rPr>
              <a:t>Gives</a:t>
            </a:r>
            <a:r>
              <a:rPr sz="2800" spc="-45" dirty="0">
                <a:latin typeface="Calibri"/>
                <a:cs typeface="Calibri"/>
              </a:rPr>
              <a:t> </a:t>
            </a:r>
            <a:r>
              <a:rPr sz="2800" dirty="0">
                <a:latin typeface="Calibri"/>
                <a:cs typeface="Calibri"/>
              </a:rPr>
              <a:t>a</a:t>
            </a:r>
            <a:r>
              <a:rPr sz="2800" spc="-15" dirty="0">
                <a:latin typeface="Calibri"/>
                <a:cs typeface="Calibri"/>
              </a:rPr>
              <a:t> </a:t>
            </a:r>
            <a:r>
              <a:rPr sz="2800" dirty="0">
                <a:latin typeface="Calibri"/>
                <a:cs typeface="Calibri"/>
              </a:rPr>
              <a:t>measure</a:t>
            </a:r>
            <a:r>
              <a:rPr sz="2800" spc="-10" dirty="0">
                <a:latin typeface="Calibri"/>
                <a:cs typeface="Calibri"/>
              </a:rPr>
              <a:t> </a:t>
            </a:r>
            <a:r>
              <a:rPr sz="2800" dirty="0">
                <a:latin typeface="Calibri"/>
                <a:cs typeface="Calibri"/>
              </a:rPr>
              <a:t>of</a:t>
            </a:r>
            <a:r>
              <a:rPr sz="2800" spc="-40" dirty="0">
                <a:latin typeface="Calibri"/>
                <a:cs typeface="Calibri"/>
              </a:rPr>
              <a:t> </a:t>
            </a:r>
            <a:r>
              <a:rPr sz="2800" dirty="0">
                <a:latin typeface="Calibri"/>
                <a:cs typeface="Calibri"/>
              </a:rPr>
              <a:t>how</a:t>
            </a:r>
            <a:r>
              <a:rPr sz="2800" spc="-35" dirty="0">
                <a:latin typeface="Calibri"/>
                <a:cs typeface="Calibri"/>
              </a:rPr>
              <a:t> </a:t>
            </a:r>
            <a:r>
              <a:rPr sz="2800" dirty="0">
                <a:latin typeface="Calibri"/>
                <a:cs typeface="Calibri"/>
              </a:rPr>
              <a:t>much</a:t>
            </a:r>
            <a:r>
              <a:rPr sz="2800" spc="10" dirty="0">
                <a:latin typeface="Calibri"/>
                <a:cs typeface="Calibri"/>
              </a:rPr>
              <a:t> </a:t>
            </a:r>
            <a:r>
              <a:rPr sz="2800" dirty="0">
                <a:latin typeface="Calibri"/>
                <a:cs typeface="Calibri"/>
              </a:rPr>
              <a:t>a </a:t>
            </a:r>
            <a:r>
              <a:rPr sz="2800" spc="-20" dirty="0">
                <a:latin typeface="Calibri"/>
                <a:cs typeface="Calibri"/>
              </a:rPr>
              <a:t>pure 	</a:t>
            </a:r>
            <a:r>
              <a:rPr sz="2800" dirty="0">
                <a:latin typeface="Calibri"/>
                <a:cs typeface="Calibri"/>
              </a:rPr>
              <a:t>color</a:t>
            </a:r>
            <a:r>
              <a:rPr sz="2800" spc="-60" dirty="0">
                <a:latin typeface="Calibri"/>
                <a:cs typeface="Calibri"/>
              </a:rPr>
              <a:t> </a:t>
            </a:r>
            <a:r>
              <a:rPr sz="2800" dirty="0">
                <a:latin typeface="Calibri"/>
                <a:cs typeface="Calibri"/>
              </a:rPr>
              <a:t>is</a:t>
            </a:r>
            <a:r>
              <a:rPr sz="2800" spc="-25" dirty="0">
                <a:latin typeface="Calibri"/>
                <a:cs typeface="Calibri"/>
              </a:rPr>
              <a:t> </a:t>
            </a:r>
            <a:r>
              <a:rPr sz="2800" dirty="0">
                <a:latin typeface="Calibri"/>
                <a:cs typeface="Calibri"/>
              </a:rPr>
              <a:t>diluted</a:t>
            </a:r>
            <a:r>
              <a:rPr sz="2800" spc="-25" dirty="0">
                <a:latin typeface="Calibri"/>
                <a:cs typeface="Calibri"/>
              </a:rPr>
              <a:t> </a:t>
            </a:r>
            <a:r>
              <a:rPr sz="2800" dirty="0">
                <a:latin typeface="Calibri"/>
                <a:cs typeface="Calibri"/>
              </a:rPr>
              <a:t>with</a:t>
            </a:r>
            <a:r>
              <a:rPr sz="2800" spc="-45" dirty="0">
                <a:latin typeface="Calibri"/>
                <a:cs typeface="Calibri"/>
              </a:rPr>
              <a:t> </a:t>
            </a:r>
            <a:r>
              <a:rPr sz="2800" dirty="0">
                <a:latin typeface="Calibri"/>
                <a:cs typeface="Calibri"/>
              </a:rPr>
              <a:t>white</a:t>
            </a:r>
            <a:r>
              <a:rPr sz="2800" spc="-55" dirty="0">
                <a:latin typeface="Calibri"/>
                <a:cs typeface="Calibri"/>
              </a:rPr>
              <a:t> </a:t>
            </a:r>
            <a:r>
              <a:rPr sz="2800" spc="-10" dirty="0">
                <a:latin typeface="Calibri"/>
                <a:cs typeface="Calibri"/>
              </a:rPr>
              <a:t>light</a:t>
            </a:r>
            <a:endParaRPr sz="2800">
              <a:latin typeface="Calibri"/>
              <a:cs typeface="Calibri"/>
            </a:endParaRPr>
          </a:p>
          <a:p>
            <a:pPr marL="754380" marR="269240" indent="-285115">
              <a:lnSpc>
                <a:spcPct val="90000"/>
              </a:lnSpc>
              <a:spcBef>
                <a:spcPts val="635"/>
              </a:spcBef>
              <a:buFont typeface="Arial MT"/>
              <a:buChar char="–"/>
              <a:tabLst>
                <a:tab pos="756285" algn="l"/>
              </a:tabLst>
            </a:pPr>
            <a:r>
              <a:rPr sz="2800" b="1" dirty="0">
                <a:latin typeface="Calibri"/>
                <a:cs typeface="Calibri"/>
              </a:rPr>
              <a:t>Intensity:</a:t>
            </a:r>
            <a:r>
              <a:rPr sz="2800" b="1" spc="-110" dirty="0">
                <a:latin typeface="Calibri"/>
                <a:cs typeface="Calibri"/>
              </a:rPr>
              <a:t> </a:t>
            </a:r>
            <a:r>
              <a:rPr sz="2800" dirty="0">
                <a:latin typeface="Calibri"/>
                <a:cs typeface="Calibri"/>
              </a:rPr>
              <a:t>Brightness</a:t>
            </a:r>
            <a:r>
              <a:rPr sz="2800" spc="-75" dirty="0">
                <a:latin typeface="Calibri"/>
                <a:cs typeface="Calibri"/>
              </a:rPr>
              <a:t> </a:t>
            </a:r>
            <a:r>
              <a:rPr sz="2800" dirty="0">
                <a:latin typeface="Calibri"/>
                <a:cs typeface="Calibri"/>
              </a:rPr>
              <a:t>is</a:t>
            </a:r>
            <a:r>
              <a:rPr sz="2800" spc="-35" dirty="0">
                <a:latin typeface="Calibri"/>
                <a:cs typeface="Calibri"/>
              </a:rPr>
              <a:t> </a:t>
            </a:r>
            <a:r>
              <a:rPr sz="2800" dirty="0">
                <a:latin typeface="Calibri"/>
                <a:cs typeface="Calibri"/>
              </a:rPr>
              <a:t>nearly</a:t>
            </a:r>
            <a:r>
              <a:rPr sz="2800" spc="-40" dirty="0">
                <a:latin typeface="Calibri"/>
                <a:cs typeface="Calibri"/>
              </a:rPr>
              <a:t> </a:t>
            </a:r>
            <a:r>
              <a:rPr sz="2800" dirty="0">
                <a:latin typeface="Calibri"/>
                <a:cs typeface="Calibri"/>
              </a:rPr>
              <a:t>impossible</a:t>
            </a:r>
            <a:r>
              <a:rPr sz="2800" spc="-80" dirty="0">
                <a:latin typeface="Calibri"/>
                <a:cs typeface="Calibri"/>
              </a:rPr>
              <a:t> </a:t>
            </a:r>
            <a:r>
              <a:rPr sz="2800" spc="-25" dirty="0">
                <a:latin typeface="Calibri"/>
                <a:cs typeface="Calibri"/>
              </a:rPr>
              <a:t>to 	</a:t>
            </a:r>
            <a:r>
              <a:rPr sz="2800" dirty="0">
                <a:latin typeface="Calibri"/>
                <a:cs typeface="Calibri"/>
              </a:rPr>
              <a:t>measure</a:t>
            </a:r>
            <a:r>
              <a:rPr sz="2800" spc="-40" dirty="0">
                <a:latin typeface="Calibri"/>
                <a:cs typeface="Calibri"/>
              </a:rPr>
              <a:t> </a:t>
            </a:r>
            <a:r>
              <a:rPr sz="2800" dirty="0">
                <a:latin typeface="Calibri"/>
                <a:cs typeface="Calibri"/>
              </a:rPr>
              <a:t>because</a:t>
            </a:r>
            <a:r>
              <a:rPr sz="2800" spc="-40" dirty="0">
                <a:latin typeface="Calibri"/>
                <a:cs typeface="Calibri"/>
              </a:rPr>
              <a:t> </a:t>
            </a:r>
            <a:r>
              <a:rPr sz="2800" dirty="0">
                <a:latin typeface="Calibri"/>
                <a:cs typeface="Calibri"/>
              </a:rPr>
              <a:t>it</a:t>
            </a:r>
            <a:r>
              <a:rPr sz="2800" spc="-50" dirty="0">
                <a:latin typeface="Calibri"/>
                <a:cs typeface="Calibri"/>
              </a:rPr>
              <a:t> </a:t>
            </a:r>
            <a:r>
              <a:rPr sz="2800" dirty="0">
                <a:latin typeface="Calibri"/>
                <a:cs typeface="Calibri"/>
              </a:rPr>
              <a:t>is</a:t>
            </a:r>
            <a:r>
              <a:rPr sz="2800" spc="-45" dirty="0">
                <a:latin typeface="Calibri"/>
                <a:cs typeface="Calibri"/>
              </a:rPr>
              <a:t> </a:t>
            </a:r>
            <a:r>
              <a:rPr sz="2800" dirty="0">
                <a:latin typeface="Calibri"/>
                <a:cs typeface="Calibri"/>
              </a:rPr>
              <a:t>so</a:t>
            </a:r>
            <a:r>
              <a:rPr sz="2800" spc="-40" dirty="0">
                <a:latin typeface="Calibri"/>
                <a:cs typeface="Calibri"/>
              </a:rPr>
              <a:t> </a:t>
            </a:r>
            <a:r>
              <a:rPr sz="2800" dirty="0">
                <a:latin typeface="Calibri"/>
                <a:cs typeface="Calibri"/>
              </a:rPr>
              <a:t>subjective.</a:t>
            </a:r>
            <a:r>
              <a:rPr sz="2800" spc="-45" dirty="0">
                <a:latin typeface="Calibri"/>
                <a:cs typeface="Calibri"/>
              </a:rPr>
              <a:t> </a:t>
            </a:r>
            <a:r>
              <a:rPr sz="2800" dirty="0">
                <a:latin typeface="Calibri"/>
                <a:cs typeface="Calibri"/>
              </a:rPr>
              <a:t>Instead</a:t>
            </a:r>
            <a:r>
              <a:rPr sz="2800" spc="-50" dirty="0">
                <a:latin typeface="Calibri"/>
                <a:cs typeface="Calibri"/>
              </a:rPr>
              <a:t> </a:t>
            </a:r>
            <a:r>
              <a:rPr sz="2800" spc="-25" dirty="0">
                <a:latin typeface="Calibri"/>
                <a:cs typeface="Calibri"/>
              </a:rPr>
              <a:t>we 	</a:t>
            </a:r>
            <a:r>
              <a:rPr sz="2800" dirty="0">
                <a:latin typeface="Calibri"/>
                <a:cs typeface="Calibri"/>
              </a:rPr>
              <a:t>use</a:t>
            </a:r>
            <a:r>
              <a:rPr sz="2800" spc="-15" dirty="0">
                <a:latin typeface="Calibri"/>
                <a:cs typeface="Calibri"/>
              </a:rPr>
              <a:t> </a:t>
            </a:r>
            <a:r>
              <a:rPr sz="2800" spc="-25" dirty="0">
                <a:latin typeface="Calibri"/>
                <a:cs typeface="Calibri"/>
              </a:rPr>
              <a:t>intensity.</a:t>
            </a:r>
            <a:r>
              <a:rPr sz="2800" spc="-50" dirty="0">
                <a:latin typeface="Calibri"/>
                <a:cs typeface="Calibri"/>
              </a:rPr>
              <a:t> </a:t>
            </a:r>
            <a:r>
              <a:rPr sz="2800" dirty="0">
                <a:latin typeface="Calibri"/>
                <a:cs typeface="Calibri"/>
              </a:rPr>
              <a:t>Intensity</a:t>
            </a:r>
            <a:r>
              <a:rPr sz="2800" spc="-20" dirty="0">
                <a:latin typeface="Calibri"/>
                <a:cs typeface="Calibri"/>
              </a:rPr>
              <a:t> </a:t>
            </a:r>
            <a:r>
              <a:rPr sz="2800" dirty="0">
                <a:latin typeface="Calibri"/>
                <a:cs typeface="Calibri"/>
              </a:rPr>
              <a:t>is</a:t>
            </a:r>
            <a:r>
              <a:rPr sz="2800" spc="-25" dirty="0">
                <a:latin typeface="Calibri"/>
                <a:cs typeface="Calibri"/>
              </a:rPr>
              <a:t> </a:t>
            </a:r>
            <a:r>
              <a:rPr sz="2800" dirty="0">
                <a:latin typeface="Calibri"/>
                <a:cs typeface="Calibri"/>
              </a:rPr>
              <a:t>the</a:t>
            </a:r>
            <a:r>
              <a:rPr sz="2800" spc="-40" dirty="0">
                <a:latin typeface="Calibri"/>
                <a:cs typeface="Calibri"/>
              </a:rPr>
              <a:t> </a:t>
            </a:r>
            <a:r>
              <a:rPr sz="2800" dirty="0">
                <a:latin typeface="Calibri"/>
                <a:cs typeface="Calibri"/>
              </a:rPr>
              <a:t>same</a:t>
            </a:r>
            <a:r>
              <a:rPr sz="2800" spc="-25" dirty="0">
                <a:latin typeface="Calibri"/>
                <a:cs typeface="Calibri"/>
              </a:rPr>
              <a:t> </a:t>
            </a:r>
            <a:r>
              <a:rPr sz="2800" spc="-10" dirty="0">
                <a:latin typeface="Calibri"/>
                <a:cs typeface="Calibri"/>
              </a:rPr>
              <a:t>achromatic 	</a:t>
            </a:r>
            <a:r>
              <a:rPr sz="2800" dirty="0">
                <a:latin typeface="Calibri"/>
                <a:cs typeface="Calibri"/>
              </a:rPr>
              <a:t>notion</a:t>
            </a:r>
            <a:r>
              <a:rPr sz="2800" spc="-60" dirty="0">
                <a:latin typeface="Calibri"/>
                <a:cs typeface="Calibri"/>
              </a:rPr>
              <a:t> </a:t>
            </a:r>
            <a:r>
              <a:rPr sz="2800" dirty="0">
                <a:latin typeface="Calibri"/>
                <a:cs typeface="Calibri"/>
              </a:rPr>
              <a:t>that</a:t>
            </a:r>
            <a:r>
              <a:rPr sz="2800" spc="-25" dirty="0">
                <a:latin typeface="Calibri"/>
                <a:cs typeface="Calibri"/>
              </a:rPr>
              <a:t> </a:t>
            </a:r>
            <a:r>
              <a:rPr sz="2800" dirty="0">
                <a:latin typeface="Calibri"/>
                <a:cs typeface="Calibri"/>
              </a:rPr>
              <a:t>we</a:t>
            </a:r>
            <a:r>
              <a:rPr sz="2800" spc="-45" dirty="0">
                <a:latin typeface="Calibri"/>
                <a:cs typeface="Calibri"/>
              </a:rPr>
              <a:t> </a:t>
            </a:r>
            <a:r>
              <a:rPr sz="2800" dirty="0">
                <a:latin typeface="Calibri"/>
                <a:cs typeface="Calibri"/>
              </a:rPr>
              <a:t>have</a:t>
            </a:r>
            <a:r>
              <a:rPr sz="2800" spc="-50" dirty="0">
                <a:latin typeface="Calibri"/>
                <a:cs typeface="Calibri"/>
              </a:rPr>
              <a:t> </a:t>
            </a:r>
            <a:r>
              <a:rPr sz="2800" dirty="0">
                <a:latin typeface="Calibri"/>
                <a:cs typeface="Calibri"/>
              </a:rPr>
              <a:t>seen</a:t>
            </a:r>
            <a:r>
              <a:rPr sz="2800" spc="-55" dirty="0">
                <a:latin typeface="Calibri"/>
                <a:cs typeface="Calibri"/>
              </a:rPr>
              <a:t> </a:t>
            </a:r>
            <a:r>
              <a:rPr sz="2800" dirty="0">
                <a:latin typeface="Calibri"/>
                <a:cs typeface="Calibri"/>
              </a:rPr>
              <a:t>in</a:t>
            </a:r>
            <a:r>
              <a:rPr sz="2800" spc="-35" dirty="0">
                <a:latin typeface="Calibri"/>
                <a:cs typeface="Calibri"/>
              </a:rPr>
              <a:t> </a:t>
            </a:r>
            <a:r>
              <a:rPr sz="2800" dirty="0">
                <a:latin typeface="Calibri"/>
                <a:cs typeface="Calibri"/>
              </a:rPr>
              <a:t>grey</a:t>
            </a:r>
            <a:r>
              <a:rPr sz="2800" spc="-40" dirty="0">
                <a:latin typeface="Calibri"/>
                <a:cs typeface="Calibri"/>
              </a:rPr>
              <a:t> </a:t>
            </a:r>
            <a:r>
              <a:rPr sz="2800" dirty="0">
                <a:latin typeface="Calibri"/>
                <a:cs typeface="Calibri"/>
              </a:rPr>
              <a:t>level</a:t>
            </a:r>
            <a:r>
              <a:rPr sz="2800" spc="-65" dirty="0">
                <a:latin typeface="Calibri"/>
                <a:cs typeface="Calibri"/>
              </a:rPr>
              <a:t> </a:t>
            </a:r>
            <a:r>
              <a:rPr sz="2800" spc="-10" dirty="0">
                <a:latin typeface="Calibri"/>
                <a:cs typeface="Calibri"/>
              </a:rPr>
              <a:t>images</a:t>
            </a:r>
            <a:endParaRPr sz="2800">
              <a:latin typeface="Calibri"/>
              <a:cs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1625600">
              <a:lnSpc>
                <a:spcPct val="100000"/>
              </a:lnSpc>
              <a:spcBef>
                <a:spcPts val="90"/>
              </a:spcBef>
            </a:pPr>
            <a:r>
              <a:rPr dirty="0"/>
              <a:t>HSI,</a:t>
            </a:r>
            <a:r>
              <a:rPr spc="-114" dirty="0"/>
              <a:t> </a:t>
            </a:r>
            <a:r>
              <a:rPr dirty="0"/>
              <a:t>Intensity</a:t>
            </a:r>
            <a:r>
              <a:rPr spc="-75" dirty="0"/>
              <a:t> </a:t>
            </a:r>
            <a:r>
              <a:rPr dirty="0"/>
              <a:t>&amp;</a:t>
            </a:r>
            <a:r>
              <a:rPr spc="-114" dirty="0"/>
              <a:t> </a:t>
            </a:r>
            <a:r>
              <a:rPr spc="-25" dirty="0"/>
              <a:t>RGB</a:t>
            </a:r>
          </a:p>
        </p:txBody>
      </p:sp>
      <p:sp>
        <p:nvSpPr>
          <p:cNvPr id="3" name="object 3"/>
          <p:cNvSpPr txBox="1">
            <a:spLocks noGrp="1"/>
          </p:cNvSpPr>
          <p:nvPr>
            <p:ph type="body" idx="1"/>
          </p:nvPr>
        </p:nvSpPr>
        <p:spPr>
          <a:prstGeom prst="rect">
            <a:avLst/>
          </a:prstGeom>
        </p:spPr>
        <p:txBody>
          <a:bodyPr vert="horz" wrap="square" lIns="0" tIns="60833" rIns="0" bIns="0" rtlCol="0">
            <a:spAutoFit/>
          </a:bodyPr>
          <a:lstStyle/>
          <a:p>
            <a:pPr marL="12700" marR="29209">
              <a:lnSpc>
                <a:spcPct val="100000"/>
              </a:lnSpc>
              <a:spcBef>
                <a:spcPts val="95"/>
              </a:spcBef>
            </a:pPr>
            <a:r>
              <a:rPr dirty="0"/>
              <a:t>Intensity</a:t>
            </a:r>
            <a:r>
              <a:rPr spc="-105" dirty="0"/>
              <a:t> </a:t>
            </a:r>
            <a:r>
              <a:rPr dirty="0"/>
              <a:t>can</a:t>
            </a:r>
            <a:r>
              <a:rPr spc="-75" dirty="0"/>
              <a:t> </a:t>
            </a:r>
            <a:r>
              <a:rPr dirty="0"/>
              <a:t>be</a:t>
            </a:r>
            <a:r>
              <a:rPr spc="-100" dirty="0"/>
              <a:t> </a:t>
            </a:r>
            <a:r>
              <a:rPr spc="-10" dirty="0"/>
              <a:t>extracted</a:t>
            </a:r>
            <a:r>
              <a:rPr spc="-90" dirty="0"/>
              <a:t> </a:t>
            </a:r>
            <a:r>
              <a:rPr dirty="0"/>
              <a:t>from</a:t>
            </a:r>
            <a:r>
              <a:rPr spc="-75" dirty="0"/>
              <a:t> </a:t>
            </a:r>
            <a:r>
              <a:rPr dirty="0"/>
              <a:t>RGB</a:t>
            </a:r>
            <a:r>
              <a:rPr spc="-95" dirty="0"/>
              <a:t> </a:t>
            </a:r>
            <a:r>
              <a:rPr dirty="0"/>
              <a:t>images</a:t>
            </a:r>
            <a:r>
              <a:rPr spc="-45" dirty="0"/>
              <a:t> </a:t>
            </a:r>
            <a:r>
              <a:rPr spc="-50" dirty="0"/>
              <a:t>– </a:t>
            </a:r>
            <a:r>
              <a:rPr dirty="0"/>
              <a:t>which</a:t>
            </a:r>
            <a:r>
              <a:rPr spc="-55" dirty="0"/>
              <a:t> </a:t>
            </a:r>
            <a:r>
              <a:rPr dirty="0"/>
              <a:t>is</a:t>
            </a:r>
            <a:r>
              <a:rPr spc="-65" dirty="0"/>
              <a:t> </a:t>
            </a:r>
            <a:r>
              <a:rPr dirty="0"/>
              <a:t>not</a:t>
            </a:r>
            <a:r>
              <a:rPr spc="-40" dirty="0"/>
              <a:t> </a:t>
            </a:r>
            <a:r>
              <a:rPr dirty="0"/>
              <a:t>surprising</a:t>
            </a:r>
            <a:r>
              <a:rPr spc="-40" dirty="0"/>
              <a:t> </a:t>
            </a:r>
            <a:r>
              <a:rPr dirty="0"/>
              <a:t>if</a:t>
            </a:r>
            <a:r>
              <a:rPr spc="-65" dirty="0"/>
              <a:t> </a:t>
            </a:r>
            <a:r>
              <a:rPr dirty="0"/>
              <a:t>we</a:t>
            </a:r>
            <a:r>
              <a:rPr spc="-65" dirty="0"/>
              <a:t> </a:t>
            </a:r>
            <a:r>
              <a:rPr dirty="0"/>
              <a:t>stop</a:t>
            </a:r>
            <a:r>
              <a:rPr spc="-50" dirty="0"/>
              <a:t> </a:t>
            </a:r>
            <a:r>
              <a:rPr dirty="0"/>
              <a:t>to</a:t>
            </a:r>
            <a:r>
              <a:rPr spc="-65" dirty="0"/>
              <a:t> </a:t>
            </a:r>
            <a:r>
              <a:rPr dirty="0"/>
              <a:t>think</a:t>
            </a:r>
            <a:r>
              <a:rPr spc="-55" dirty="0"/>
              <a:t> </a:t>
            </a:r>
            <a:r>
              <a:rPr spc="-10" dirty="0"/>
              <a:t>about </a:t>
            </a:r>
            <a:r>
              <a:rPr spc="-25" dirty="0"/>
              <a:t>it</a:t>
            </a:r>
          </a:p>
          <a:p>
            <a:pPr marL="12700" marR="121285">
              <a:lnSpc>
                <a:spcPct val="100000"/>
              </a:lnSpc>
              <a:spcBef>
                <a:spcPts val="770"/>
              </a:spcBef>
            </a:pPr>
            <a:r>
              <a:rPr spc="-10" dirty="0"/>
              <a:t>Remember</a:t>
            </a:r>
            <a:r>
              <a:rPr spc="-40" dirty="0"/>
              <a:t> </a:t>
            </a:r>
            <a:r>
              <a:rPr dirty="0"/>
              <a:t>the</a:t>
            </a:r>
            <a:r>
              <a:rPr spc="-80" dirty="0"/>
              <a:t> </a:t>
            </a:r>
            <a:r>
              <a:rPr dirty="0"/>
              <a:t>diagonal</a:t>
            </a:r>
            <a:r>
              <a:rPr spc="-55" dirty="0"/>
              <a:t> </a:t>
            </a:r>
            <a:r>
              <a:rPr dirty="0"/>
              <a:t>on</a:t>
            </a:r>
            <a:r>
              <a:rPr spc="-70" dirty="0"/>
              <a:t> </a:t>
            </a:r>
            <a:r>
              <a:rPr dirty="0"/>
              <a:t>the</a:t>
            </a:r>
            <a:r>
              <a:rPr spc="-80" dirty="0"/>
              <a:t> </a:t>
            </a:r>
            <a:r>
              <a:rPr dirty="0"/>
              <a:t>RGB</a:t>
            </a:r>
            <a:r>
              <a:rPr spc="-55" dirty="0"/>
              <a:t> </a:t>
            </a:r>
            <a:r>
              <a:rPr dirty="0"/>
              <a:t>color</a:t>
            </a:r>
            <a:r>
              <a:rPr spc="-75" dirty="0"/>
              <a:t> </a:t>
            </a:r>
            <a:r>
              <a:rPr spc="-20" dirty="0"/>
              <a:t>cube </a:t>
            </a:r>
            <a:r>
              <a:rPr dirty="0"/>
              <a:t>that</a:t>
            </a:r>
            <a:r>
              <a:rPr spc="-90" dirty="0"/>
              <a:t> </a:t>
            </a:r>
            <a:r>
              <a:rPr dirty="0"/>
              <a:t>we</a:t>
            </a:r>
            <a:r>
              <a:rPr spc="-95" dirty="0"/>
              <a:t> </a:t>
            </a:r>
            <a:r>
              <a:rPr dirty="0"/>
              <a:t>saw</a:t>
            </a:r>
            <a:r>
              <a:rPr spc="-75" dirty="0"/>
              <a:t> </a:t>
            </a:r>
            <a:r>
              <a:rPr dirty="0"/>
              <a:t>previously</a:t>
            </a:r>
            <a:r>
              <a:rPr spc="-40" dirty="0"/>
              <a:t> </a:t>
            </a:r>
            <a:r>
              <a:rPr dirty="0"/>
              <a:t>ran</a:t>
            </a:r>
            <a:r>
              <a:rPr spc="-65" dirty="0"/>
              <a:t> </a:t>
            </a:r>
            <a:r>
              <a:rPr dirty="0"/>
              <a:t>from</a:t>
            </a:r>
            <a:r>
              <a:rPr spc="-90" dirty="0"/>
              <a:t> </a:t>
            </a:r>
            <a:r>
              <a:rPr dirty="0"/>
              <a:t>black</a:t>
            </a:r>
            <a:r>
              <a:rPr spc="-90" dirty="0"/>
              <a:t> </a:t>
            </a:r>
            <a:r>
              <a:rPr dirty="0"/>
              <a:t>to</a:t>
            </a:r>
            <a:r>
              <a:rPr spc="-95" dirty="0"/>
              <a:t> </a:t>
            </a:r>
            <a:r>
              <a:rPr spc="-10" dirty="0"/>
              <a:t>white</a:t>
            </a:r>
          </a:p>
          <a:p>
            <a:pPr marL="12700" marR="5080">
              <a:lnSpc>
                <a:spcPct val="100000"/>
              </a:lnSpc>
              <a:spcBef>
                <a:spcPts val="775"/>
              </a:spcBef>
            </a:pPr>
            <a:r>
              <a:rPr dirty="0"/>
              <a:t>Now</a:t>
            </a:r>
            <a:r>
              <a:rPr spc="-60" dirty="0"/>
              <a:t> </a:t>
            </a:r>
            <a:r>
              <a:rPr dirty="0"/>
              <a:t>consider</a:t>
            </a:r>
            <a:r>
              <a:rPr spc="-50" dirty="0"/>
              <a:t> </a:t>
            </a:r>
            <a:r>
              <a:rPr dirty="0"/>
              <a:t>if</a:t>
            </a:r>
            <a:r>
              <a:rPr spc="-80" dirty="0"/>
              <a:t> </a:t>
            </a:r>
            <a:r>
              <a:rPr dirty="0"/>
              <a:t>we</a:t>
            </a:r>
            <a:r>
              <a:rPr spc="-60" dirty="0"/>
              <a:t> </a:t>
            </a:r>
            <a:r>
              <a:rPr dirty="0"/>
              <a:t>stand</a:t>
            </a:r>
            <a:r>
              <a:rPr spc="-30" dirty="0"/>
              <a:t> </a:t>
            </a:r>
            <a:r>
              <a:rPr dirty="0"/>
              <a:t>this</a:t>
            </a:r>
            <a:r>
              <a:rPr spc="-75" dirty="0"/>
              <a:t> </a:t>
            </a:r>
            <a:r>
              <a:rPr dirty="0"/>
              <a:t>cube</a:t>
            </a:r>
            <a:r>
              <a:rPr spc="-55" dirty="0"/>
              <a:t> </a:t>
            </a:r>
            <a:r>
              <a:rPr dirty="0"/>
              <a:t>on</a:t>
            </a:r>
            <a:r>
              <a:rPr spc="-55" dirty="0"/>
              <a:t> </a:t>
            </a:r>
            <a:r>
              <a:rPr dirty="0"/>
              <a:t>the</a:t>
            </a:r>
            <a:r>
              <a:rPr spc="-75" dirty="0"/>
              <a:t> </a:t>
            </a:r>
            <a:r>
              <a:rPr spc="-10" dirty="0"/>
              <a:t>black </a:t>
            </a:r>
            <a:r>
              <a:rPr dirty="0"/>
              <a:t>vertex</a:t>
            </a:r>
            <a:r>
              <a:rPr spc="-95" dirty="0"/>
              <a:t> </a:t>
            </a:r>
            <a:r>
              <a:rPr dirty="0"/>
              <a:t>and</a:t>
            </a:r>
            <a:r>
              <a:rPr spc="-80" dirty="0"/>
              <a:t> </a:t>
            </a:r>
            <a:r>
              <a:rPr dirty="0"/>
              <a:t>position</a:t>
            </a:r>
            <a:r>
              <a:rPr spc="-80" dirty="0"/>
              <a:t> </a:t>
            </a:r>
            <a:r>
              <a:rPr dirty="0"/>
              <a:t>the</a:t>
            </a:r>
            <a:r>
              <a:rPr spc="-95" dirty="0"/>
              <a:t> </a:t>
            </a:r>
            <a:r>
              <a:rPr dirty="0"/>
              <a:t>white</a:t>
            </a:r>
            <a:r>
              <a:rPr spc="-105" dirty="0"/>
              <a:t> </a:t>
            </a:r>
            <a:r>
              <a:rPr dirty="0"/>
              <a:t>vertex</a:t>
            </a:r>
            <a:r>
              <a:rPr spc="-95" dirty="0"/>
              <a:t> </a:t>
            </a:r>
            <a:r>
              <a:rPr spc="-10" dirty="0"/>
              <a:t>directly </a:t>
            </a:r>
            <a:r>
              <a:rPr dirty="0"/>
              <a:t>above</a:t>
            </a:r>
            <a:r>
              <a:rPr spc="-85" dirty="0"/>
              <a:t> </a:t>
            </a:r>
            <a:r>
              <a:rPr spc="-25" dirty="0"/>
              <a:t>it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704850">
              <a:lnSpc>
                <a:spcPct val="100000"/>
              </a:lnSpc>
              <a:spcBef>
                <a:spcPts val="90"/>
              </a:spcBef>
            </a:pPr>
            <a:r>
              <a:rPr dirty="0"/>
              <a:t>HSI,</a:t>
            </a:r>
            <a:r>
              <a:rPr spc="-120" dirty="0"/>
              <a:t> </a:t>
            </a:r>
            <a:r>
              <a:rPr dirty="0"/>
              <a:t>Intensity</a:t>
            </a:r>
            <a:r>
              <a:rPr spc="-75" dirty="0"/>
              <a:t> </a:t>
            </a:r>
            <a:r>
              <a:rPr dirty="0"/>
              <a:t>&amp;</a:t>
            </a:r>
            <a:r>
              <a:rPr spc="-120" dirty="0"/>
              <a:t> </a:t>
            </a:r>
            <a:r>
              <a:rPr dirty="0"/>
              <a:t>RGB</a:t>
            </a:r>
            <a:r>
              <a:rPr spc="-120" dirty="0"/>
              <a:t> </a:t>
            </a:r>
            <a:r>
              <a:rPr spc="-10" dirty="0"/>
              <a:t>(cont…)</a:t>
            </a:r>
          </a:p>
        </p:txBody>
      </p:sp>
      <p:sp>
        <p:nvSpPr>
          <p:cNvPr id="3" name="object 3"/>
          <p:cNvSpPr txBox="1"/>
          <p:nvPr/>
        </p:nvSpPr>
        <p:spPr>
          <a:xfrm>
            <a:off x="536244" y="1563700"/>
            <a:ext cx="6718300" cy="4279900"/>
          </a:xfrm>
          <a:prstGeom prst="rect">
            <a:avLst/>
          </a:prstGeom>
        </p:spPr>
        <p:txBody>
          <a:bodyPr vert="horz" wrap="square" lIns="0" tIns="58419" rIns="0" bIns="0" rtlCol="0">
            <a:spAutoFit/>
          </a:bodyPr>
          <a:lstStyle/>
          <a:p>
            <a:pPr marL="12700" marR="2092325">
              <a:lnSpc>
                <a:spcPct val="90000"/>
              </a:lnSpc>
              <a:spcBef>
                <a:spcPts val="459"/>
              </a:spcBef>
            </a:pPr>
            <a:r>
              <a:rPr sz="3000" dirty="0">
                <a:latin typeface="Calibri"/>
                <a:cs typeface="Calibri"/>
              </a:rPr>
              <a:t>Now</a:t>
            </a:r>
            <a:r>
              <a:rPr sz="3000" spc="-55" dirty="0">
                <a:latin typeface="Calibri"/>
                <a:cs typeface="Calibri"/>
              </a:rPr>
              <a:t> </a:t>
            </a:r>
            <a:r>
              <a:rPr sz="3000" dirty="0">
                <a:latin typeface="Calibri"/>
                <a:cs typeface="Calibri"/>
              </a:rPr>
              <a:t>the</a:t>
            </a:r>
            <a:r>
              <a:rPr sz="3000" spc="-55" dirty="0">
                <a:latin typeface="Calibri"/>
                <a:cs typeface="Calibri"/>
              </a:rPr>
              <a:t> </a:t>
            </a:r>
            <a:r>
              <a:rPr sz="3000" dirty="0">
                <a:latin typeface="Calibri"/>
                <a:cs typeface="Calibri"/>
              </a:rPr>
              <a:t>intensity</a:t>
            </a:r>
            <a:r>
              <a:rPr sz="3000" spc="-114" dirty="0">
                <a:latin typeface="Calibri"/>
                <a:cs typeface="Calibri"/>
              </a:rPr>
              <a:t> </a:t>
            </a:r>
            <a:r>
              <a:rPr sz="3000" spc="-10" dirty="0">
                <a:latin typeface="Calibri"/>
                <a:cs typeface="Calibri"/>
              </a:rPr>
              <a:t>component </a:t>
            </a:r>
            <a:r>
              <a:rPr sz="3000" dirty="0">
                <a:latin typeface="Calibri"/>
                <a:cs typeface="Calibri"/>
              </a:rPr>
              <a:t>of</a:t>
            </a:r>
            <a:r>
              <a:rPr sz="3000" spc="-60" dirty="0">
                <a:latin typeface="Calibri"/>
                <a:cs typeface="Calibri"/>
              </a:rPr>
              <a:t> </a:t>
            </a:r>
            <a:r>
              <a:rPr sz="3000" dirty="0">
                <a:latin typeface="Calibri"/>
                <a:cs typeface="Calibri"/>
              </a:rPr>
              <a:t>any</a:t>
            </a:r>
            <a:r>
              <a:rPr sz="3000" spc="-70" dirty="0">
                <a:latin typeface="Calibri"/>
                <a:cs typeface="Calibri"/>
              </a:rPr>
              <a:t> </a:t>
            </a:r>
            <a:r>
              <a:rPr sz="3000" dirty="0">
                <a:latin typeface="Calibri"/>
                <a:cs typeface="Calibri"/>
              </a:rPr>
              <a:t>color</a:t>
            </a:r>
            <a:r>
              <a:rPr sz="3000" spc="-50" dirty="0">
                <a:latin typeface="Calibri"/>
                <a:cs typeface="Calibri"/>
              </a:rPr>
              <a:t> </a:t>
            </a:r>
            <a:r>
              <a:rPr sz="3000" dirty="0">
                <a:latin typeface="Calibri"/>
                <a:cs typeface="Calibri"/>
              </a:rPr>
              <a:t>can</a:t>
            </a:r>
            <a:r>
              <a:rPr sz="3000" spc="-75" dirty="0">
                <a:latin typeface="Calibri"/>
                <a:cs typeface="Calibri"/>
              </a:rPr>
              <a:t> </a:t>
            </a:r>
            <a:r>
              <a:rPr sz="3000" spc="-25" dirty="0">
                <a:latin typeface="Calibri"/>
                <a:cs typeface="Calibri"/>
              </a:rPr>
              <a:t>be </a:t>
            </a:r>
            <a:r>
              <a:rPr sz="3000" dirty="0">
                <a:latin typeface="Calibri"/>
                <a:cs typeface="Calibri"/>
              </a:rPr>
              <a:t>determined</a:t>
            </a:r>
            <a:r>
              <a:rPr sz="3000" spc="-85" dirty="0">
                <a:latin typeface="Calibri"/>
                <a:cs typeface="Calibri"/>
              </a:rPr>
              <a:t> </a:t>
            </a:r>
            <a:r>
              <a:rPr sz="3000" dirty="0">
                <a:latin typeface="Calibri"/>
                <a:cs typeface="Calibri"/>
              </a:rPr>
              <a:t>by</a:t>
            </a:r>
            <a:r>
              <a:rPr sz="3000" spc="-30" dirty="0">
                <a:latin typeface="Calibri"/>
                <a:cs typeface="Calibri"/>
              </a:rPr>
              <a:t> </a:t>
            </a:r>
            <a:r>
              <a:rPr sz="3000" dirty="0">
                <a:latin typeface="Calibri"/>
                <a:cs typeface="Calibri"/>
              </a:rPr>
              <a:t>passing</a:t>
            </a:r>
            <a:r>
              <a:rPr sz="3000" spc="-55" dirty="0">
                <a:latin typeface="Calibri"/>
                <a:cs typeface="Calibri"/>
              </a:rPr>
              <a:t> </a:t>
            </a:r>
            <a:r>
              <a:rPr sz="3000" spc="-50" dirty="0">
                <a:latin typeface="Calibri"/>
                <a:cs typeface="Calibri"/>
              </a:rPr>
              <a:t>a </a:t>
            </a:r>
            <a:r>
              <a:rPr sz="3000" dirty="0">
                <a:latin typeface="Calibri"/>
                <a:cs typeface="Calibri"/>
              </a:rPr>
              <a:t>plane</a:t>
            </a:r>
            <a:r>
              <a:rPr sz="3000" spc="-25" dirty="0">
                <a:latin typeface="Calibri"/>
                <a:cs typeface="Calibri"/>
              </a:rPr>
              <a:t> </a:t>
            </a:r>
            <a:r>
              <a:rPr sz="3000" i="1" dirty="0">
                <a:latin typeface="Calibri"/>
                <a:cs typeface="Calibri"/>
              </a:rPr>
              <a:t>perpendicular</a:t>
            </a:r>
            <a:r>
              <a:rPr sz="3000" i="1" spc="-35" dirty="0">
                <a:latin typeface="Calibri"/>
                <a:cs typeface="Calibri"/>
              </a:rPr>
              <a:t> </a:t>
            </a:r>
            <a:r>
              <a:rPr sz="3000" spc="-25" dirty="0">
                <a:latin typeface="Calibri"/>
                <a:cs typeface="Calibri"/>
              </a:rPr>
              <a:t>to</a:t>
            </a:r>
            <a:endParaRPr sz="3000">
              <a:latin typeface="Calibri"/>
              <a:cs typeface="Calibri"/>
            </a:endParaRPr>
          </a:p>
          <a:p>
            <a:pPr marL="12700" marR="3430270">
              <a:lnSpc>
                <a:spcPts val="3240"/>
              </a:lnSpc>
              <a:spcBef>
                <a:spcPts val="50"/>
              </a:spcBef>
            </a:pPr>
            <a:r>
              <a:rPr sz="3000" dirty="0">
                <a:latin typeface="Calibri"/>
                <a:cs typeface="Calibri"/>
              </a:rPr>
              <a:t>the</a:t>
            </a:r>
            <a:r>
              <a:rPr sz="3000" spc="-75" dirty="0">
                <a:latin typeface="Calibri"/>
                <a:cs typeface="Calibri"/>
              </a:rPr>
              <a:t> </a:t>
            </a:r>
            <a:r>
              <a:rPr sz="3000" dirty="0">
                <a:latin typeface="Calibri"/>
                <a:cs typeface="Calibri"/>
              </a:rPr>
              <a:t>intensity</a:t>
            </a:r>
            <a:r>
              <a:rPr sz="3000" spc="-80" dirty="0">
                <a:latin typeface="Calibri"/>
                <a:cs typeface="Calibri"/>
              </a:rPr>
              <a:t> </a:t>
            </a:r>
            <a:r>
              <a:rPr sz="3000" dirty="0">
                <a:latin typeface="Calibri"/>
                <a:cs typeface="Calibri"/>
              </a:rPr>
              <a:t>axis</a:t>
            </a:r>
            <a:r>
              <a:rPr sz="3000" spc="-60" dirty="0">
                <a:latin typeface="Calibri"/>
                <a:cs typeface="Calibri"/>
              </a:rPr>
              <a:t> </a:t>
            </a:r>
            <a:r>
              <a:rPr sz="3000" spc="-25" dirty="0">
                <a:latin typeface="Calibri"/>
                <a:cs typeface="Calibri"/>
              </a:rPr>
              <a:t>and </a:t>
            </a:r>
            <a:r>
              <a:rPr sz="3000" spc="-10" dirty="0">
                <a:latin typeface="Calibri"/>
                <a:cs typeface="Calibri"/>
              </a:rPr>
              <a:t>containing</a:t>
            </a:r>
            <a:r>
              <a:rPr sz="3000" spc="-75" dirty="0">
                <a:latin typeface="Calibri"/>
                <a:cs typeface="Calibri"/>
              </a:rPr>
              <a:t> </a:t>
            </a:r>
            <a:r>
              <a:rPr sz="3000" dirty="0">
                <a:latin typeface="Calibri"/>
                <a:cs typeface="Calibri"/>
              </a:rPr>
              <a:t>the</a:t>
            </a:r>
            <a:r>
              <a:rPr sz="3000" spc="-55" dirty="0">
                <a:latin typeface="Calibri"/>
                <a:cs typeface="Calibri"/>
              </a:rPr>
              <a:t> </a:t>
            </a:r>
            <a:r>
              <a:rPr sz="3000" spc="-10" dirty="0">
                <a:latin typeface="Calibri"/>
                <a:cs typeface="Calibri"/>
              </a:rPr>
              <a:t>color point</a:t>
            </a:r>
            <a:endParaRPr sz="3000">
              <a:latin typeface="Calibri"/>
              <a:cs typeface="Calibri"/>
            </a:endParaRPr>
          </a:p>
          <a:p>
            <a:pPr marL="12700">
              <a:lnSpc>
                <a:spcPts val="3420"/>
              </a:lnSpc>
              <a:spcBef>
                <a:spcPts val="315"/>
              </a:spcBef>
            </a:pPr>
            <a:r>
              <a:rPr sz="3000" dirty="0">
                <a:latin typeface="Calibri"/>
                <a:cs typeface="Calibri"/>
              </a:rPr>
              <a:t>The</a:t>
            </a:r>
            <a:r>
              <a:rPr sz="3000" spc="-40" dirty="0">
                <a:latin typeface="Calibri"/>
                <a:cs typeface="Calibri"/>
              </a:rPr>
              <a:t> </a:t>
            </a:r>
            <a:r>
              <a:rPr sz="3000" spc="-10" dirty="0">
                <a:latin typeface="Calibri"/>
                <a:cs typeface="Calibri"/>
              </a:rPr>
              <a:t>intersection</a:t>
            </a:r>
            <a:r>
              <a:rPr sz="3000" spc="-100" dirty="0">
                <a:latin typeface="Calibri"/>
                <a:cs typeface="Calibri"/>
              </a:rPr>
              <a:t> </a:t>
            </a:r>
            <a:r>
              <a:rPr sz="3000" dirty="0">
                <a:latin typeface="Calibri"/>
                <a:cs typeface="Calibri"/>
              </a:rPr>
              <a:t>of the</a:t>
            </a:r>
            <a:r>
              <a:rPr sz="3000" spc="-50" dirty="0">
                <a:latin typeface="Calibri"/>
                <a:cs typeface="Calibri"/>
              </a:rPr>
              <a:t> </a:t>
            </a:r>
            <a:r>
              <a:rPr sz="3000" spc="-10" dirty="0">
                <a:latin typeface="Calibri"/>
                <a:cs typeface="Calibri"/>
              </a:rPr>
              <a:t>plane</a:t>
            </a:r>
            <a:endParaRPr sz="3000">
              <a:latin typeface="Calibri"/>
              <a:cs typeface="Calibri"/>
            </a:endParaRPr>
          </a:p>
          <a:p>
            <a:pPr marL="12700" marR="5080">
              <a:lnSpc>
                <a:spcPts val="3240"/>
              </a:lnSpc>
              <a:spcBef>
                <a:spcPts val="229"/>
              </a:spcBef>
            </a:pPr>
            <a:r>
              <a:rPr sz="3000" dirty="0">
                <a:latin typeface="Calibri"/>
                <a:cs typeface="Calibri"/>
              </a:rPr>
              <a:t>with</a:t>
            </a:r>
            <a:r>
              <a:rPr sz="3000" spc="-20" dirty="0">
                <a:latin typeface="Calibri"/>
                <a:cs typeface="Calibri"/>
              </a:rPr>
              <a:t> </a:t>
            </a:r>
            <a:r>
              <a:rPr sz="3000" dirty="0">
                <a:latin typeface="Calibri"/>
                <a:cs typeface="Calibri"/>
              </a:rPr>
              <a:t>the</a:t>
            </a:r>
            <a:r>
              <a:rPr sz="3000" spc="-60" dirty="0">
                <a:latin typeface="Calibri"/>
                <a:cs typeface="Calibri"/>
              </a:rPr>
              <a:t> </a:t>
            </a:r>
            <a:r>
              <a:rPr sz="3000" dirty="0">
                <a:latin typeface="Calibri"/>
                <a:cs typeface="Calibri"/>
              </a:rPr>
              <a:t>intensity</a:t>
            </a:r>
            <a:r>
              <a:rPr sz="3000" spc="-100" dirty="0">
                <a:latin typeface="Calibri"/>
                <a:cs typeface="Calibri"/>
              </a:rPr>
              <a:t> </a:t>
            </a:r>
            <a:r>
              <a:rPr sz="3000" dirty="0">
                <a:latin typeface="Calibri"/>
                <a:cs typeface="Calibri"/>
              </a:rPr>
              <a:t>axis</a:t>
            </a:r>
            <a:r>
              <a:rPr sz="3000" spc="-25" dirty="0">
                <a:latin typeface="Calibri"/>
                <a:cs typeface="Calibri"/>
              </a:rPr>
              <a:t> </a:t>
            </a:r>
            <a:r>
              <a:rPr sz="3000" dirty="0">
                <a:latin typeface="Calibri"/>
                <a:cs typeface="Calibri"/>
              </a:rPr>
              <a:t>gives</a:t>
            </a:r>
            <a:r>
              <a:rPr sz="3000" spc="-65" dirty="0">
                <a:latin typeface="Calibri"/>
                <a:cs typeface="Calibri"/>
              </a:rPr>
              <a:t> </a:t>
            </a:r>
            <a:r>
              <a:rPr sz="3000" dirty="0">
                <a:latin typeface="Calibri"/>
                <a:cs typeface="Calibri"/>
              </a:rPr>
              <a:t>us</a:t>
            </a:r>
            <a:r>
              <a:rPr sz="3000" spc="-20" dirty="0">
                <a:latin typeface="Calibri"/>
                <a:cs typeface="Calibri"/>
              </a:rPr>
              <a:t> </a:t>
            </a:r>
            <a:r>
              <a:rPr sz="3000" dirty="0">
                <a:latin typeface="Calibri"/>
                <a:cs typeface="Calibri"/>
              </a:rPr>
              <a:t>the</a:t>
            </a:r>
            <a:r>
              <a:rPr sz="3000" spc="-40" dirty="0">
                <a:latin typeface="Calibri"/>
                <a:cs typeface="Calibri"/>
              </a:rPr>
              <a:t> </a:t>
            </a:r>
            <a:r>
              <a:rPr sz="3000" spc="-10" dirty="0">
                <a:latin typeface="Calibri"/>
                <a:cs typeface="Calibri"/>
              </a:rPr>
              <a:t>intensity component</a:t>
            </a:r>
            <a:r>
              <a:rPr sz="3000" spc="-85" dirty="0">
                <a:latin typeface="Calibri"/>
                <a:cs typeface="Calibri"/>
              </a:rPr>
              <a:t> </a:t>
            </a:r>
            <a:r>
              <a:rPr sz="3000" dirty="0">
                <a:latin typeface="Calibri"/>
                <a:cs typeface="Calibri"/>
              </a:rPr>
              <a:t>of</a:t>
            </a:r>
            <a:r>
              <a:rPr sz="3000" spc="-20" dirty="0">
                <a:latin typeface="Calibri"/>
                <a:cs typeface="Calibri"/>
              </a:rPr>
              <a:t> </a:t>
            </a:r>
            <a:r>
              <a:rPr sz="3000" dirty="0">
                <a:latin typeface="Calibri"/>
                <a:cs typeface="Calibri"/>
              </a:rPr>
              <a:t>the</a:t>
            </a:r>
            <a:r>
              <a:rPr sz="3000" spc="-60" dirty="0">
                <a:latin typeface="Calibri"/>
                <a:cs typeface="Calibri"/>
              </a:rPr>
              <a:t> </a:t>
            </a:r>
            <a:r>
              <a:rPr sz="3000" spc="-10" dirty="0">
                <a:latin typeface="Calibri"/>
                <a:cs typeface="Calibri"/>
              </a:rPr>
              <a:t>color</a:t>
            </a:r>
            <a:endParaRPr sz="3000">
              <a:latin typeface="Calibri"/>
              <a:cs typeface="Calibri"/>
            </a:endParaRPr>
          </a:p>
        </p:txBody>
      </p:sp>
      <p:grpSp>
        <p:nvGrpSpPr>
          <p:cNvPr id="4" name="object 4"/>
          <p:cNvGrpSpPr/>
          <p:nvPr/>
        </p:nvGrpSpPr>
        <p:grpSpPr>
          <a:xfrm>
            <a:off x="-6096" y="1624583"/>
            <a:ext cx="262255" cy="5233670"/>
            <a:chOff x="-6096" y="1624583"/>
            <a:chExt cx="262255" cy="5233670"/>
          </a:xfrm>
        </p:grpSpPr>
        <p:pic>
          <p:nvPicPr>
            <p:cNvPr id="5" name="object 5"/>
            <p:cNvPicPr/>
            <p:nvPr/>
          </p:nvPicPr>
          <p:blipFill>
            <a:blip r:embed="rId2" cstate="print"/>
            <a:stretch>
              <a:fillRect/>
            </a:stretch>
          </p:blipFill>
          <p:spPr>
            <a:xfrm>
              <a:off x="0" y="6662926"/>
              <a:ext cx="256032" cy="195073"/>
            </a:xfrm>
            <a:prstGeom prst="rect">
              <a:avLst/>
            </a:prstGeom>
          </p:spPr>
        </p:pic>
        <p:sp>
          <p:nvSpPr>
            <p:cNvPr id="6" name="object 6"/>
            <p:cNvSpPr/>
            <p:nvPr/>
          </p:nvSpPr>
          <p:spPr>
            <a:xfrm>
              <a:off x="0" y="1630679"/>
              <a:ext cx="250190" cy="5035550"/>
            </a:xfrm>
            <a:custGeom>
              <a:avLst/>
              <a:gdLst/>
              <a:ahLst/>
              <a:cxnLst/>
              <a:rect l="l" t="t" r="r" b="b"/>
              <a:pathLst>
                <a:path w="250190" h="5035550">
                  <a:moveTo>
                    <a:pt x="249936" y="0"/>
                  </a:moveTo>
                  <a:lnTo>
                    <a:pt x="0" y="0"/>
                  </a:lnTo>
                  <a:lnTo>
                    <a:pt x="0" y="5035296"/>
                  </a:lnTo>
                  <a:lnTo>
                    <a:pt x="249936" y="5035296"/>
                  </a:lnTo>
                  <a:lnTo>
                    <a:pt x="249936" y="0"/>
                  </a:lnTo>
                  <a:close/>
                </a:path>
              </a:pathLst>
            </a:custGeom>
            <a:solidFill>
              <a:srgbClr val="C0504D"/>
            </a:solidFill>
          </p:spPr>
          <p:txBody>
            <a:bodyPr wrap="square" lIns="0" tIns="0" rIns="0" bIns="0" rtlCol="0"/>
            <a:lstStyle/>
            <a:p>
              <a:endParaRPr/>
            </a:p>
          </p:txBody>
        </p:sp>
        <p:sp>
          <p:nvSpPr>
            <p:cNvPr id="7" name="object 7"/>
            <p:cNvSpPr/>
            <p:nvPr/>
          </p:nvSpPr>
          <p:spPr>
            <a:xfrm>
              <a:off x="0" y="1630679"/>
              <a:ext cx="250190" cy="5035550"/>
            </a:xfrm>
            <a:custGeom>
              <a:avLst/>
              <a:gdLst/>
              <a:ahLst/>
              <a:cxnLst/>
              <a:rect l="l" t="t" r="r" b="b"/>
              <a:pathLst>
                <a:path w="250190" h="5035550">
                  <a:moveTo>
                    <a:pt x="0" y="5035296"/>
                  </a:moveTo>
                  <a:lnTo>
                    <a:pt x="249936" y="5035296"/>
                  </a:lnTo>
                  <a:lnTo>
                    <a:pt x="249936" y="0"/>
                  </a:lnTo>
                  <a:lnTo>
                    <a:pt x="0" y="0"/>
                  </a:lnTo>
                </a:path>
              </a:pathLst>
            </a:custGeom>
            <a:ln w="12192">
              <a:solidFill>
                <a:srgbClr val="000000"/>
              </a:solidFill>
            </a:ln>
          </p:spPr>
          <p:txBody>
            <a:bodyPr wrap="square" lIns="0" tIns="0" rIns="0" bIns="0" rtlCol="0"/>
            <a:lstStyle/>
            <a:p>
              <a:endParaRPr/>
            </a:p>
          </p:txBody>
        </p:sp>
      </p:grpSp>
      <p:sp>
        <p:nvSpPr>
          <p:cNvPr id="8" name="object 8"/>
          <p:cNvSpPr txBox="1"/>
          <p:nvPr/>
        </p:nvSpPr>
        <p:spPr>
          <a:xfrm>
            <a:off x="16256" y="1636776"/>
            <a:ext cx="208915" cy="5029200"/>
          </a:xfrm>
          <a:prstGeom prst="rect">
            <a:avLst/>
          </a:prstGeom>
        </p:spPr>
        <p:txBody>
          <a:bodyPr vert="vert270" wrap="square" lIns="0" tIns="12700" rIns="0" bIns="0" rtlCol="0">
            <a:spAutoFit/>
          </a:bodyPr>
          <a:lstStyle/>
          <a:p>
            <a:pPr marL="84455">
              <a:lnSpc>
                <a:spcPct val="100000"/>
              </a:lnSpc>
              <a:spcBef>
                <a:spcPts val="100"/>
              </a:spcBef>
            </a:pPr>
            <a:r>
              <a:rPr sz="1200" dirty="0">
                <a:solidFill>
                  <a:srgbClr val="FFFFFF"/>
                </a:solidFill>
                <a:latin typeface="Arial MT"/>
                <a:cs typeface="Arial MT"/>
              </a:rPr>
              <a:t>Images</a:t>
            </a:r>
            <a:r>
              <a:rPr sz="1200" spc="15" dirty="0">
                <a:solidFill>
                  <a:srgbClr val="FFFFFF"/>
                </a:solidFill>
                <a:latin typeface="Arial MT"/>
                <a:cs typeface="Arial MT"/>
              </a:rPr>
              <a:t> </a:t>
            </a:r>
            <a:r>
              <a:rPr sz="1200" dirty="0">
                <a:solidFill>
                  <a:srgbClr val="FFFFFF"/>
                </a:solidFill>
                <a:latin typeface="Arial MT"/>
                <a:cs typeface="Arial MT"/>
              </a:rPr>
              <a:t>taken</a:t>
            </a:r>
            <a:r>
              <a:rPr sz="1200" spc="-30" dirty="0">
                <a:solidFill>
                  <a:srgbClr val="FFFFFF"/>
                </a:solidFill>
                <a:latin typeface="Arial MT"/>
                <a:cs typeface="Arial MT"/>
              </a:rPr>
              <a:t> </a:t>
            </a:r>
            <a:r>
              <a:rPr sz="1200" dirty="0">
                <a:solidFill>
                  <a:srgbClr val="FFFFFF"/>
                </a:solidFill>
                <a:latin typeface="Arial MT"/>
                <a:cs typeface="Arial MT"/>
              </a:rPr>
              <a:t>from</a:t>
            </a:r>
            <a:r>
              <a:rPr sz="1200" spc="-20" dirty="0">
                <a:solidFill>
                  <a:srgbClr val="FFFFFF"/>
                </a:solidFill>
                <a:latin typeface="Arial MT"/>
                <a:cs typeface="Arial MT"/>
              </a:rPr>
              <a:t> </a:t>
            </a:r>
            <a:r>
              <a:rPr sz="1200" dirty="0">
                <a:solidFill>
                  <a:srgbClr val="FFFFFF"/>
                </a:solidFill>
                <a:latin typeface="Arial MT"/>
                <a:cs typeface="Arial MT"/>
              </a:rPr>
              <a:t>Gonzalez</a:t>
            </a:r>
            <a:r>
              <a:rPr sz="1200" spc="-75" dirty="0">
                <a:solidFill>
                  <a:srgbClr val="FFFFFF"/>
                </a:solidFill>
                <a:latin typeface="Arial MT"/>
                <a:cs typeface="Arial MT"/>
              </a:rPr>
              <a:t> </a:t>
            </a:r>
            <a:r>
              <a:rPr sz="1200" dirty="0">
                <a:solidFill>
                  <a:srgbClr val="FFFFFF"/>
                </a:solidFill>
                <a:latin typeface="Arial MT"/>
                <a:cs typeface="Arial MT"/>
              </a:rPr>
              <a:t>&amp;</a:t>
            </a:r>
            <a:r>
              <a:rPr sz="1200" spc="-20" dirty="0">
                <a:solidFill>
                  <a:srgbClr val="FFFFFF"/>
                </a:solidFill>
                <a:latin typeface="Arial MT"/>
                <a:cs typeface="Arial MT"/>
              </a:rPr>
              <a:t> </a:t>
            </a:r>
            <a:r>
              <a:rPr sz="1200" dirty="0">
                <a:solidFill>
                  <a:srgbClr val="FFFFFF"/>
                </a:solidFill>
                <a:latin typeface="Arial MT"/>
                <a:cs typeface="Arial MT"/>
              </a:rPr>
              <a:t>Woods,</a:t>
            </a:r>
            <a:r>
              <a:rPr sz="1200" spc="-75" dirty="0">
                <a:solidFill>
                  <a:srgbClr val="FFFFFF"/>
                </a:solidFill>
                <a:latin typeface="Arial MT"/>
                <a:cs typeface="Arial MT"/>
              </a:rPr>
              <a:t> </a:t>
            </a:r>
            <a:r>
              <a:rPr sz="1200" dirty="0">
                <a:solidFill>
                  <a:srgbClr val="FFFFFF"/>
                </a:solidFill>
                <a:latin typeface="Arial MT"/>
                <a:cs typeface="Arial MT"/>
              </a:rPr>
              <a:t>Digital</a:t>
            </a:r>
            <a:r>
              <a:rPr sz="1200" spc="-80" dirty="0">
                <a:solidFill>
                  <a:srgbClr val="FFFFFF"/>
                </a:solidFill>
                <a:latin typeface="Arial MT"/>
                <a:cs typeface="Arial MT"/>
              </a:rPr>
              <a:t> </a:t>
            </a:r>
            <a:r>
              <a:rPr sz="1200" dirty="0">
                <a:solidFill>
                  <a:srgbClr val="FFFFFF"/>
                </a:solidFill>
                <a:latin typeface="Arial MT"/>
                <a:cs typeface="Arial MT"/>
              </a:rPr>
              <a:t>Image</a:t>
            </a:r>
            <a:r>
              <a:rPr sz="1200" spc="15" dirty="0">
                <a:solidFill>
                  <a:srgbClr val="FFFFFF"/>
                </a:solidFill>
                <a:latin typeface="Arial MT"/>
                <a:cs typeface="Arial MT"/>
              </a:rPr>
              <a:t> </a:t>
            </a:r>
            <a:r>
              <a:rPr sz="1200" dirty="0">
                <a:solidFill>
                  <a:srgbClr val="FFFFFF"/>
                </a:solidFill>
                <a:latin typeface="Arial MT"/>
                <a:cs typeface="Arial MT"/>
              </a:rPr>
              <a:t>Processing</a:t>
            </a:r>
            <a:r>
              <a:rPr sz="1200" spc="-70" dirty="0">
                <a:solidFill>
                  <a:srgbClr val="FFFFFF"/>
                </a:solidFill>
                <a:latin typeface="Arial MT"/>
                <a:cs typeface="Arial MT"/>
              </a:rPr>
              <a:t> </a:t>
            </a:r>
            <a:r>
              <a:rPr sz="1200" spc="-10" dirty="0">
                <a:solidFill>
                  <a:srgbClr val="FFFFFF"/>
                </a:solidFill>
                <a:latin typeface="Arial MT"/>
                <a:cs typeface="Arial MT"/>
              </a:rPr>
              <a:t>(2002)</a:t>
            </a:r>
            <a:endParaRPr sz="1200">
              <a:latin typeface="Arial MT"/>
              <a:cs typeface="Arial MT"/>
            </a:endParaRPr>
          </a:p>
        </p:txBody>
      </p:sp>
      <p:pic>
        <p:nvPicPr>
          <p:cNvPr id="9" name="object 9"/>
          <p:cNvPicPr/>
          <p:nvPr/>
        </p:nvPicPr>
        <p:blipFill>
          <a:blip r:embed="rId3" cstate="print"/>
          <a:stretch>
            <a:fillRect/>
          </a:stretch>
        </p:blipFill>
        <p:spPr>
          <a:xfrm>
            <a:off x="5166359" y="1444752"/>
            <a:ext cx="3736847" cy="394716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11440" y="2680581"/>
            <a:ext cx="3577235" cy="3751894"/>
          </a:xfrm>
          <a:prstGeom prst="rect">
            <a:avLst/>
          </a:prstGeom>
        </p:spPr>
      </p:pic>
      <p:sp>
        <p:nvSpPr>
          <p:cNvPr id="3" name="object 3"/>
          <p:cNvSpPr txBox="1">
            <a:spLocks noGrp="1"/>
          </p:cNvSpPr>
          <p:nvPr>
            <p:ph type="title"/>
          </p:nvPr>
        </p:nvSpPr>
        <p:spPr>
          <a:prstGeom prst="rect">
            <a:avLst/>
          </a:prstGeom>
        </p:spPr>
        <p:txBody>
          <a:bodyPr vert="horz" wrap="square" lIns="0" tIns="420801" rIns="0" bIns="0" rtlCol="0">
            <a:spAutoFit/>
          </a:bodyPr>
          <a:lstStyle/>
          <a:p>
            <a:pPr marL="2152650">
              <a:lnSpc>
                <a:spcPct val="100000"/>
              </a:lnSpc>
              <a:spcBef>
                <a:spcPts val="90"/>
              </a:spcBef>
            </a:pPr>
            <a:r>
              <a:rPr dirty="0"/>
              <a:t>HSI,</a:t>
            </a:r>
            <a:r>
              <a:rPr spc="-35" dirty="0"/>
              <a:t> </a:t>
            </a:r>
            <a:r>
              <a:rPr dirty="0"/>
              <a:t>Hue</a:t>
            </a:r>
            <a:r>
              <a:rPr spc="-25" dirty="0"/>
              <a:t> </a:t>
            </a:r>
            <a:r>
              <a:rPr dirty="0"/>
              <a:t>&amp;</a:t>
            </a:r>
            <a:r>
              <a:rPr spc="-60" dirty="0"/>
              <a:t> </a:t>
            </a:r>
            <a:r>
              <a:rPr spc="-25" dirty="0"/>
              <a:t>RGB</a:t>
            </a:r>
          </a:p>
        </p:txBody>
      </p:sp>
      <p:sp>
        <p:nvSpPr>
          <p:cNvPr id="4" name="object 4"/>
          <p:cNvSpPr txBox="1"/>
          <p:nvPr/>
        </p:nvSpPr>
        <p:spPr>
          <a:xfrm>
            <a:off x="536244" y="1563700"/>
            <a:ext cx="7451090" cy="4371340"/>
          </a:xfrm>
          <a:prstGeom prst="rect">
            <a:avLst/>
          </a:prstGeom>
        </p:spPr>
        <p:txBody>
          <a:bodyPr vert="horz" wrap="square" lIns="0" tIns="64769" rIns="0" bIns="0" rtlCol="0">
            <a:spAutoFit/>
          </a:bodyPr>
          <a:lstStyle/>
          <a:p>
            <a:pPr marL="12700" marR="5080" algn="just">
              <a:lnSpc>
                <a:spcPts val="3240"/>
              </a:lnSpc>
              <a:spcBef>
                <a:spcPts val="509"/>
              </a:spcBef>
            </a:pPr>
            <a:r>
              <a:rPr sz="3000" dirty="0">
                <a:latin typeface="Calibri"/>
                <a:cs typeface="Calibri"/>
              </a:rPr>
              <a:t>In</a:t>
            </a:r>
            <a:r>
              <a:rPr sz="3000" spc="-70" dirty="0">
                <a:latin typeface="Calibri"/>
                <a:cs typeface="Calibri"/>
              </a:rPr>
              <a:t> </a:t>
            </a:r>
            <a:r>
              <a:rPr sz="3000" dirty="0">
                <a:latin typeface="Calibri"/>
                <a:cs typeface="Calibri"/>
              </a:rPr>
              <a:t>a</a:t>
            </a:r>
            <a:r>
              <a:rPr sz="3000" spc="-45" dirty="0">
                <a:latin typeface="Calibri"/>
                <a:cs typeface="Calibri"/>
              </a:rPr>
              <a:t> </a:t>
            </a:r>
            <a:r>
              <a:rPr sz="3000" dirty="0">
                <a:latin typeface="Calibri"/>
                <a:cs typeface="Calibri"/>
              </a:rPr>
              <a:t>similar</a:t>
            </a:r>
            <a:r>
              <a:rPr sz="3000" spc="-65" dirty="0">
                <a:latin typeface="Calibri"/>
                <a:cs typeface="Calibri"/>
              </a:rPr>
              <a:t> </a:t>
            </a:r>
            <a:r>
              <a:rPr sz="3000" dirty="0">
                <a:latin typeface="Calibri"/>
                <a:cs typeface="Calibri"/>
              </a:rPr>
              <a:t>way</a:t>
            </a:r>
            <a:r>
              <a:rPr sz="3000" spc="-65" dirty="0">
                <a:latin typeface="Calibri"/>
                <a:cs typeface="Calibri"/>
              </a:rPr>
              <a:t> </a:t>
            </a:r>
            <a:r>
              <a:rPr sz="3000" dirty="0">
                <a:latin typeface="Calibri"/>
                <a:cs typeface="Calibri"/>
              </a:rPr>
              <a:t>we</a:t>
            </a:r>
            <a:r>
              <a:rPr sz="3000" spc="-40" dirty="0">
                <a:latin typeface="Calibri"/>
                <a:cs typeface="Calibri"/>
              </a:rPr>
              <a:t> </a:t>
            </a:r>
            <a:r>
              <a:rPr sz="3000" dirty="0">
                <a:latin typeface="Calibri"/>
                <a:cs typeface="Calibri"/>
              </a:rPr>
              <a:t>can</a:t>
            </a:r>
            <a:r>
              <a:rPr sz="3000" spc="-70" dirty="0">
                <a:latin typeface="Calibri"/>
                <a:cs typeface="Calibri"/>
              </a:rPr>
              <a:t> </a:t>
            </a:r>
            <a:r>
              <a:rPr sz="3000" dirty="0">
                <a:latin typeface="Calibri"/>
                <a:cs typeface="Calibri"/>
              </a:rPr>
              <a:t>extract</a:t>
            </a:r>
            <a:r>
              <a:rPr sz="3000" spc="-45" dirty="0">
                <a:latin typeface="Calibri"/>
                <a:cs typeface="Calibri"/>
              </a:rPr>
              <a:t> </a:t>
            </a:r>
            <a:r>
              <a:rPr sz="3000" dirty="0">
                <a:latin typeface="Calibri"/>
                <a:cs typeface="Calibri"/>
              </a:rPr>
              <a:t>the</a:t>
            </a:r>
            <a:r>
              <a:rPr sz="3000" spc="-80" dirty="0">
                <a:latin typeface="Calibri"/>
                <a:cs typeface="Calibri"/>
              </a:rPr>
              <a:t> </a:t>
            </a:r>
            <a:r>
              <a:rPr sz="3000" dirty="0">
                <a:latin typeface="Calibri"/>
                <a:cs typeface="Calibri"/>
              </a:rPr>
              <a:t>hue</a:t>
            </a:r>
            <a:r>
              <a:rPr sz="3000" spc="-60" dirty="0">
                <a:latin typeface="Calibri"/>
                <a:cs typeface="Calibri"/>
              </a:rPr>
              <a:t> </a:t>
            </a:r>
            <a:r>
              <a:rPr sz="3000" dirty="0">
                <a:latin typeface="Calibri"/>
                <a:cs typeface="Calibri"/>
              </a:rPr>
              <a:t>from</a:t>
            </a:r>
            <a:r>
              <a:rPr sz="3000" spc="-45" dirty="0">
                <a:latin typeface="Calibri"/>
                <a:cs typeface="Calibri"/>
              </a:rPr>
              <a:t> </a:t>
            </a:r>
            <a:r>
              <a:rPr sz="3000" spc="-25" dirty="0">
                <a:latin typeface="Calibri"/>
                <a:cs typeface="Calibri"/>
              </a:rPr>
              <a:t>the </a:t>
            </a:r>
            <a:r>
              <a:rPr sz="3000" dirty="0">
                <a:latin typeface="Calibri"/>
                <a:cs typeface="Calibri"/>
              </a:rPr>
              <a:t>RGB</a:t>
            </a:r>
            <a:r>
              <a:rPr sz="3000" spc="-75" dirty="0">
                <a:latin typeface="Calibri"/>
                <a:cs typeface="Calibri"/>
              </a:rPr>
              <a:t> </a:t>
            </a:r>
            <a:r>
              <a:rPr sz="3000" dirty="0">
                <a:latin typeface="Calibri"/>
                <a:cs typeface="Calibri"/>
              </a:rPr>
              <a:t>color</a:t>
            </a:r>
            <a:r>
              <a:rPr sz="3000" spc="-90" dirty="0">
                <a:latin typeface="Calibri"/>
                <a:cs typeface="Calibri"/>
              </a:rPr>
              <a:t> </a:t>
            </a:r>
            <a:r>
              <a:rPr sz="3000" spc="-20" dirty="0">
                <a:latin typeface="Calibri"/>
                <a:cs typeface="Calibri"/>
              </a:rPr>
              <a:t>cube</a:t>
            </a:r>
            <a:endParaRPr sz="3000">
              <a:latin typeface="Calibri"/>
              <a:cs typeface="Calibri"/>
            </a:endParaRPr>
          </a:p>
          <a:p>
            <a:pPr marL="12700" marR="3136900" algn="just">
              <a:lnSpc>
                <a:spcPts val="3240"/>
              </a:lnSpc>
              <a:spcBef>
                <a:spcPts val="720"/>
              </a:spcBef>
            </a:pPr>
            <a:r>
              <a:rPr sz="3000" dirty="0">
                <a:latin typeface="Calibri"/>
                <a:cs typeface="Calibri"/>
              </a:rPr>
              <a:t>Consider</a:t>
            </a:r>
            <a:r>
              <a:rPr sz="3000" spc="-50" dirty="0">
                <a:latin typeface="Calibri"/>
                <a:cs typeface="Calibri"/>
              </a:rPr>
              <a:t> </a:t>
            </a:r>
            <a:r>
              <a:rPr sz="3000" dirty="0">
                <a:latin typeface="Calibri"/>
                <a:cs typeface="Calibri"/>
              </a:rPr>
              <a:t>a</a:t>
            </a:r>
            <a:r>
              <a:rPr sz="3000" spc="-15" dirty="0">
                <a:latin typeface="Calibri"/>
                <a:cs typeface="Calibri"/>
              </a:rPr>
              <a:t> </a:t>
            </a:r>
            <a:r>
              <a:rPr sz="3000" dirty="0">
                <a:latin typeface="Calibri"/>
                <a:cs typeface="Calibri"/>
              </a:rPr>
              <a:t>plane</a:t>
            </a:r>
            <a:r>
              <a:rPr sz="3000" spc="-75" dirty="0">
                <a:latin typeface="Calibri"/>
                <a:cs typeface="Calibri"/>
              </a:rPr>
              <a:t> </a:t>
            </a:r>
            <a:r>
              <a:rPr sz="3000" dirty="0">
                <a:latin typeface="Calibri"/>
                <a:cs typeface="Calibri"/>
              </a:rPr>
              <a:t>defined</a:t>
            </a:r>
            <a:r>
              <a:rPr sz="3000" spc="-50" dirty="0">
                <a:latin typeface="Calibri"/>
                <a:cs typeface="Calibri"/>
              </a:rPr>
              <a:t> </a:t>
            </a:r>
            <a:r>
              <a:rPr sz="3000" spc="-25" dirty="0">
                <a:latin typeface="Calibri"/>
                <a:cs typeface="Calibri"/>
              </a:rPr>
              <a:t>by </a:t>
            </a:r>
            <a:r>
              <a:rPr sz="3000" dirty="0">
                <a:latin typeface="Calibri"/>
                <a:cs typeface="Calibri"/>
              </a:rPr>
              <a:t>the</a:t>
            </a:r>
            <a:r>
              <a:rPr sz="3000" spc="-75" dirty="0">
                <a:latin typeface="Calibri"/>
                <a:cs typeface="Calibri"/>
              </a:rPr>
              <a:t> </a:t>
            </a:r>
            <a:r>
              <a:rPr sz="3000" dirty="0">
                <a:latin typeface="Calibri"/>
                <a:cs typeface="Calibri"/>
              </a:rPr>
              <a:t>three</a:t>
            </a:r>
            <a:r>
              <a:rPr sz="3000" spc="-50" dirty="0">
                <a:latin typeface="Calibri"/>
                <a:cs typeface="Calibri"/>
              </a:rPr>
              <a:t> </a:t>
            </a:r>
            <a:r>
              <a:rPr sz="3000" dirty="0">
                <a:latin typeface="Calibri"/>
                <a:cs typeface="Calibri"/>
              </a:rPr>
              <a:t>points</a:t>
            </a:r>
            <a:r>
              <a:rPr sz="3000" spc="-70" dirty="0">
                <a:latin typeface="Calibri"/>
                <a:cs typeface="Calibri"/>
              </a:rPr>
              <a:t> </a:t>
            </a:r>
            <a:r>
              <a:rPr sz="3000" dirty="0">
                <a:latin typeface="Calibri"/>
                <a:cs typeface="Calibri"/>
              </a:rPr>
              <a:t>cyan,</a:t>
            </a:r>
            <a:r>
              <a:rPr sz="3000" spc="-70" dirty="0">
                <a:latin typeface="Calibri"/>
                <a:cs typeface="Calibri"/>
              </a:rPr>
              <a:t> </a:t>
            </a:r>
            <a:r>
              <a:rPr sz="3000" spc="-10" dirty="0">
                <a:latin typeface="Calibri"/>
                <a:cs typeface="Calibri"/>
              </a:rPr>
              <a:t>black </a:t>
            </a:r>
            <a:r>
              <a:rPr sz="3000" dirty="0">
                <a:latin typeface="Calibri"/>
                <a:cs typeface="Calibri"/>
              </a:rPr>
              <a:t>and</a:t>
            </a:r>
            <a:r>
              <a:rPr sz="3000" spc="-40" dirty="0">
                <a:latin typeface="Calibri"/>
                <a:cs typeface="Calibri"/>
              </a:rPr>
              <a:t> </a:t>
            </a:r>
            <a:r>
              <a:rPr sz="3000" spc="-20" dirty="0">
                <a:latin typeface="Calibri"/>
                <a:cs typeface="Calibri"/>
              </a:rPr>
              <a:t>white</a:t>
            </a:r>
            <a:endParaRPr sz="3000">
              <a:latin typeface="Calibri"/>
              <a:cs typeface="Calibri"/>
            </a:endParaRPr>
          </a:p>
          <a:p>
            <a:pPr marL="12700" marR="3594735">
              <a:lnSpc>
                <a:spcPts val="3240"/>
              </a:lnSpc>
              <a:spcBef>
                <a:spcPts val="725"/>
              </a:spcBef>
            </a:pPr>
            <a:r>
              <a:rPr sz="3000" dirty="0">
                <a:latin typeface="Calibri"/>
                <a:cs typeface="Calibri"/>
              </a:rPr>
              <a:t>All</a:t>
            </a:r>
            <a:r>
              <a:rPr sz="3000" spc="-55" dirty="0">
                <a:latin typeface="Calibri"/>
                <a:cs typeface="Calibri"/>
              </a:rPr>
              <a:t> </a:t>
            </a:r>
            <a:r>
              <a:rPr sz="3000" dirty="0">
                <a:latin typeface="Calibri"/>
                <a:cs typeface="Calibri"/>
              </a:rPr>
              <a:t>points</a:t>
            </a:r>
            <a:r>
              <a:rPr sz="3000" spc="-120" dirty="0">
                <a:latin typeface="Calibri"/>
                <a:cs typeface="Calibri"/>
              </a:rPr>
              <a:t> </a:t>
            </a:r>
            <a:r>
              <a:rPr sz="3000" dirty="0">
                <a:latin typeface="Calibri"/>
                <a:cs typeface="Calibri"/>
              </a:rPr>
              <a:t>contained</a:t>
            </a:r>
            <a:r>
              <a:rPr sz="3000" spc="-95" dirty="0">
                <a:latin typeface="Calibri"/>
                <a:cs typeface="Calibri"/>
              </a:rPr>
              <a:t> </a:t>
            </a:r>
            <a:r>
              <a:rPr sz="3000" spc="-35" dirty="0">
                <a:latin typeface="Calibri"/>
                <a:cs typeface="Calibri"/>
              </a:rPr>
              <a:t>in </a:t>
            </a:r>
            <a:r>
              <a:rPr sz="3000" dirty="0">
                <a:latin typeface="Calibri"/>
                <a:cs typeface="Calibri"/>
              </a:rPr>
              <a:t>this</a:t>
            </a:r>
            <a:r>
              <a:rPr sz="3000" spc="-65" dirty="0">
                <a:latin typeface="Calibri"/>
                <a:cs typeface="Calibri"/>
              </a:rPr>
              <a:t> </a:t>
            </a:r>
            <a:r>
              <a:rPr sz="3000" dirty="0">
                <a:latin typeface="Calibri"/>
                <a:cs typeface="Calibri"/>
              </a:rPr>
              <a:t>plane</a:t>
            </a:r>
            <a:r>
              <a:rPr sz="3000" spc="-65" dirty="0">
                <a:latin typeface="Calibri"/>
                <a:cs typeface="Calibri"/>
              </a:rPr>
              <a:t> </a:t>
            </a:r>
            <a:r>
              <a:rPr sz="3000" dirty="0">
                <a:latin typeface="Calibri"/>
                <a:cs typeface="Calibri"/>
              </a:rPr>
              <a:t>must</a:t>
            </a:r>
            <a:r>
              <a:rPr sz="3000" spc="-55" dirty="0">
                <a:latin typeface="Calibri"/>
                <a:cs typeface="Calibri"/>
              </a:rPr>
              <a:t> </a:t>
            </a:r>
            <a:r>
              <a:rPr sz="3000" dirty="0">
                <a:latin typeface="Calibri"/>
                <a:cs typeface="Calibri"/>
              </a:rPr>
              <a:t>have</a:t>
            </a:r>
            <a:r>
              <a:rPr sz="3000" spc="-65" dirty="0">
                <a:latin typeface="Calibri"/>
                <a:cs typeface="Calibri"/>
              </a:rPr>
              <a:t> </a:t>
            </a:r>
            <a:r>
              <a:rPr sz="3000" spc="-25" dirty="0">
                <a:latin typeface="Calibri"/>
                <a:cs typeface="Calibri"/>
              </a:rPr>
              <a:t>the </a:t>
            </a:r>
            <a:r>
              <a:rPr sz="3000" dirty="0">
                <a:latin typeface="Calibri"/>
                <a:cs typeface="Calibri"/>
              </a:rPr>
              <a:t>same</a:t>
            </a:r>
            <a:r>
              <a:rPr sz="3000" spc="-55" dirty="0">
                <a:latin typeface="Calibri"/>
                <a:cs typeface="Calibri"/>
              </a:rPr>
              <a:t> </a:t>
            </a:r>
            <a:r>
              <a:rPr sz="3000" dirty="0">
                <a:latin typeface="Calibri"/>
                <a:cs typeface="Calibri"/>
              </a:rPr>
              <a:t>hue</a:t>
            </a:r>
            <a:r>
              <a:rPr sz="3000" spc="-75" dirty="0">
                <a:latin typeface="Calibri"/>
                <a:cs typeface="Calibri"/>
              </a:rPr>
              <a:t> </a:t>
            </a:r>
            <a:r>
              <a:rPr sz="3000" dirty="0">
                <a:latin typeface="Calibri"/>
                <a:cs typeface="Calibri"/>
              </a:rPr>
              <a:t>(cyan)</a:t>
            </a:r>
            <a:r>
              <a:rPr sz="3000" spc="-70" dirty="0">
                <a:latin typeface="Calibri"/>
                <a:cs typeface="Calibri"/>
              </a:rPr>
              <a:t> </a:t>
            </a:r>
            <a:r>
              <a:rPr sz="3000" dirty="0">
                <a:latin typeface="Calibri"/>
                <a:cs typeface="Calibri"/>
              </a:rPr>
              <a:t>as</a:t>
            </a:r>
            <a:r>
              <a:rPr sz="3000" spc="-50" dirty="0">
                <a:latin typeface="Calibri"/>
                <a:cs typeface="Calibri"/>
              </a:rPr>
              <a:t> </a:t>
            </a:r>
            <a:r>
              <a:rPr sz="3000" spc="-10" dirty="0">
                <a:latin typeface="Calibri"/>
                <a:cs typeface="Calibri"/>
              </a:rPr>
              <a:t>black</a:t>
            </a:r>
            <a:endParaRPr sz="3000">
              <a:latin typeface="Calibri"/>
              <a:cs typeface="Calibri"/>
            </a:endParaRPr>
          </a:p>
          <a:p>
            <a:pPr marL="12700" marR="3028315">
              <a:lnSpc>
                <a:spcPts val="3240"/>
              </a:lnSpc>
              <a:spcBef>
                <a:spcPts val="5"/>
              </a:spcBef>
            </a:pPr>
            <a:r>
              <a:rPr sz="3000" dirty="0">
                <a:latin typeface="Calibri"/>
                <a:cs typeface="Calibri"/>
              </a:rPr>
              <a:t>and</a:t>
            </a:r>
            <a:r>
              <a:rPr sz="3000" spc="-65" dirty="0">
                <a:latin typeface="Calibri"/>
                <a:cs typeface="Calibri"/>
              </a:rPr>
              <a:t> </a:t>
            </a:r>
            <a:r>
              <a:rPr sz="3000" dirty="0">
                <a:latin typeface="Calibri"/>
                <a:cs typeface="Calibri"/>
              </a:rPr>
              <a:t>white</a:t>
            </a:r>
            <a:r>
              <a:rPr sz="3000" spc="-60" dirty="0">
                <a:latin typeface="Calibri"/>
                <a:cs typeface="Calibri"/>
              </a:rPr>
              <a:t> </a:t>
            </a:r>
            <a:r>
              <a:rPr sz="3000" dirty="0">
                <a:latin typeface="Calibri"/>
                <a:cs typeface="Calibri"/>
              </a:rPr>
              <a:t>cannot</a:t>
            </a:r>
            <a:r>
              <a:rPr sz="3000" spc="-90" dirty="0">
                <a:latin typeface="Calibri"/>
                <a:cs typeface="Calibri"/>
              </a:rPr>
              <a:t> </a:t>
            </a:r>
            <a:r>
              <a:rPr sz="3000" spc="-10" dirty="0">
                <a:latin typeface="Calibri"/>
                <a:cs typeface="Calibri"/>
              </a:rPr>
              <a:t>contribute </a:t>
            </a:r>
            <a:r>
              <a:rPr sz="3000" dirty="0">
                <a:latin typeface="Calibri"/>
                <a:cs typeface="Calibri"/>
              </a:rPr>
              <a:t>hue</a:t>
            </a:r>
            <a:r>
              <a:rPr sz="3000" spc="-75" dirty="0">
                <a:latin typeface="Calibri"/>
                <a:cs typeface="Calibri"/>
              </a:rPr>
              <a:t> </a:t>
            </a:r>
            <a:r>
              <a:rPr sz="3000" spc="-10" dirty="0">
                <a:latin typeface="Calibri"/>
                <a:cs typeface="Calibri"/>
              </a:rPr>
              <a:t>information</a:t>
            </a:r>
            <a:r>
              <a:rPr sz="3000" spc="-60" dirty="0">
                <a:latin typeface="Calibri"/>
                <a:cs typeface="Calibri"/>
              </a:rPr>
              <a:t> </a:t>
            </a:r>
            <a:r>
              <a:rPr sz="3000" dirty="0">
                <a:latin typeface="Calibri"/>
                <a:cs typeface="Calibri"/>
              </a:rPr>
              <a:t>to</a:t>
            </a:r>
            <a:r>
              <a:rPr sz="3000" spc="-40" dirty="0">
                <a:latin typeface="Calibri"/>
                <a:cs typeface="Calibri"/>
              </a:rPr>
              <a:t> </a:t>
            </a:r>
            <a:r>
              <a:rPr sz="3000" dirty="0">
                <a:latin typeface="Calibri"/>
                <a:cs typeface="Calibri"/>
              </a:rPr>
              <a:t>a</a:t>
            </a:r>
            <a:r>
              <a:rPr sz="3000" spc="-45" dirty="0">
                <a:latin typeface="Calibri"/>
                <a:cs typeface="Calibri"/>
              </a:rPr>
              <a:t> </a:t>
            </a:r>
            <a:r>
              <a:rPr sz="3000" spc="-10" dirty="0">
                <a:latin typeface="Calibri"/>
                <a:cs typeface="Calibri"/>
              </a:rPr>
              <a:t>color</a:t>
            </a:r>
            <a:endParaRPr sz="3000">
              <a:latin typeface="Calibri"/>
              <a:cs typeface="Calibri"/>
            </a:endParaRPr>
          </a:p>
        </p:txBody>
      </p:sp>
      <p:grpSp>
        <p:nvGrpSpPr>
          <p:cNvPr id="5" name="object 5"/>
          <p:cNvGrpSpPr/>
          <p:nvPr/>
        </p:nvGrpSpPr>
        <p:grpSpPr>
          <a:xfrm>
            <a:off x="-6096" y="1624583"/>
            <a:ext cx="262255" cy="5233670"/>
            <a:chOff x="-6096" y="1624583"/>
            <a:chExt cx="262255" cy="5233670"/>
          </a:xfrm>
        </p:grpSpPr>
        <p:pic>
          <p:nvPicPr>
            <p:cNvPr id="6" name="object 6"/>
            <p:cNvPicPr/>
            <p:nvPr/>
          </p:nvPicPr>
          <p:blipFill>
            <a:blip r:embed="rId3" cstate="print"/>
            <a:stretch>
              <a:fillRect/>
            </a:stretch>
          </p:blipFill>
          <p:spPr>
            <a:xfrm>
              <a:off x="0" y="6662926"/>
              <a:ext cx="256032" cy="195073"/>
            </a:xfrm>
            <a:prstGeom prst="rect">
              <a:avLst/>
            </a:prstGeom>
          </p:spPr>
        </p:pic>
        <p:sp>
          <p:nvSpPr>
            <p:cNvPr id="7" name="object 7"/>
            <p:cNvSpPr/>
            <p:nvPr/>
          </p:nvSpPr>
          <p:spPr>
            <a:xfrm>
              <a:off x="0" y="1630679"/>
              <a:ext cx="250190" cy="5035550"/>
            </a:xfrm>
            <a:custGeom>
              <a:avLst/>
              <a:gdLst/>
              <a:ahLst/>
              <a:cxnLst/>
              <a:rect l="l" t="t" r="r" b="b"/>
              <a:pathLst>
                <a:path w="250190" h="5035550">
                  <a:moveTo>
                    <a:pt x="249936" y="0"/>
                  </a:moveTo>
                  <a:lnTo>
                    <a:pt x="0" y="0"/>
                  </a:lnTo>
                  <a:lnTo>
                    <a:pt x="0" y="5035296"/>
                  </a:lnTo>
                  <a:lnTo>
                    <a:pt x="249936" y="5035296"/>
                  </a:lnTo>
                  <a:lnTo>
                    <a:pt x="249936" y="0"/>
                  </a:lnTo>
                  <a:close/>
                </a:path>
              </a:pathLst>
            </a:custGeom>
            <a:solidFill>
              <a:srgbClr val="C0504D"/>
            </a:solidFill>
          </p:spPr>
          <p:txBody>
            <a:bodyPr wrap="square" lIns="0" tIns="0" rIns="0" bIns="0" rtlCol="0"/>
            <a:lstStyle/>
            <a:p>
              <a:endParaRPr/>
            </a:p>
          </p:txBody>
        </p:sp>
        <p:sp>
          <p:nvSpPr>
            <p:cNvPr id="8" name="object 8"/>
            <p:cNvSpPr/>
            <p:nvPr/>
          </p:nvSpPr>
          <p:spPr>
            <a:xfrm>
              <a:off x="0" y="1630679"/>
              <a:ext cx="250190" cy="5035550"/>
            </a:xfrm>
            <a:custGeom>
              <a:avLst/>
              <a:gdLst/>
              <a:ahLst/>
              <a:cxnLst/>
              <a:rect l="l" t="t" r="r" b="b"/>
              <a:pathLst>
                <a:path w="250190" h="5035550">
                  <a:moveTo>
                    <a:pt x="0" y="5035296"/>
                  </a:moveTo>
                  <a:lnTo>
                    <a:pt x="249936" y="5035296"/>
                  </a:lnTo>
                  <a:lnTo>
                    <a:pt x="249936" y="0"/>
                  </a:lnTo>
                  <a:lnTo>
                    <a:pt x="0" y="0"/>
                  </a:lnTo>
                </a:path>
              </a:pathLst>
            </a:custGeom>
            <a:ln w="12192">
              <a:solidFill>
                <a:srgbClr val="000000"/>
              </a:solidFill>
            </a:ln>
          </p:spPr>
          <p:txBody>
            <a:bodyPr wrap="square" lIns="0" tIns="0" rIns="0" bIns="0" rtlCol="0"/>
            <a:lstStyle/>
            <a:p>
              <a:endParaRPr/>
            </a:p>
          </p:txBody>
        </p:sp>
      </p:grpSp>
      <p:sp>
        <p:nvSpPr>
          <p:cNvPr id="9" name="object 9"/>
          <p:cNvSpPr txBox="1"/>
          <p:nvPr/>
        </p:nvSpPr>
        <p:spPr>
          <a:xfrm>
            <a:off x="16256" y="1636776"/>
            <a:ext cx="208915" cy="5029200"/>
          </a:xfrm>
          <a:prstGeom prst="rect">
            <a:avLst/>
          </a:prstGeom>
        </p:spPr>
        <p:txBody>
          <a:bodyPr vert="vert270" wrap="square" lIns="0" tIns="12700" rIns="0" bIns="0" rtlCol="0">
            <a:spAutoFit/>
          </a:bodyPr>
          <a:lstStyle/>
          <a:p>
            <a:pPr marL="84455">
              <a:lnSpc>
                <a:spcPct val="100000"/>
              </a:lnSpc>
              <a:spcBef>
                <a:spcPts val="100"/>
              </a:spcBef>
            </a:pPr>
            <a:r>
              <a:rPr sz="1200" dirty="0">
                <a:solidFill>
                  <a:srgbClr val="FFFFFF"/>
                </a:solidFill>
                <a:latin typeface="Arial MT"/>
                <a:cs typeface="Arial MT"/>
              </a:rPr>
              <a:t>Images</a:t>
            </a:r>
            <a:r>
              <a:rPr sz="1200" spc="15" dirty="0">
                <a:solidFill>
                  <a:srgbClr val="FFFFFF"/>
                </a:solidFill>
                <a:latin typeface="Arial MT"/>
                <a:cs typeface="Arial MT"/>
              </a:rPr>
              <a:t> </a:t>
            </a:r>
            <a:r>
              <a:rPr sz="1200" dirty="0">
                <a:solidFill>
                  <a:srgbClr val="FFFFFF"/>
                </a:solidFill>
                <a:latin typeface="Arial MT"/>
                <a:cs typeface="Arial MT"/>
              </a:rPr>
              <a:t>taken</a:t>
            </a:r>
            <a:r>
              <a:rPr sz="1200" spc="-30" dirty="0">
                <a:solidFill>
                  <a:srgbClr val="FFFFFF"/>
                </a:solidFill>
                <a:latin typeface="Arial MT"/>
                <a:cs typeface="Arial MT"/>
              </a:rPr>
              <a:t> </a:t>
            </a:r>
            <a:r>
              <a:rPr sz="1200" dirty="0">
                <a:solidFill>
                  <a:srgbClr val="FFFFFF"/>
                </a:solidFill>
                <a:latin typeface="Arial MT"/>
                <a:cs typeface="Arial MT"/>
              </a:rPr>
              <a:t>from</a:t>
            </a:r>
            <a:r>
              <a:rPr sz="1200" spc="-20" dirty="0">
                <a:solidFill>
                  <a:srgbClr val="FFFFFF"/>
                </a:solidFill>
                <a:latin typeface="Arial MT"/>
                <a:cs typeface="Arial MT"/>
              </a:rPr>
              <a:t> </a:t>
            </a:r>
            <a:r>
              <a:rPr sz="1200" dirty="0">
                <a:solidFill>
                  <a:srgbClr val="FFFFFF"/>
                </a:solidFill>
                <a:latin typeface="Arial MT"/>
                <a:cs typeface="Arial MT"/>
              </a:rPr>
              <a:t>Gonzalez</a:t>
            </a:r>
            <a:r>
              <a:rPr sz="1200" spc="-75" dirty="0">
                <a:solidFill>
                  <a:srgbClr val="FFFFFF"/>
                </a:solidFill>
                <a:latin typeface="Arial MT"/>
                <a:cs typeface="Arial MT"/>
              </a:rPr>
              <a:t> </a:t>
            </a:r>
            <a:r>
              <a:rPr sz="1200" dirty="0">
                <a:solidFill>
                  <a:srgbClr val="FFFFFF"/>
                </a:solidFill>
                <a:latin typeface="Arial MT"/>
                <a:cs typeface="Arial MT"/>
              </a:rPr>
              <a:t>&amp;</a:t>
            </a:r>
            <a:r>
              <a:rPr sz="1200" spc="-20" dirty="0">
                <a:solidFill>
                  <a:srgbClr val="FFFFFF"/>
                </a:solidFill>
                <a:latin typeface="Arial MT"/>
                <a:cs typeface="Arial MT"/>
              </a:rPr>
              <a:t> </a:t>
            </a:r>
            <a:r>
              <a:rPr sz="1200" dirty="0">
                <a:solidFill>
                  <a:srgbClr val="FFFFFF"/>
                </a:solidFill>
                <a:latin typeface="Arial MT"/>
                <a:cs typeface="Arial MT"/>
              </a:rPr>
              <a:t>Woods,</a:t>
            </a:r>
            <a:r>
              <a:rPr sz="1200" spc="-75" dirty="0">
                <a:solidFill>
                  <a:srgbClr val="FFFFFF"/>
                </a:solidFill>
                <a:latin typeface="Arial MT"/>
                <a:cs typeface="Arial MT"/>
              </a:rPr>
              <a:t> </a:t>
            </a:r>
            <a:r>
              <a:rPr sz="1200" dirty="0">
                <a:solidFill>
                  <a:srgbClr val="FFFFFF"/>
                </a:solidFill>
                <a:latin typeface="Arial MT"/>
                <a:cs typeface="Arial MT"/>
              </a:rPr>
              <a:t>Digital</a:t>
            </a:r>
            <a:r>
              <a:rPr sz="1200" spc="-80" dirty="0">
                <a:solidFill>
                  <a:srgbClr val="FFFFFF"/>
                </a:solidFill>
                <a:latin typeface="Arial MT"/>
                <a:cs typeface="Arial MT"/>
              </a:rPr>
              <a:t> </a:t>
            </a:r>
            <a:r>
              <a:rPr sz="1200" dirty="0">
                <a:solidFill>
                  <a:srgbClr val="FFFFFF"/>
                </a:solidFill>
                <a:latin typeface="Arial MT"/>
                <a:cs typeface="Arial MT"/>
              </a:rPr>
              <a:t>Image</a:t>
            </a:r>
            <a:r>
              <a:rPr sz="1200" spc="15" dirty="0">
                <a:solidFill>
                  <a:srgbClr val="FFFFFF"/>
                </a:solidFill>
                <a:latin typeface="Arial MT"/>
                <a:cs typeface="Arial MT"/>
              </a:rPr>
              <a:t> </a:t>
            </a:r>
            <a:r>
              <a:rPr sz="1200" dirty="0">
                <a:solidFill>
                  <a:srgbClr val="FFFFFF"/>
                </a:solidFill>
                <a:latin typeface="Arial MT"/>
                <a:cs typeface="Arial MT"/>
              </a:rPr>
              <a:t>Processing</a:t>
            </a:r>
            <a:r>
              <a:rPr sz="1200" spc="-70" dirty="0">
                <a:solidFill>
                  <a:srgbClr val="FFFFFF"/>
                </a:solidFill>
                <a:latin typeface="Arial MT"/>
                <a:cs typeface="Arial MT"/>
              </a:rPr>
              <a:t> </a:t>
            </a:r>
            <a:r>
              <a:rPr sz="1200" spc="-10" dirty="0">
                <a:solidFill>
                  <a:srgbClr val="FFFFFF"/>
                </a:solidFill>
                <a:latin typeface="Arial MT"/>
                <a:cs typeface="Arial MT"/>
              </a:rPr>
              <a:t>(2002)</a:t>
            </a:r>
            <a:endParaRPr sz="1200">
              <a:latin typeface="Arial MT"/>
              <a:cs typeface="Arial M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0801" rIns="0" bIns="0" rtlCol="0">
            <a:spAutoFit/>
          </a:bodyPr>
          <a:lstStyle/>
          <a:p>
            <a:pPr marL="2070100">
              <a:lnSpc>
                <a:spcPct val="100000"/>
              </a:lnSpc>
              <a:spcBef>
                <a:spcPts val="90"/>
              </a:spcBef>
            </a:pPr>
            <a:r>
              <a:rPr dirty="0"/>
              <a:t>HSI</a:t>
            </a:r>
            <a:r>
              <a:rPr spc="-60" dirty="0"/>
              <a:t> </a:t>
            </a:r>
            <a:r>
              <a:rPr dirty="0"/>
              <a:t>Color</a:t>
            </a:r>
            <a:r>
              <a:rPr spc="-60" dirty="0"/>
              <a:t> </a:t>
            </a:r>
            <a:r>
              <a:rPr spc="-10" dirty="0"/>
              <a:t>Model</a:t>
            </a:r>
          </a:p>
        </p:txBody>
      </p:sp>
      <p:sp>
        <p:nvSpPr>
          <p:cNvPr id="3" name="object 3"/>
          <p:cNvSpPr txBox="1"/>
          <p:nvPr/>
        </p:nvSpPr>
        <p:spPr>
          <a:xfrm>
            <a:off x="383540" y="1842918"/>
            <a:ext cx="3130550" cy="3892550"/>
          </a:xfrm>
          <a:prstGeom prst="rect">
            <a:avLst/>
          </a:prstGeom>
        </p:spPr>
        <p:txBody>
          <a:bodyPr vert="horz" wrap="square" lIns="0" tIns="53340" rIns="0" bIns="0" rtlCol="0">
            <a:spAutoFit/>
          </a:bodyPr>
          <a:lstStyle/>
          <a:p>
            <a:pPr marL="356870" indent="-344170">
              <a:lnSpc>
                <a:spcPct val="100000"/>
              </a:lnSpc>
              <a:spcBef>
                <a:spcPts val="420"/>
              </a:spcBef>
              <a:buFont typeface="Arial MT"/>
              <a:buChar char="•"/>
              <a:tabLst>
                <a:tab pos="356870" algn="l"/>
              </a:tabLst>
            </a:pPr>
            <a:r>
              <a:rPr sz="2400" spc="-20" dirty="0">
                <a:latin typeface="Calibri"/>
                <a:cs typeface="Calibri"/>
              </a:rPr>
              <a:t>Hue:</a:t>
            </a:r>
            <a:endParaRPr sz="2400">
              <a:latin typeface="Calibri"/>
              <a:cs typeface="Calibri"/>
            </a:endParaRPr>
          </a:p>
          <a:p>
            <a:pPr marL="717550" lvl="1" indent="-286385" algn="ctr">
              <a:lnSpc>
                <a:spcPts val="2280"/>
              </a:lnSpc>
              <a:spcBef>
                <a:spcPts val="260"/>
              </a:spcBef>
              <a:buFont typeface="Arial MT"/>
              <a:buChar char="–"/>
              <a:tabLst>
                <a:tab pos="717550" algn="l"/>
              </a:tabLst>
            </a:pPr>
            <a:r>
              <a:rPr sz="2000" dirty="0">
                <a:latin typeface="Calibri"/>
                <a:cs typeface="Calibri"/>
              </a:rPr>
              <a:t>an</a:t>
            </a:r>
            <a:r>
              <a:rPr sz="2000" spc="-30" dirty="0">
                <a:latin typeface="Calibri"/>
                <a:cs typeface="Calibri"/>
              </a:rPr>
              <a:t> </a:t>
            </a:r>
            <a:r>
              <a:rPr sz="2000" spc="-10" dirty="0">
                <a:latin typeface="Calibri"/>
                <a:cs typeface="Calibri"/>
              </a:rPr>
              <a:t>attribute</a:t>
            </a:r>
            <a:r>
              <a:rPr sz="2000" spc="-25" dirty="0">
                <a:latin typeface="Calibri"/>
                <a:cs typeface="Calibri"/>
              </a:rPr>
              <a:t> </a:t>
            </a:r>
            <a:r>
              <a:rPr sz="2000" spc="-10" dirty="0">
                <a:latin typeface="Calibri"/>
                <a:cs typeface="Calibri"/>
              </a:rPr>
              <a:t>describing</a:t>
            </a:r>
            <a:endParaRPr sz="2000">
              <a:latin typeface="Calibri"/>
              <a:cs typeface="Calibri"/>
            </a:endParaRPr>
          </a:p>
          <a:p>
            <a:pPr marR="555625" algn="ctr">
              <a:lnSpc>
                <a:spcPts val="2280"/>
              </a:lnSpc>
            </a:pPr>
            <a:r>
              <a:rPr sz="2000" dirty="0">
                <a:latin typeface="Calibri"/>
                <a:cs typeface="Calibri"/>
              </a:rPr>
              <a:t>pure</a:t>
            </a:r>
            <a:r>
              <a:rPr sz="2000" spc="-70" dirty="0">
                <a:latin typeface="Calibri"/>
                <a:cs typeface="Calibri"/>
              </a:rPr>
              <a:t> </a:t>
            </a:r>
            <a:r>
              <a:rPr sz="2000" spc="-20" dirty="0">
                <a:latin typeface="Calibri"/>
                <a:cs typeface="Calibri"/>
              </a:rPr>
              <a:t>color</a:t>
            </a:r>
            <a:endParaRPr sz="2000">
              <a:latin typeface="Calibri"/>
              <a:cs typeface="Calibri"/>
            </a:endParaRPr>
          </a:p>
          <a:p>
            <a:pPr marL="356870" indent="-344170">
              <a:lnSpc>
                <a:spcPct val="100000"/>
              </a:lnSpc>
              <a:spcBef>
                <a:spcPts val="275"/>
              </a:spcBef>
              <a:buFont typeface="Arial MT"/>
              <a:buChar char="•"/>
              <a:tabLst>
                <a:tab pos="356870" algn="l"/>
              </a:tabLst>
            </a:pPr>
            <a:r>
              <a:rPr sz="2400" spc="-10" dirty="0">
                <a:latin typeface="Calibri"/>
                <a:cs typeface="Calibri"/>
              </a:rPr>
              <a:t>Saturation:</a:t>
            </a:r>
            <a:endParaRPr sz="2400">
              <a:latin typeface="Calibri"/>
              <a:cs typeface="Calibri"/>
            </a:endParaRPr>
          </a:p>
          <a:p>
            <a:pPr marL="756285" marR="5080" lvl="1" indent="-287020">
              <a:lnSpc>
                <a:spcPts val="2160"/>
              </a:lnSpc>
              <a:spcBef>
                <a:spcPts val="530"/>
              </a:spcBef>
              <a:buFont typeface="Arial MT"/>
              <a:buChar char="–"/>
              <a:tabLst>
                <a:tab pos="756285" algn="l"/>
              </a:tabLst>
            </a:pPr>
            <a:r>
              <a:rPr sz="2000" dirty="0">
                <a:latin typeface="Calibri"/>
                <a:cs typeface="Calibri"/>
              </a:rPr>
              <a:t>The</a:t>
            </a:r>
            <a:r>
              <a:rPr sz="2000" spc="-45" dirty="0">
                <a:latin typeface="Calibri"/>
                <a:cs typeface="Calibri"/>
              </a:rPr>
              <a:t> </a:t>
            </a:r>
            <a:r>
              <a:rPr sz="2000" dirty="0">
                <a:latin typeface="Calibri"/>
                <a:cs typeface="Calibri"/>
              </a:rPr>
              <a:t>degree</a:t>
            </a:r>
            <a:r>
              <a:rPr sz="2000" spc="-45" dirty="0">
                <a:latin typeface="Calibri"/>
                <a:cs typeface="Calibri"/>
              </a:rPr>
              <a:t> </a:t>
            </a:r>
            <a:r>
              <a:rPr sz="2000" dirty="0">
                <a:latin typeface="Calibri"/>
                <a:cs typeface="Calibri"/>
              </a:rPr>
              <a:t>of</a:t>
            </a:r>
            <a:r>
              <a:rPr sz="2000" spc="-60" dirty="0">
                <a:latin typeface="Calibri"/>
                <a:cs typeface="Calibri"/>
              </a:rPr>
              <a:t> </a:t>
            </a:r>
            <a:r>
              <a:rPr sz="2000" dirty="0">
                <a:latin typeface="Calibri"/>
                <a:cs typeface="Calibri"/>
              </a:rPr>
              <a:t>which</a:t>
            </a:r>
            <a:r>
              <a:rPr sz="2000" spc="-30" dirty="0">
                <a:latin typeface="Calibri"/>
                <a:cs typeface="Calibri"/>
              </a:rPr>
              <a:t> </a:t>
            </a:r>
            <a:r>
              <a:rPr sz="2000" spc="-50" dirty="0">
                <a:latin typeface="Calibri"/>
                <a:cs typeface="Calibri"/>
              </a:rPr>
              <a:t>a </a:t>
            </a:r>
            <a:r>
              <a:rPr sz="2000" dirty="0">
                <a:latin typeface="Calibri"/>
                <a:cs typeface="Calibri"/>
              </a:rPr>
              <a:t>pure</a:t>
            </a:r>
            <a:r>
              <a:rPr sz="2000" spc="-65" dirty="0">
                <a:latin typeface="Calibri"/>
                <a:cs typeface="Calibri"/>
              </a:rPr>
              <a:t> </a:t>
            </a:r>
            <a:r>
              <a:rPr sz="2000" dirty="0">
                <a:latin typeface="Calibri"/>
                <a:cs typeface="Calibri"/>
              </a:rPr>
              <a:t>color</a:t>
            </a:r>
            <a:r>
              <a:rPr sz="2000" spc="-45" dirty="0">
                <a:latin typeface="Calibri"/>
                <a:cs typeface="Calibri"/>
              </a:rPr>
              <a:t> </a:t>
            </a:r>
            <a:r>
              <a:rPr sz="2000" dirty="0">
                <a:latin typeface="Calibri"/>
                <a:cs typeface="Calibri"/>
              </a:rPr>
              <a:t>is</a:t>
            </a:r>
            <a:r>
              <a:rPr sz="2000" spc="-45" dirty="0">
                <a:latin typeface="Calibri"/>
                <a:cs typeface="Calibri"/>
              </a:rPr>
              <a:t> </a:t>
            </a:r>
            <a:r>
              <a:rPr sz="2000" dirty="0">
                <a:latin typeface="Calibri"/>
                <a:cs typeface="Calibri"/>
              </a:rPr>
              <a:t>diluted</a:t>
            </a:r>
            <a:r>
              <a:rPr sz="2000" spc="-25" dirty="0">
                <a:latin typeface="Calibri"/>
                <a:cs typeface="Calibri"/>
              </a:rPr>
              <a:t> by </a:t>
            </a:r>
            <a:r>
              <a:rPr sz="2000" dirty="0">
                <a:latin typeface="Calibri"/>
                <a:cs typeface="Calibri"/>
              </a:rPr>
              <a:t>white</a:t>
            </a:r>
            <a:r>
              <a:rPr sz="2000" spc="-60" dirty="0">
                <a:latin typeface="Calibri"/>
                <a:cs typeface="Calibri"/>
              </a:rPr>
              <a:t> </a:t>
            </a:r>
            <a:r>
              <a:rPr sz="2000" spc="-10" dirty="0">
                <a:latin typeface="Calibri"/>
                <a:cs typeface="Calibri"/>
              </a:rPr>
              <a:t>light.</a:t>
            </a:r>
            <a:endParaRPr sz="2000">
              <a:latin typeface="Calibri"/>
              <a:cs typeface="Calibri"/>
            </a:endParaRPr>
          </a:p>
          <a:p>
            <a:pPr marL="356870" indent="-344170">
              <a:lnSpc>
                <a:spcPct val="100000"/>
              </a:lnSpc>
              <a:spcBef>
                <a:spcPts val="244"/>
              </a:spcBef>
              <a:buFont typeface="Arial MT"/>
              <a:buChar char="•"/>
              <a:tabLst>
                <a:tab pos="356870" algn="l"/>
              </a:tabLst>
            </a:pPr>
            <a:r>
              <a:rPr sz="2400" dirty="0">
                <a:latin typeface="Calibri"/>
                <a:cs typeface="Calibri"/>
              </a:rPr>
              <a:t>HSI</a:t>
            </a:r>
            <a:r>
              <a:rPr sz="2400" spc="-25" dirty="0">
                <a:latin typeface="Calibri"/>
                <a:cs typeface="Calibri"/>
              </a:rPr>
              <a:t> </a:t>
            </a:r>
            <a:r>
              <a:rPr sz="2400" spc="-10" dirty="0">
                <a:latin typeface="Calibri"/>
                <a:cs typeface="Calibri"/>
              </a:rPr>
              <a:t>model</a:t>
            </a:r>
            <a:endParaRPr sz="2400">
              <a:latin typeface="Calibri"/>
              <a:cs typeface="Calibri"/>
            </a:endParaRPr>
          </a:p>
          <a:p>
            <a:pPr marL="756285" marR="93345" lvl="1" indent="-287020">
              <a:lnSpc>
                <a:spcPct val="90100"/>
              </a:lnSpc>
              <a:spcBef>
                <a:spcPts val="490"/>
              </a:spcBef>
              <a:buFont typeface="Arial MT"/>
              <a:buChar char="–"/>
              <a:tabLst>
                <a:tab pos="756285" algn="l"/>
              </a:tabLst>
            </a:pPr>
            <a:r>
              <a:rPr sz="2000" dirty="0">
                <a:latin typeface="Calibri"/>
                <a:cs typeface="Calibri"/>
              </a:rPr>
              <a:t>Hue</a:t>
            </a:r>
            <a:r>
              <a:rPr sz="2000" spc="-60" dirty="0">
                <a:latin typeface="Calibri"/>
                <a:cs typeface="Calibri"/>
              </a:rPr>
              <a:t> </a:t>
            </a:r>
            <a:r>
              <a:rPr sz="2000" dirty="0">
                <a:latin typeface="Calibri"/>
                <a:cs typeface="Calibri"/>
              </a:rPr>
              <a:t>and</a:t>
            </a:r>
            <a:r>
              <a:rPr sz="2000" spc="-45" dirty="0">
                <a:latin typeface="Calibri"/>
                <a:cs typeface="Calibri"/>
              </a:rPr>
              <a:t> </a:t>
            </a:r>
            <a:r>
              <a:rPr sz="2000" spc="-10" dirty="0">
                <a:latin typeface="Calibri"/>
                <a:cs typeface="Calibri"/>
              </a:rPr>
              <a:t>saturation</a:t>
            </a:r>
            <a:r>
              <a:rPr sz="2000" spc="-20" dirty="0">
                <a:latin typeface="Calibri"/>
                <a:cs typeface="Calibri"/>
              </a:rPr>
              <a:t> </a:t>
            </a:r>
            <a:r>
              <a:rPr sz="2000" spc="-25" dirty="0">
                <a:latin typeface="Calibri"/>
                <a:cs typeface="Calibri"/>
              </a:rPr>
              <a:t>lie </a:t>
            </a:r>
            <a:r>
              <a:rPr sz="2000" dirty="0">
                <a:latin typeface="Calibri"/>
                <a:cs typeface="Calibri"/>
              </a:rPr>
              <a:t>in</a:t>
            </a:r>
            <a:r>
              <a:rPr sz="2000" spc="-15" dirty="0">
                <a:latin typeface="Calibri"/>
                <a:cs typeface="Calibri"/>
              </a:rPr>
              <a:t> </a:t>
            </a:r>
            <a:r>
              <a:rPr sz="2000" dirty="0">
                <a:latin typeface="Calibri"/>
                <a:cs typeface="Calibri"/>
              </a:rPr>
              <a:t>a</a:t>
            </a:r>
            <a:r>
              <a:rPr sz="2000" spc="-10" dirty="0">
                <a:latin typeface="Calibri"/>
                <a:cs typeface="Calibri"/>
              </a:rPr>
              <a:t> </a:t>
            </a:r>
            <a:r>
              <a:rPr sz="2000" spc="-20" dirty="0">
                <a:latin typeface="Calibri"/>
                <a:cs typeface="Calibri"/>
              </a:rPr>
              <a:t>plane </a:t>
            </a:r>
            <a:r>
              <a:rPr sz="2000" dirty="0">
                <a:latin typeface="Calibri"/>
                <a:cs typeface="Calibri"/>
              </a:rPr>
              <a:t>perpendicular</a:t>
            </a:r>
            <a:r>
              <a:rPr sz="2000" spc="-60" dirty="0">
                <a:latin typeface="Calibri"/>
                <a:cs typeface="Calibri"/>
              </a:rPr>
              <a:t> </a:t>
            </a:r>
            <a:r>
              <a:rPr sz="2000" dirty="0">
                <a:latin typeface="Calibri"/>
                <a:cs typeface="Calibri"/>
              </a:rPr>
              <a:t>to</a:t>
            </a:r>
            <a:r>
              <a:rPr sz="2000" spc="-70" dirty="0">
                <a:latin typeface="Calibri"/>
                <a:cs typeface="Calibri"/>
              </a:rPr>
              <a:t> </a:t>
            </a:r>
            <a:r>
              <a:rPr sz="2000" spc="-25" dirty="0">
                <a:latin typeface="Calibri"/>
                <a:cs typeface="Calibri"/>
              </a:rPr>
              <a:t>an </a:t>
            </a:r>
            <a:r>
              <a:rPr sz="2000" spc="-10" dirty="0">
                <a:latin typeface="Calibri"/>
                <a:cs typeface="Calibri"/>
              </a:rPr>
              <a:t>intensity</a:t>
            </a:r>
            <a:r>
              <a:rPr sz="2000" spc="-30" dirty="0">
                <a:latin typeface="Calibri"/>
                <a:cs typeface="Calibri"/>
              </a:rPr>
              <a:t> </a:t>
            </a:r>
            <a:r>
              <a:rPr sz="2000" spc="-20" dirty="0">
                <a:latin typeface="Calibri"/>
                <a:cs typeface="Calibri"/>
              </a:rPr>
              <a:t>axis.</a:t>
            </a:r>
            <a:endParaRPr sz="2000">
              <a:latin typeface="Calibri"/>
              <a:cs typeface="Calibri"/>
            </a:endParaRPr>
          </a:p>
        </p:txBody>
      </p:sp>
      <p:pic>
        <p:nvPicPr>
          <p:cNvPr id="4" name="object 4"/>
          <p:cNvPicPr/>
          <p:nvPr/>
        </p:nvPicPr>
        <p:blipFill>
          <a:blip r:embed="rId2" cstate="print"/>
          <a:stretch>
            <a:fillRect/>
          </a:stretch>
        </p:blipFill>
        <p:spPr>
          <a:xfrm>
            <a:off x="3817645" y="2484097"/>
            <a:ext cx="4908751" cy="2947476"/>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4177" y="465200"/>
            <a:ext cx="6292215" cy="695325"/>
          </a:xfrm>
          <a:prstGeom prst="rect">
            <a:avLst/>
          </a:prstGeom>
        </p:spPr>
        <p:txBody>
          <a:bodyPr vert="horz" wrap="square" lIns="0" tIns="11430" rIns="0" bIns="0" rtlCol="0">
            <a:spAutoFit/>
          </a:bodyPr>
          <a:lstStyle/>
          <a:p>
            <a:pPr marL="12700">
              <a:lnSpc>
                <a:spcPct val="100000"/>
              </a:lnSpc>
              <a:spcBef>
                <a:spcPts val="90"/>
              </a:spcBef>
            </a:pPr>
            <a:r>
              <a:rPr dirty="0"/>
              <a:t>Color</a:t>
            </a:r>
            <a:r>
              <a:rPr spc="-150" dirty="0"/>
              <a:t> </a:t>
            </a:r>
            <a:r>
              <a:rPr spc="-10" dirty="0"/>
              <a:t>Coordinate</a:t>
            </a:r>
            <a:r>
              <a:rPr spc="-135" dirty="0"/>
              <a:t> </a:t>
            </a:r>
            <a:r>
              <a:rPr spc="-30" dirty="0"/>
              <a:t>Transform</a:t>
            </a:r>
          </a:p>
        </p:txBody>
      </p:sp>
      <p:sp>
        <p:nvSpPr>
          <p:cNvPr id="3" name="object 3"/>
          <p:cNvSpPr txBox="1"/>
          <p:nvPr/>
        </p:nvSpPr>
        <p:spPr>
          <a:xfrm>
            <a:off x="688644" y="1959940"/>
            <a:ext cx="2178050" cy="868044"/>
          </a:xfrm>
          <a:prstGeom prst="rect">
            <a:avLst/>
          </a:prstGeom>
        </p:spPr>
        <p:txBody>
          <a:bodyPr vert="horz" wrap="square" lIns="0" tIns="12700" rIns="0" bIns="0" rtlCol="0">
            <a:spAutoFit/>
          </a:bodyPr>
          <a:lstStyle/>
          <a:p>
            <a:pPr marL="356870" indent="-344170">
              <a:lnSpc>
                <a:spcPct val="100000"/>
              </a:lnSpc>
              <a:spcBef>
                <a:spcPts val="100"/>
              </a:spcBef>
              <a:buFont typeface="Arial MT"/>
              <a:buChar char="•"/>
              <a:tabLst>
                <a:tab pos="356870" algn="l"/>
              </a:tabLst>
            </a:pPr>
            <a:r>
              <a:rPr sz="2400" dirty="0">
                <a:latin typeface="Calibri"/>
                <a:cs typeface="Calibri"/>
              </a:rPr>
              <a:t>RGB</a:t>
            </a:r>
            <a:r>
              <a:rPr sz="2400" spc="-25" dirty="0">
                <a:latin typeface="Calibri"/>
                <a:cs typeface="Calibri"/>
              </a:rPr>
              <a:t> </a:t>
            </a:r>
            <a:r>
              <a:rPr sz="2400" dirty="0">
                <a:latin typeface="Wingdings"/>
                <a:cs typeface="Wingdings"/>
              </a:rPr>
              <a:t></a:t>
            </a:r>
            <a:r>
              <a:rPr sz="2400" spc="-90" dirty="0">
                <a:latin typeface="Times New Roman"/>
                <a:cs typeface="Times New Roman"/>
              </a:rPr>
              <a:t> </a:t>
            </a:r>
            <a:r>
              <a:rPr sz="2400" spc="-25" dirty="0">
                <a:latin typeface="Calibri"/>
                <a:cs typeface="Calibri"/>
              </a:rPr>
              <a:t>CYM</a:t>
            </a:r>
            <a:endParaRPr sz="2400">
              <a:latin typeface="Calibri"/>
              <a:cs typeface="Calibri"/>
            </a:endParaRPr>
          </a:p>
          <a:p>
            <a:pPr marL="719455">
              <a:lnSpc>
                <a:spcPct val="100000"/>
              </a:lnSpc>
              <a:spcBef>
                <a:spcPts val="1655"/>
              </a:spcBef>
              <a:tabLst>
                <a:tab pos="1358900" algn="l"/>
                <a:tab pos="1816100" algn="l"/>
              </a:tabLst>
            </a:pPr>
            <a:r>
              <a:rPr sz="1750" dirty="0">
                <a:latin typeface="Symbol"/>
                <a:cs typeface="Symbol"/>
              </a:rPr>
              <a:t></a:t>
            </a:r>
            <a:r>
              <a:rPr sz="1750" spc="-165" dirty="0">
                <a:latin typeface="Times New Roman"/>
                <a:cs typeface="Times New Roman"/>
              </a:rPr>
              <a:t> </a:t>
            </a:r>
            <a:r>
              <a:rPr sz="2625" i="1" baseline="4761" dirty="0">
                <a:latin typeface="Times New Roman"/>
                <a:cs typeface="Times New Roman"/>
              </a:rPr>
              <a:t>C</a:t>
            </a:r>
            <a:r>
              <a:rPr sz="2625" i="1" spc="-7" baseline="4761" dirty="0">
                <a:latin typeface="Times New Roman"/>
                <a:cs typeface="Times New Roman"/>
              </a:rPr>
              <a:t> </a:t>
            </a:r>
            <a:r>
              <a:rPr sz="1750" spc="-60" dirty="0">
                <a:latin typeface="Symbol"/>
                <a:cs typeface="Symbol"/>
              </a:rPr>
              <a:t></a:t>
            </a:r>
            <a:r>
              <a:rPr sz="1750" dirty="0">
                <a:latin typeface="Times New Roman"/>
                <a:cs typeface="Times New Roman"/>
              </a:rPr>
              <a:t>	</a:t>
            </a:r>
            <a:r>
              <a:rPr sz="1750" spc="-25" dirty="0">
                <a:latin typeface="Symbol"/>
                <a:cs typeface="Symbol"/>
              </a:rPr>
              <a:t></a:t>
            </a:r>
            <a:r>
              <a:rPr sz="2625" spc="-37" baseline="4761" dirty="0">
                <a:latin typeface="Times New Roman"/>
                <a:cs typeface="Times New Roman"/>
              </a:rPr>
              <a:t>1</a:t>
            </a:r>
            <a:r>
              <a:rPr sz="1750" spc="-25" dirty="0">
                <a:latin typeface="Symbol"/>
                <a:cs typeface="Symbol"/>
              </a:rPr>
              <a:t></a:t>
            </a:r>
            <a:r>
              <a:rPr sz="1750" dirty="0">
                <a:latin typeface="Times New Roman"/>
                <a:cs typeface="Times New Roman"/>
              </a:rPr>
              <a:t>	</a:t>
            </a:r>
            <a:r>
              <a:rPr sz="1750" dirty="0">
                <a:latin typeface="Symbol"/>
                <a:cs typeface="Symbol"/>
              </a:rPr>
              <a:t></a:t>
            </a:r>
            <a:r>
              <a:rPr sz="1750" spc="-265" dirty="0">
                <a:latin typeface="Times New Roman"/>
                <a:cs typeface="Times New Roman"/>
              </a:rPr>
              <a:t> </a:t>
            </a:r>
            <a:r>
              <a:rPr sz="2625" i="1" spc="60" baseline="4761" dirty="0">
                <a:latin typeface="Times New Roman"/>
                <a:cs typeface="Times New Roman"/>
              </a:rPr>
              <a:t>R</a:t>
            </a:r>
            <a:r>
              <a:rPr sz="1750" spc="40" dirty="0">
                <a:latin typeface="Symbol"/>
                <a:cs typeface="Symbol"/>
              </a:rPr>
              <a:t></a:t>
            </a:r>
            <a:endParaRPr sz="1750">
              <a:latin typeface="Symbol"/>
              <a:cs typeface="Symbol"/>
            </a:endParaRPr>
          </a:p>
        </p:txBody>
      </p:sp>
      <p:sp>
        <p:nvSpPr>
          <p:cNvPr id="4" name="object 4"/>
          <p:cNvSpPr txBox="1"/>
          <p:nvPr/>
        </p:nvSpPr>
        <p:spPr>
          <a:xfrm>
            <a:off x="4652264" y="1994154"/>
            <a:ext cx="1965960" cy="453390"/>
          </a:xfrm>
          <a:prstGeom prst="rect">
            <a:avLst/>
          </a:prstGeom>
        </p:spPr>
        <p:txBody>
          <a:bodyPr vert="horz" wrap="square" lIns="0" tIns="13335" rIns="0" bIns="0" rtlCol="0">
            <a:spAutoFit/>
          </a:bodyPr>
          <a:lstStyle/>
          <a:p>
            <a:pPr marL="356870" indent="-344170">
              <a:lnSpc>
                <a:spcPct val="100000"/>
              </a:lnSpc>
              <a:spcBef>
                <a:spcPts val="105"/>
              </a:spcBef>
              <a:buFont typeface="Arial MT"/>
              <a:buChar char="•"/>
              <a:tabLst>
                <a:tab pos="356870" algn="l"/>
              </a:tabLst>
            </a:pPr>
            <a:r>
              <a:rPr sz="2800" dirty="0">
                <a:latin typeface="Calibri"/>
                <a:cs typeface="Calibri"/>
              </a:rPr>
              <a:t>RGB</a:t>
            </a:r>
            <a:r>
              <a:rPr sz="2800" spc="-35" dirty="0">
                <a:latin typeface="Calibri"/>
                <a:cs typeface="Calibri"/>
              </a:rPr>
              <a:t> </a:t>
            </a:r>
            <a:r>
              <a:rPr sz="2800" dirty="0">
                <a:latin typeface="Wingdings"/>
                <a:cs typeface="Wingdings"/>
              </a:rPr>
              <a:t></a:t>
            </a:r>
            <a:r>
              <a:rPr sz="2800" spc="-85" dirty="0">
                <a:latin typeface="Times New Roman"/>
                <a:cs typeface="Times New Roman"/>
              </a:rPr>
              <a:t> </a:t>
            </a:r>
            <a:r>
              <a:rPr sz="2800" spc="-25" dirty="0">
                <a:latin typeface="Calibri"/>
                <a:cs typeface="Calibri"/>
              </a:rPr>
              <a:t>HSI</a:t>
            </a:r>
            <a:endParaRPr sz="2800">
              <a:latin typeface="Calibri"/>
              <a:cs typeface="Calibri"/>
            </a:endParaRPr>
          </a:p>
        </p:txBody>
      </p:sp>
      <p:sp>
        <p:nvSpPr>
          <p:cNvPr id="5" name="object 5"/>
          <p:cNvSpPr txBox="1"/>
          <p:nvPr/>
        </p:nvSpPr>
        <p:spPr>
          <a:xfrm>
            <a:off x="1370260" y="2748497"/>
            <a:ext cx="1522095" cy="292100"/>
          </a:xfrm>
          <a:prstGeom prst="rect">
            <a:avLst/>
          </a:prstGeom>
        </p:spPr>
        <p:txBody>
          <a:bodyPr vert="horz" wrap="square" lIns="0" tIns="12700" rIns="0" bIns="0" rtlCol="0">
            <a:spAutoFit/>
          </a:bodyPr>
          <a:lstStyle/>
          <a:p>
            <a:pPr marL="38100">
              <a:lnSpc>
                <a:spcPct val="100000"/>
              </a:lnSpc>
              <a:spcBef>
                <a:spcPts val="100"/>
              </a:spcBef>
            </a:pPr>
            <a:r>
              <a:rPr sz="1750" dirty="0">
                <a:latin typeface="Symbol"/>
                <a:cs typeface="Symbol"/>
              </a:rPr>
              <a:t></a:t>
            </a:r>
            <a:r>
              <a:rPr sz="1750" spc="-150" dirty="0">
                <a:latin typeface="Times New Roman"/>
                <a:cs typeface="Times New Roman"/>
              </a:rPr>
              <a:t> </a:t>
            </a:r>
            <a:r>
              <a:rPr sz="2625" i="1" baseline="-25396" dirty="0">
                <a:latin typeface="Times New Roman"/>
                <a:cs typeface="Times New Roman"/>
              </a:rPr>
              <a:t>Y</a:t>
            </a:r>
            <a:r>
              <a:rPr sz="2625" i="1" spc="254" baseline="-25396" dirty="0">
                <a:latin typeface="Times New Roman"/>
                <a:cs typeface="Times New Roman"/>
              </a:rPr>
              <a:t> </a:t>
            </a:r>
            <a:r>
              <a:rPr sz="1750" dirty="0">
                <a:latin typeface="Symbol"/>
                <a:cs typeface="Symbol"/>
              </a:rPr>
              <a:t></a:t>
            </a:r>
            <a:r>
              <a:rPr sz="1750" spc="-10" dirty="0">
                <a:latin typeface="Times New Roman"/>
                <a:cs typeface="Times New Roman"/>
              </a:rPr>
              <a:t> </a:t>
            </a:r>
            <a:r>
              <a:rPr sz="2625" baseline="-25396" dirty="0">
                <a:latin typeface="Symbol"/>
                <a:cs typeface="Symbol"/>
              </a:rPr>
              <a:t></a:t>
            </a:r>
            <a:r>
              <a:rPr sz="2625" spc="-52" baseline="-25396" dirty="0">
                <a:latin typeface="Times New Roman"/>
                <a:cs typeface="Times New Roman"/>
              </a:rPr>
              <a:t> </a:t>
            </a:r>
            <a:r>
              <a:rPr sz="1750" spc="-80" dirty="0">
                <a:latin typeface="Symbol"/>
                <a:cs typeface="Symbol"/>
              </a:rPr>
              <a:t></a:t>
            </a:r>
            <a:r>
              <a:rPr sz="2625" spc="-120" baseline="-25396" dirty="0">
                <a:latin typeface="Times New Roman"/>
                <a:cs typeface="Times New Roman"/>
              </a:rPr>
              <a:t>1</a:t>
            </a:r>
            <a:r>
              <a:rPr sz="1750" spc="-80" dirty="0">
                <a:latin typeface="Symbol"/>
                <a:cs typeface="Symbol"/>
              </a:rPr>
              <a:t></a:t>
            </a:r>
            <a:r>
              <a:rPr sz="1750" spc="-114" dirty="0">
                <a:latin typeface="Times New Roman"/>
                <a:cs typeface="Times New Roman"/>
              </a:rPr>
              <a:t> </a:t>
            </a:r>
            <a:r>
              <a:rPr sz="2625" baseline="-25396" dirty="0">
                <a:latin typeface="Symbol"/>
                <a:cs typeface="Symbol"/>
              </a:rPr>
              <a:t></a:t>
            </a:r>
            <a:r>
              <a:rPr sz="2625" spc="-217" baseline="-25396" dirty="0">
                <a:latin typeface="Times New Roman"/>
                <a:cs typeface="Times New Roman"/>
              </a:rPr>
              <a:t> </a:t>
            </a:r>
            <a:r>
              <a:rPr sz="1750" spc="-25" dirty="0">
                <a:latin typeface="Symbol"/>
                <a:cs typeface="Symbol"/>
              </a:rPr>
              <a:t></a:t>
            </a:r>
            <a:r>
              <a:rPr sz="2625" i="1" spc="-37" baseline="-25396" dirty="0">
                <a:latin typeface="Times New Roman"/>
                <a:cs typeface="Times New Roman"/>
              </a:rPr>
              <a:t>G</a:t>
            </a:r>
            <a:r>
              <a:rPr sz="1750" spc="-25" dirty="0">
                <a:latin typeface="Symbol"/>
                <a:cs typeface="Symbol"/>
              </a:rPr>
              <a:t></a:t>
            </a:r>
            <a:endParaRPr sz="1750">
              <a:latin typeface="Symbol"/>
              <a:cs typeface="Symbol"/>
            </a:endParaRPr>
          </a:p>
        </p:txBody>
      </p:sp>
      <p:sp>
        <p:nvSpPr>
          <p:cNvPr id="6" name="object 6"/>
          <p:cNvSpPr txBox="1"/>
          <p:nvPr/>
        </p:nvSpPr>
        <p:spPr>
          <a:xfrm>
            <a:off x="663244" y="2961018"/>
            <a:ext cx="2241550" cy="1786255"/>
          </a:xfrm>
          <a:prstGeom prst="rect">
            <a:avLst/>
          </a:prstGeom>
        </p:spPr>
        <p:txBody>
          <a:bodyPr vert="horz" wrap="square" lIns="0" tIns="12700" rIns="0" bIns="0" rtlCol="0">
            <a:spAutoFit/>
          </a:bodyPr>
          <a:lstStyle/>
          <a:p>
            <a:pPr marL="744855">
              <a:lnSpc>
                <a:spcPts val="1930"/>
              </a:lnSpc>
              <a:spcBef>
                <a:spcPts val="100"/>
              </a:spcBef>
              <a:tabLst>
                <a:tab pos="1069340" algn="l"/>
                <a:tab pos="1384300" algn="l"/>
                <a:tab pos="1841500" algn="l"/>
                <a:tab pos="2104390" algn="l"/>
              </a:tabLst>
            </a:pPr>
            <a:r>
              <a:rPr sz="1750" spc="-50" dirty="0">
                <a:latin typeface="Symbol"/>
                <a:cs typeface="Symbol"/>
              </a:rPr>
              <a:t></a:t>
            </a:r>
            <a:r>
              <a:rPr sz="1750" dirty="0">
                <a:latin typeface="Times New Roman"/>
                <a:cs typeface="Times New Roman"/>
              </a:rPr>
              <a:t>	</a:t>
            </a:r>
            <a:r>
              <a:rPr sz="1750" spc="-50" dirty="0">
                <a:latin typeface="Symbol"/>
                <a:cs typeface="Symbol"/>
              </a:rPr>
              <a:t></a:t>
            </a:r>
            <a:r>
              <a:rPr sz="1750" dirty="0">
                <a:latin typeface="Times New Roman"/>
                <a:cs typeface="Times New Roman"/>
              </a:rPr>
              <a:t>	</a:t>
            </a:r>
            <a:r>
              <a:rPr sz="1750" dirty="0">
                <a:latin typeface="Symbol"/>
                <a:cs typeface="Symbol"/>
              </a:rPr>
              <a:t></a:t>
            </a:r>
            <a:r>
              <a:rPr sz="1750" spc="215" dirty="0">
                <a:latin typeface="Times New Roman"/>
                <a:cs typeface="Times New Roman"/>
              </a:rPr>
              <a:t> </a:t>
            </a:r>
            <a:r>
              <a:rPr sz="1750" spc="-50" dirty="0">
                <a:latin typeface="Symbol"/>
                <a:cs typeface="Symbol"/>
              </a:rPr>
              <a:t></a:t>
            </a:r>
            <a:r>
              <a:rPr sz="1750" dirty="0">
                <a:latin typeface="Times New Roman"/>
                <a:cs typeface="Times New Roman"/>
              </a:rPr>
              <a:t>	</a:t>
            </a:r>
            <a:r>
              <a:rPr sz="1750" spc="-50" dirty="0">
                <a:latin typeface="Symbol"/>
                <a:cs typeface="Symbol"/>
              </a:rPr>
              <a:t></a:t>
            </a:r>
            <a:r>
              <a:rPr sz="1750" dirty="0">
                <a:latin typeface="Times New Roman"/>
                <a:cs typeface="Times New Roman"/>
              </a:rPr>
              <a:t>	</a:t>
            </a:r>
            <a:r>
              <a:rPr sz="1750" spc="-50" dirty="0">
                <a:latin typeface="Symbol"/>
                <a:cs typeface="Symbol"/>
              </a:rPr>
              <a:t></a:t>
            </a:r>
            <a:endParaRPr sz="1750">
              <a:latin typeface="Symbol"/>
              <a:cs typeface="Symbol"/>
            </a:endParaRPr>
          </a:p>
          <a:p>
            <a:pPr marL="744855">
              <a:lnSpc>
                <a:spcPts val="1930"/>
              </a:lnSpc>
              <a:tabLst>
                <a:tab pos="1384300" algn="l"/>
                <a:tab pos="1841500" algn="l"/>
              </a:tabLst>
            </a:pPr>
            <a:r>
              <a:rPr sz="2625" spc="-307" baseline="3174" dirty="0">
                <a:latin typeface="Symbol"/>
                <a:cs typeface="Symbol"/>
              </a:rPr>
              <a:t></a:t>
            </a:r>
            <a:r>
              <a:rPr sz="2625" spc="-307" baseline="-15873" dirty="0">
                <a:latin typeface="Symbol"/>
                <a:cs typeface="Symbol"/>
              </a:rPr>
              <a:t></a:t>
            </a:r>
            <a:r>
              <a:rPr sz="1750" i="1" spc="-204" dirty="0">
                <a:latin typeface="Times New Roman"/>
                <a:cs typeface="Times New Roman"/>
              </a:rPr>
              <a:t>M</a:t>
            </a:r>
            <a:r>
              <a:rPr sz="1750" i="1" spc="-95" dirty="0">
                <a:latin typeface="Times New Roman"/>
                <a:cs typeface="Times New Roman"/>
              </a:rPr>
              <a:t> </a:t>
            </a:r>
            <a:r>
              <a:rPr sz="2625" spc="-547" baseline="3174" dirty="0">
                <a:latin typeface="Symbol"/>
                <a:cs typeface="Symbol"/>
              </a:rPr>
              <a:t></a:t>
            </a:r>
            <a:r>
              <a:rPr sz="2625" spc="-547" baseline="-15873" dirty="0">
                <a:latin typeface="Symbol"/>
                <a:cs typeface="Symbol"/>
              </a:rPr>
              <a:t></a:t>
            </a:r>
            <a:r>
              <a:rPr sz="2625" baseline="-15873" dirty="0">
                <a:latin typeface="Times New Roman"/>
                <a:cs typeface="Times New Roman"/>
              </a:rPr>
              <a:t>	</a:t>
            </a:r>
            <a:r>
              <a:rPr sz="2625" spc="-487" baseline="3174" dirty="0">
                <a:latin typeface="Symbol"/>
                <a:cs typeface="Symbol"/>
              </a:rPr>
              <a:t></a:t>
            </a:r>
            <a:r>
              <a:rPr sz="2625" spc="-487" baseline="-15873" dirty="0">
                <a:latin typeface="Symbol"/>
                <a:cs typeface="Symbol"/>
              </a:rPr>
              <a:t></a:t>
            </a:r>
            <a:r>
              <a:rPr sz="1750" spc="-325" dirty="0">
                <a:latin typeface="Times New Roman"/>
                <a:cs typeface="Times New Roman"/>
              </a:rPr>
              <a:t>1</a:t>
            </a:r>
            <a:r>
              <a:rPr sz="2625" spc="-487" baseline="-15873" dirty="0">
                <a:latin typeface="Symbol"/>
                <a:cs typeface="Symbol"/>
              </a:rPr>
              <a:t></a:t>
            </a:r>
            <a:r>
              <a:rPr sz="2625" spc="-487" baseline="3174" dirty="0">
                <a:latin typeface="Symbol"/>
                <a:cs typeface="Symbol"/>
              </a:rPr>
              <a:t></a:t>
            </a:r>
            <a:r>
              <a:rPr sz="2625" baseline="3174" dirty="0">
                <a:latin typeface="Times New Roman"/>
                <a:cs typeface="Times New Roman"/>
              </a:rPr>
              <a:t>	</a:t>
            </a:r>
            <a:r>
              <a:rPr sz="2625" spc="-509" baseline="3174" dirty="0">
                <a:latin typeface="Symbol"/>
                <a:cs typeface="Symbol"/>
              </a:rPr>
              <a:t></a:t>
            </a:r>
            <a:r>
              <a:rPr sz="2625" spc="-509" baseline="-15873" dirty="0">
                <a:latin typeface="Symbol"/>
                <a:cs typeface="Symbol"/>
              </a:rPr>
              <a:t></a:t>
            </a:r>
            <a:r>
              <a:rPr sz="2625" spc="-405" baseline="-15873" dirty="0">
                <a:latin typeface="Times New Roman"/>
                <a:cs typeface="Times New Roman"/>
              </a:rPr>
              <a:t> </a:t>
            </a:r>
            <a:r>
              <a:rPr sz="1750" i="1" spc="-65" dirty="0">
                <a:latin typeface="Times New Roman"/>
                <a:cs typeface="Times New Roman"/>
              </a:rPr>
              <a:t>B</a:t>
            </a:r>
            <a:r>
              <a:rPr sz="2625" spc="-97" baseline="3174" dirty="0">
                <a:latin typeface="Symbol"/>
                <a:cs typeface="Symbol"/>
              </a:rPr>
              <a:t></a:t>
            </a:r>
            <a:r>
              <a:rPr sz="2625" spc="-97" baseline="-15873" dirty="0">
                <a:latin typeface="Symbol"/>
                <a:cs typeface="Symbol"/>
              </a:rPr>
              <a:t></a:t>
            </a:r>
            <a:endParaRPr sz="2625" baseline="-15873">
              <a:latin typeface="Symbol"/>
              <a:cs typeface="Symbol"/>
            </a:endParaRPr>
          </a:p>
          <a:p>
            <a:pPr marL="382270" indent="-344170">
              <a:lnSpc>
                <a:spcPct val="100000"/>
              </a:lnSpc>
              <a:spcBef>
                <a:spcPts val="935"/>
              </a:spcBef>
              <a:buFont typeface="Arial MT"/>
              <a:buChar char="•"/>
              <a:tabLst>
                <a:tab pos="382270" algn="l"/>
              </a:tabLst>
            </a:pPr>
            <a:r>
              <a:rPr sz="2400" dirty="0">
                <a:latin typeface="Calibri"/>
                <a:cs typeface="Calibri"/>
              </a:rPr>
              <a:t>HSI</a:t>
            </a:r>
            <a:r>
              <a:rPr sz="2400" spc="-10" dirty="0">
                <a:latin typeface="Calibri"/>
                <a:cs typeface="Calibri"/>
              </a:rPr>
              <a:t> </a:t>
            </a:r>
            <a:r>
              <a:rPr sz="2400" dirty="0">
                <a:latin typeface="Wingdings"/>
                <a:cs typeface="Wingdings"/>
              </a:rPr>
              <a:t></a:t>
            </a:r>
            <a:r>
              <a:rPr sz="2400" spc="-85" dirty="0">
                <a:latin typeface="Times New Roman"/>
                <a:cs typeface="Times New Roman"/>
              </a:rPr>
              <a:t> </a:t>
            </a:r>
            <a:r>
              <a:rPr sz="2400" spc="-25" dirty="0">
                <a:latin typeface="Calibri"/>
                <a:cs typeface="Calibri"/>
              </a:rPr>
              <a:t>RGB</a:t>
            </a:r>
            <a:endParaRPr sz="2400">
              <a:latin typeface="Calibri"/>
              <a:cs typeface="Calibri"/>
            </a:endParaRPr>
          </a:p>
          <a:p>
            <a:pPr marL="436880">
              <a:lnSpc>
                <a:spcPct val="100000"/>
              </a:lnSpc>
              <a:spcBef>
                <a:spcPts val="895"/>
              </a:spcBef>
            </a:pPr>
            <a:r>
              <a:rPr sz="1950" dirty="0">
                <a:latin typeface="Times New Roman"/>
                <a:cs typeface="Times New Roman"/>
              </a:rPr>
              <a:t>0</a:t>
            </a:r>
            <a:r>
              <a:rPr sz="1950" spc="-100" dirty="0">
                <a:latin typeface="Times New Roman"/>
                <a:cs typeface="Times New Roman"/>
              </a:rPr>
              <a:t> </a:t>
            </a:r>
            <a:r>
              <a:rPr sz="1950" dirty="0">
                <a:latin typeface="Symbol"/>
                <a:cs typeface="Symbol"/>
              </a:rPr>
              <a:t></a:t>
            </a:r>
            <a:r>
              <a:rPr sz="1950" spc="25" dirty="0">
                <a:latin typeface="Times New Roman"/>
                <a:cs typeface="Times New Roman"/>
              </a:rPr>
              <a:t> </a:t>
            </a:r>
            <a:r>
              <a:rPr sz="1950" i="1" dirty="0">
                <a:latin typeface="Times New Roman"/>
                <a:cs typeface="Times New Roman"/>
              </a:rPr>
              <a:t>H</a:t>
            </a:r>
            <a:r>
              <a:rPr sz="1950" i="1" spc="170" dirty="0">
                <a:latin typeface="Times New Roman"/>
                <a:cs typeface="Times New Roman"/>
              </a:rPr>
              <a:t> </a:t>
            </a:r>
            <a:r>
              <a:rPr sz="1950" dirty="0">
                <a:latin typeface="Symbol"/>
                <a:cs typeface="Symbol"/>
              </a:rPr>
              <a:t></a:t>
            </a:r>
            <a:r>
              <a:rPr sz="1950" spc="-254" dirty="0">
                <a:latin typeface="Times New Roman"/>
                <a:cs typeface="Times New Roman"/>
              </a:rPr>
              <a:t> </a:t>
            </a:r>
            <a:r>
              <a:rPr sz="1950" spc="-20" dirty="0">
                <a:latin typeface="Times New Roman"/>
                <a:cs typeface="Times New Roman"/>
              </a:rPr>
              <a:t>120</a:t>
            </a:r>
            <a:r>
              <a:rPr sz="1725" i="1" spc="-30" baseline="43478" dirty="0">
                <a:latin typeface="Times New Roman"/>
                <a:cs typeface="Times New Roman"/>
              </a:rPr>
              <a:t>o</a:t>
            </a:r>
            <a:endParaRPr sz="1725" baseline="43478">
              <a:latin typeface="Times New Roman"/>
              <a:cs typeface="Times New Roman"/>
            </a:endParaRPr>
          </a:p>
          <a:p>
            <a:pPr marL="448309">
              <a:lnSpc>
                <a:spcPct val="100000"/>
              </a:lnSpc>
              <a:spcBef>
                <a:spcPts val="605"/>
              </a:spcBef>
            </a:pPr>
            <a:r>
              <a:rPr sz="1950" i="1" dirty="0">
                <a:latin typeface="Times New Roman"/>
                <a:cs typeface="Times New Roman"/>
              </a:rPr>
              <a:t>B</a:t>
            </a:r>
            <a:r>
              <a:rPr sz="1950" i="1" spc="-5" dirty="0">
                <a:latin typeface="Times New Roman"/>
                <a:cs typeface="Times New Roman"/>
              </a:rPr>
              <a:t> </a:t>
            </a:r>
            <a:r>
              <a:rPr sz="1950" dirty="0">
                <a:latin typeface="Symbol"/>
                <a:cs typeface="Symbol"/>
              </a:rPr>
              <a:t></a:t>
            </a:r>
            <a:r>
              <a:rPr sz="1950" spc="20" dirty="0">
                <a:latin typeface="Times New Roman"/>
                <a:cs typeface="Times New Roman"/>
              </a:rPr>
              <a:t> </a:t>
            </a:r>
            <a:r>
              <a:rPr sz="1950" i="1" dirty="0">
                <a:latin typeface="Times New Roman"/>
                <a:cs typeface="Times New Roman"/>
              </a:rPr>
              <a:t>I</a:t>
            </a:r>
            <a:r>
              <a:rPr sz="1950" i="1" spc="-254" dirty="0">
                <a:latin typeface="Times New Roman"/>
                <a:cs typeface="Times New Roman"/>
              </a:rPr>
              <a:t> </a:t>
            </a:r>
            <a:r>
              <a:rPr sz="1950" spc="-10" dirty="0">
                <a:latin typeface="Times New Roman"/>
                <a:cs typeface="Times New Roman"/>
              </a:rPr>
              <a:t>(1</a:t>
            </a:r>
            <a:r>
              <a:rPr sz="1950" spc="-10" dirty="0">
                <a:latin typeface="Symbol"/>
                <a:cs typeface="Symbol"/>
              </a:rPr>
              <a:t></a:t>
            </a:r>
            <a:r>
              <a:rPr sz="1950" spc="-135" dirty="0">
                <a:latin typeface="Times New Roman"/>
                <a:cs typeface="Times New Roman"/>
              </a:rPr>
              <a:t> </a:t>
            </a:r>
            <a:r>
              <a:rPr sz="1950" i="1" dirty="0">
                <a:latin typeface="Times New Roman"/>
                <a:cs typeface="Times New Roman"/>
              </a:rPr>
              <a:t>S</a:t>
            </a:r>
            <a:r>
              <a:rPr sz="1950" i="1" spc="-315" dirty="0">
                <a:latin typeface="Times New Roman"/>
                <a:cs typeface="Times New Roman"/>
              </a:rPr>
              <a:t> </a:t>
            </a:r>
            <a:r>
              <a:rPr sz="1950" spc="-50" dirty="0">
                <a:latin typeface="Times New Roman"/>
                <a:cs typeface="Times New Roman"/>
              </a:rPr>
              <a:t>)</a:t>
            </a:r>
            <a:endParaRPr sz="1950">
              <a:latin typeface="Times New Roman"/>
              <a:cs typeface="Times New Roman"/>
            </a:endParaRPr>
          </a:p>
        </p:txBody>
      </p:sp>
      <p:sp>
        <p:nvSpPr>
          <p:cNvPr id="7" name="object 7"/>
          <p:cNvSpPr txBox="1"/>
          <p:nvPr/>
        </p:nvSpPr>
        <p:spPr>
          <a:xfrm>
            <a:off x="1750705" y="4842364"/>
            <a:ext cx="1865630" cy="325755"/>
          </a:xfrm>
          <a:prstGeom prst="rect">
            <a:avLst/>
          </a:prstGeom>
        </p:spPr>
        <p:txBody>
          <a:bodyPr vert="horz" wrap="square" lIns="0" tIns="15240" rIns="0" bIns="0" rtlCol="0">
            <a:spAutoFit/>
          </a:bodyPr>
          <a:lstStyle/>
          <a:p>
            <a:pPr marL="12700">
              <a:lnSpc>
                <a:spcPct val="100000"/>
              </a:lnSpc>
              <a:spcBef>
                <a:spcPts val="120"/>
              </a:spcBef>
              <a:tabLst>
                <a:tab pos="420370" algn="l"/>
                <a:tab pos="659130" algn="l"/>
                <a:tab pos="1735455" algn="l"/>
              </a:tabLst>
            </a:pPr>
            <a:r>
              <a:rPr sz="2925" spc="-75" baseline="1424" dirty="0">
                <a:latin typeface="Symbol"/>
                <a:cs typeface="Symbol"/>
              </a:rPr>
              <a:t></a:t>
            </a:r>
            <a:r>
              <a:rPr sz="2925" baseline="1424" dirty="0">
                <a:latin typeface="Times New Roman"/>
                <a:cs typeface="Times New Roman"/>
              </a:rPr>
              <a:t>	</a:t>
            </a:r>
            <a:r>
              <a:rPr sz="1950" i="1" u="sng" dirty="0">
                <a:uFill>
                  <a:solidFill>
                    <a:srgbClr val="000000"/>
                  </a:solidFill>
                </a:uFill>
                <a:latin typeface="Times New Roman"/>
                <a:cs typeface="Times New Roman"/>
              </a:rPr>
              <a:t>	S </a:t>
            </a:r>
            <a:r>
              <a:rPr sz="1950" u="sng" dirty="0">
                <a:uFill>
                  <a:solidFill>
                    <a:srgbClr val="000000"/>
                  </a:solidFill>
                </a:uFill>
                <a:latin typeface="Symbol"/>
                <a:cs typeface="Symbol"/>
              </a:rPr>
              <a:t></a:t>
            </a:r>
            <a:r>
              <a:rPr sz="1950" u="sng" dirty="0">
                <a:uFill>
                  <a:solidFill>
                    <a:srgbClr val="000000"/>
                  </a:solidFill>
                </a:uFill>
                <a:latin typeface="Times New Roman"/>
                <a:cs typeface="Times New Roman"/>
              </a:rPr>
              <a:t>cos</a:t>
            </a:r>
            <a:r>
              <a:rPr sz="1950" u="sng" spc="-65" dirty="0">
                <a:uFill>
                  <a:solidFill>
                    <a:srgbClr val="000000"/>
                  </a:solidFill>
                </a:uFill>
                <a:latin typeface="Times New Roman"/>
                <a:cs typeface="Times New Roman"/>
              </a:rPr>
              <a:t> </a:t>
            </a:r>
            <a:r>
              <a:rPr sz="1950" i="1" u="sng" spc="-50" dirty="0">
                <a:uFill>
                  <a:solidFill>
                    <a:srgbClr val="000000"/>
                  </a:solidFill>
                </a:uFill>
                <a:latin typeface="Times New Roman"/>
                <a:cs typeface="Times New Roman"/>
              </a:rPr>
              <a:t>H</a:t>
            </a:r>
            <a:r>
              <a:rPr sz="1950" i="1" u="sng" dirty="0">
                <a:uFill>
                  <a:solidFill>
                    <a:srgbClr val="000000"/>
                  </a:solidFill>
                </a:uFill>
                <a:latin typeface="Times New Roman"/>
                <a:cs typeface="Times New Roman"/>
              </a:rPr>
              <a:t>	</a:t>
            </a:r>
            <a:r>
              <a:rPr sz="2925" spc="-75" baseline="1424" dirty="0">
                <a:latin typeface="Symbol"/>
                <a:cs typeface="Symbol"/>
              </a:rPr>
              <a:t></a:t>
            </a:r>
            <a:endParaRPr sz="2925" baseline="1424">
              <a:latin typeface="Symbol"/>
              <a:cs typeface="Symbol"/>
            </a:endParaRPr>
          </a:p>
        </p:txBody>
      </p:sp>
      <p:sp>
        <p:nvSpPr>
          <p:cNvPr id="8" name="object 8"/>
          <p:cNvSpPr txBox="1"/>
          <p:nvPr/>
        </p:nvSpPr>
        <p:spPr>
          <a:xfrm>
            <a:off x="1099138" y="4999730"/>
            <a:ext cx="1037590" cy="325755"/>
          </a:xfrm>
          <a:prstGeom prst="rect">
            <a:avLst/>
          </a:prstGeom>
        </p:spPr>
        <p:txBody>
          <a:bodyPr vert="horz" wrap="square" lIns="0" tIns="15240" rIns="0" bIns="0" rtlCol="0">
            <a:spAutoFit/>
          </a:bodyPr>
          <a:lstStyle/>
          <a:p>
            <a:pPr marL="12700">
              <a:lnSpc>
                <a:spcPct val="100000"/>
              </a:lnSpc>
              <a:spcBef>
                <a:spcPts val="120"/>
              </a:spcBef>
            </a:pPr>
            <a:r>
              <a:rPr sz="1950" i="1" dirty="0">
                <a:latin typeface="Times New Roman"/>
                <a:cs typeface="Times New Roman"/>
              </a:rPr>
              <a:t>R</a:t>
            </a:r>
            <a:r>
              <a:rPr sz="1950" i="1" spc="-15" dirty="0">
                <a:latin typeface="Times New Roman"/>
                <a:cs typeface="Times New Roman"/>
              </a:rPr>
              <a:t> </a:t>
            </a:r>
            <a:r>
              <a:rPr sz="1950" dirty="0">
                <a:latin typeface="Symbol"/>
                <a:cs typeface="Symbol"/>
              </a:rPr>
              <a:t></a:t>
            </a:r>
            <a:r>
              <a:rPr sz="1950" spc="10" dirty="0">
                <a:latin typeface="Times New Roman"/>
                <a:cs typeface="Times New Roman"/>
              </a:rPr>
              <a:t> </a:t>
            </a:r>
            <a:r>
              <a:rPr sz="1950" i="1" dirty="0">
                <a:latin typeface="Times New Roman"/>
                <a:cs typeface="Times New Roman"/>
              </a:rPr>
              <a:t>I</a:t>
            </a:r>
            <a:r>
              <a:rPr sz="1950" i="1" spc="-40" dirty="0">
                <a:latin typeface="Times New Roman"/>
                <a:cs typeface="Times New Roman"/>
              </a:rPr>
              <a:t> </a:t>
            </a:r>
            <a:r>
              <a:rPr sz="1950" dirty="0">
                <a:latin typeface="Symbol"/>
                <a:cs typeface="Symbol"/>
              </a:rPr>
              <a:t></a:t>
            </a:r>
            <a:r>
              <a:rPr sz="1950" spc="405" dirty="0">
                <a:latin typeface="Times New Roman"/>
                <a:cs typeface="Times New Roman"/>
              </a:rPr>
              <a:t> </a:t>
            </a:r>
            <a:r>
              <a:rPr sz="1950" spc="50" dirty="0">
                <a:latin typeface="Times New Roman"/>
                <a:cs typeface="Times New Roman"/>
              </a:rPr>
              <a:t>1</a:t>
            </a:r>
            <a:r>
              <a:rPr sz="1950" spc="50" dirty="0">
                <a:latin typeface="Symbol"/>
                <a:cs typeface="Symbol"/>
              </a:rPr>
              <a:t></a:t>
            </a:r>
            <a:endParaRPr sz="1950">
              <a:latin typeface="Symbol"/>
              <a:cs typeface="Symbol"/>
            </a:endParaRPr>
          </a:p>
        </p:txBody>
      </p:sp>
      <p:sp>
        <p:nvSpPr>
          <p:cNvPr id="9" name="object 9"/>
          <p:cNvSpPr txBox="1"/>
          <p:nvPr/>
        </p:nvSpPr>
        <p:spPr>
          <a:xfrm>
            <a:off x="1083626" y="5585452"/>
            <a:ext cx="1481455" cy="325755"/>
          </a:xfrm>
          <a:prstGeom prst="rect">
            <a:avLst/>
          </a:prstGeom>
        </p:spPr>
        <p:txBody>
          <a:bodyPr vert="horz" wrap="square" lIns="0" tIns="15240" rIns="0" bIns="0" rtlCol="0">
            <a:spAutoFit/>
          </a:bodyPr>
          <a:lstStyle/>
          <a:p>
            <a:pPr marL="12700">
              <a:lnSpc>
                <a:spcPct val="100000"/>
              </a:lnSpc>
              <a:spcBef>
                <a:spcPts val="120"/>
              </a:spcBef>
            </a:pPr>
            <a:r>
              <a:rPr sz="1950" i="1" dirty="0">
                <a:latin typeface="Times New Roman"/>
                <a:cs typeface="Times New Roman"/>
              </a:rPr>
              <a:t>G</a:t>
            </a:r>
            <a:r>
              <a:rPr sz="1950" i="1" spc="15" dirty="0">
                <a:latin typeface="Times New Roman"/>
                <a:cs typeface="Times New Roman"/>
              </a:rPr>
              <a:t> </a:t>
            </a:r>
            <a:r>
              <a:rPr sz="1950" dirty="0">
                <a:latin typeface="Symbol"/>
                <a:cs typeface="Symbol"/>
              </a:rPr>
              <a:t></a:t>
            </a:r>
            <a:r>
              <a:rPr sz="1950" spc="-254" dirty="0">
                <a:latin typeface="Times New Roman"/>
                <a:cs typeface="Times New Roman"/>
              </a:rPr>
              <a:t> </a:t>
            </a:r>
            <a:r>
              <a:rPr sz="1950" spc="75" dirty="0">
                <a:latin typeface="Times New Roman"/>
                <a:cs typeface="Times New Roman"/>
              </a:rPr>
              <a:t>1</a:t>
            </a:r>
            <a:r>
              <a:rPr sz="1950" spc="75" dirty="0">
                <a:latin typeface="Symbol"/>
                <a:cs typeface="Symbol"/>
              </a:rPr>
              <a:t></a:t>
            </a:r>
            <a:r>
              <a:rPr sz="1950" spc="-204" dirty="0">
                <a:latin typeface="Times New Roman"/>
                <a:cs typeface="Times New Roman"/>
              </a:rPr>
              <a:t> </a:t>
            </a:r>
            <a:r>
              <a:rPr sz="1950" spc="55" dirty="0">
                <a:latin typeface="Times New Roman"/>
                <a:cs typeface="Times New Roman"/>
              </a:rPr>
              <a:t>(</a:t>
            </a:r>
            <a:r>
              <a:rPr sz="1950" i="1" spc="55" dirty="0">
                <a:latin typeface="Times New Roman"/>
                <a:cs typeface="Times New Roman"/>
              </a:rPr>
              <a:t>R</a:t>
            </a:r>
            <a:r>
              <a:rPr sz="1950" i="1" spc="-125" dirty="0">
                <a:latin typeface="Times New Roman"/>
                <a:cs typeface="Times New Roman"/>
              </a:rPr>
              <a:t> </a:t>
            </a:r>
            <a:r>
              <a:rPr sz="1950" dirty="0">
                <a:latin typeface="Symbol"/>
                <a:cs typeface="Symbol"/>
              </a:rPr>
              <a:t></a:t>
            </a:r>
            <a:r>
              <a:rPr sz="1950" spc="-80" dirty="0">
                <a:latin typeface="Times New Roman"/>
                <a:cs typeface="Times New Roman"/>
              </a:rPr>
              <a:t> </a:t>
            </a:r>
            <a:r>
              <a:rPr sz="1950" i="1" spc="-25" dirty="0">
                <a:latin typeface="Times New Roman"/>
                <a:cs typeface="Times New Roman"/>
              </a:rPr>
              <a:t>B</a:t>
            </a:r>
            <a:r>
              <a:rPr sz="1950" spc="-25" dirty="0">
                <a:latin typeface="Times New Roman"/>
                <a:cs typeface="Times New Roman"/>
              </a:rPr>
              <a:t>)</a:t>
            </a:r>
            <a:endParaRPr sz="1950">
              <a:latin typeface="Times New Roman"/>
              <a:cs typeface="Times New Roman"/>
            </a:endParaRPr>
          </a:p>
        </p:txBody>
      </p:sp>
      <p:sp>
        <p:nvSpPr>
          <p:cNvPr id="10" name="object 10"/>
          <p:cNvSpPr txBox="1"/>
          <p:nvPr/>
        </p:nvSpPr>
        <p:spPr>
          <a:xfrm>
            <a:off x="2838177" y="5187089"/>
            <a:ext cx="99060" cy="200660"/>
          </a:xfrm>
          <a:prstGeom prst="rect">
            <a:avLst/>
          </a:prstGeom>
        </p:spPr>
        <p:txBody>
          <a:bodyPr vert="horz" wrap="square" lIns="0" tIns="12065" rIns="0" bIns="0" rtlCol="0">
            <a:spAutoFit/>
          </a:bodyPr>
          <a:lstStyle/>
          <a:p>
            <a:pPr marL="12700">
              <a:lnSpc>
                <a:spcPct val="100000"/>
              </a:lnSpc>
              <a:spcBef>
                <a:spcPts val="95"/>
              </a:spcBef>
            </a:pPr>
            <a:r>
              <a:rPr sz="1150" i="1" spc="-50" dirty="0">
                <a:latin typeface="Times New Roman"/>
                <a:cs typeface="Times New Roman"/>
              </a:rPr>
              <a:t>o</a:t>
            </a:r>
            <a:endParaRPr sz="1150">
              <a:latin typeface="Times New Roman"/>
              <a:cs typeface="Times New Roman"/>
            </a:endParaRPr>
          </a:p>
        </p:txBody>
      </p:sp>
      <p:sp>
        <p:nvSpPr>
          <p:cNvPr id="11" name="object 11"/>
          <p:cNvSpPr txBox="1"/>
          <p:nvPr/>
        </p:nvSpPr>
        <p:spPr>
          <a:xfrm>
            <a:off x="2146696" y="5194312"/>
            <a:ext cx="1495425" cy="325755"/>
          </a:xfrm>
          <a:prstGeom prst="rect">
            <a:avLst/>
          </a:prstGeom>
        </p:spPr>
        <p:txBody>
          <a:bodyPr vert="horz" wrap="square" lIns="0" tIns="15240" rIns="0" bIns="0" rtlCol="0">
            <a:spAutoFit/>
          </a:bodyPr>
          <a:lstStyle/>
          <a:p>
            <a:pPr marL="38100">
              <a:lnSpc>
                <a:spcPct val="100000"/>
              </a:lnSpc>
              <a:spcBef>
                <a:spcPts val="120"/>
              </a:spcBef>
              <a:tabLst>
                <a:tab pos="845185" algn="l"/>
              </a:tabLst>
            </a:pPr>
            <a:r>
              <a:rPr sz="1950" spc="-10" dirty="0">
                <a:latin typeface="Times New Roman"/>
                <a:cs typeface="Times New Roman"/>
              </a:rPr>
              <a:t>cos(60</a:t>
            </a:r>
            <a:r>
              <a:rPr sz="1950" dirty="0">
                <a:latin typeface="Times New Roman"/>
                <a:cs typeface="Times New Roman"/>
              </a:rPr>
              <a:t>	</a:t>
            </a:r>
            <a:r>
              <a:rPr sz="1950" dirty="0">
                <a:latin typeface="Symbol"/>
                <a:cs typeface="Symbol"/>
              </a:rPr>
              <a:t></a:t>
            </a:r>
            <a:r>
              <a:rPr sz="1950" spc="-100" dirty="0">
                <a:latin typeface="Times New Roman"/>
                <a:cs typeface="Times New Roman"/>
              </a:rPr>
              <a:t> </a:t>
            </a:r>
            <a:r>
              <a:rPr sz="1950" i="1" dirty="0">
                <a:latin typeface="Times New Roman"/>
                <a:cs typeface="Times New Roman"/>
              </a:rPr>
              <a:t>H</a:t>
            </a:r>
            <a:r>
              <a:rPr sz="1950" i="1" spc="-235" dirty="0">
                <a:latin typeface="Times New Roman"/>
                <a:cs typeface="Times New Roman"/>
              </a:rPr>
              <a:t> </a:t>
            </a:r>
            <a:r>
              <a:rPr sz="1950" dirty="0">
                <a:latin typeface="Times New Roman"/>
                <a:cs typeface="Times New Roman"/>
              </a:rPr>
              <a:t>)</a:t>
            </a:r>
            <a:r>
              <a:rPr sz="1950" spc="-229" dirty="0">
                <a:latin typeface="Times New Roman"/>
                <a:cs typeface="Times New Roman"/>
              </a:rPr>
              <a:t> </a:t>
            </a:r>
            <a:r>
              <a:rPr sz="2925" spc="-75" baseline="27065" dirty="0">
                <a:latin typeface="Symbol"/>
                <a:cs typeface="Symbol"/>
              </a:rPr>
              <a:t></a:t>
            </a:r>
            <a:endParaRPr sz="2925" baseline="27065">
              <a:latin typeface="Symbol"/>
              <a:cs typeface="Symbol"/>
            </a:endParaRPr>
          </a:p>
        </p:txBody>
      </p:sp>
      <p:sp>
        <p:nvSpPr>
          <p:cNvPr id="12" name="object 12"/>
          <p:cNvSpPr txBox="1"/>
          <p:nvPr/>
        </p:nvSpPr>
        <p:spPr>
          <a:xfrm>
            <a:off x="1750705" y="5073691"/>
            <a:ext cx="109855" cy="325755"/>
          </a:xfrm>
          <a:prstGeom prst="rect">
            <a:avLst/>
          </a:prstGeom>
        </p:spPr>
        <p:txBody>
          <a:bodyPr vert="horz" wrap="square" lIns="0" tIns="15240" rIns="0" bIns="0" rtlCol="0">
            <a:spAutoFit/>
          </a:bodyPr>
          <a:lstStyle/>
          <a:p>
            <a:pPr marL="12700">
              <a:lnSpc>
                <a:spcPct val="100000"/>
              </a:lnSpc>
              <a:spcBef>
                <a:spcPts val="120"/>
              </a:spcBef>
            </a:pPr>
            <a:r>
              <a:rPr sz="1950" spc="-50" dirty="0">
                <a:latin typeface="Symbol"/>
                <a:cs typeface="Symbol"/>
              </a:rPr>
              <a:t></a:t>
            </a:r>
            <a:endParaRPr sz="1950">
              <a:latin typeface="Symbol"/>
              <a:cs typeface="Symbol"/>
            </a:endParaRPr>
          </a:p>
        </p:txBody>
      </p:sp>
      <p:sp>
        <p:nvSpPr>
          <p:cNvPr id="13" name="object 13"/>
          <p:cNvSpPr txBox="1"/>
          <p:nvPr/>
        </p:nvSpPr>
        <p:spPr>
          <a:xfrm>
            <a:off x="1750705" y="5250394"/>
            <a:ext cx="122555" cy="325755"/>
          </a:xfrm>
          <a:prstGeom prst="rect">
            <a:avLst/>
          </a:prstGeom>
        </p:spPr>
        <p:txBody>
          <a:bodyPr vert="horz" wrap="square" lIns="0" tIns="15240" rIns="0" bIns="0" rtlCol="0">
            <a:spAutoFit/>
          </a:bodyPr>
          <a:lstStyle/>
          <a:p>
            <a:pPr marL="12700">
              <a:lnSpc>
                <a:spcPct val="100000"/>
              </a:lnSpc>
              <a:spcBef>
                <a:spcPts val="120"/>
              </a:spcBef>
            </a:pPr>
            <a:r>
              <a:rPr sz="1950" spc="-50" dirty="0">
                <a:latin typeface="Symbol"/>
                <a:cs typeface="Symbol"/>
              </a:rPr>
              <a:t></a:t>
            </a:r>
            <a:endParaRPr sz="1950">
              <a:latin typeface="Symbol"/>
              <a:cs typeface="Symbol"/>
            </a:endParaRPr>
          </a:p>
        </p:txBody>
      </p:sp>
      <p:sp>
        <p:nvSpPr>
          <p:cNvPr id="14" name="object 14"/>
          <p:cNvSpPr txBox="1"/>
          <p:nvPr/>
        </p:nvSpPr>
        <p:spPr>
          <a:xfrm>
            <a:off x="3494191" y="5250394"/>
            <a:ext cx="122555" cy="325755"/>
          </a:xfrm>
          <a:prstGeom prst="rect">
            <a:avLst/>
          </a:prstGeom>
        </p:spPr>
        <p:txBody>
          <a:bodyPr vert="horz" wrap="square" lIns="0" tIns="15240" rIns="0" bIns="0" rtlCol="0">
            <a:spAutoFit/>
          </a:bodyPr>
          <a:lstStyle/>
          <a:p>
            <a:pPr marL="12700">
              <a:lnSpc>
                <a:spcPct val="100000"/>
              </a:lnSpc>
              <a:spcBef>
                <a:spcPts val="120"/>
              </a:spcBef>
            </a:pPr>
            <a:r>
              <a:rPr sz="1950" spc="-50" dirty="0">
                <a:latin typeface="Symbol"/>
                <a:cs typeface="Symbol"/>
              </a:rPr>
              <a:t></a:t>
            </a:r>
            <a:endParaRPr sz="1950">
              <a:latin typeface="Symbol"/>
              <a:cs typeface="Symbol"/>
            </a:endParaRPr>
          </a:p>
        </p:txBody>
      </p:sp>
      <p:sp>
        <p:nvSpPr>
          <p:cNvPr id="15" name="object 15"/>
          <p:cNvSpPr txBox="1"/>
          <p:nvPr/>
        </p:nvSpPr>
        <p:spPr>
          <a:xfrm>
            <a:off x="6074071" y="2663742"/>
            <a:ext cx="2118995" cy="421640"/>
          </a:xfrm>
          <a:prstGeom prst="rect">
            <a:avLst/>
          </a:prstGeom>
        </p:spPr>
        <p:txBody>
          <a:bodyPr vert="horz" wrap="square" lIns="0" tIns="12065" rIns="0" bIns="0" rtlCol="0">
            <a:spAutoFit/>
          </a:bodyPr>
          <a:lstStyle/>
          <a:p>
            <a:pPr marL="12700">
              <a:lnSpc>
                <a:spcPct val="100000"/>
              </a:lnSpc>
              <a:spcBef>
                <a:spcPts val="95"/>
              </a:spcBef>
              <a:tabLst>
                <a:tab pos="305435" algn="l"/>
                <a:tab pos="2026285" algn="l"/>
              </a:tabLst>
            </a:pPr>
            <a:r>
              <a:rPr sz="2600" u="sng" dirty="0">
                <a:uFill>
                  <a:solidFill>
                    <a:srgbClr val="000000"/>
                  </a:solidFill>
                </a:uFill>
                <a:latin typeface="Times New Roman"/>
                <a:cs typeface="Times New Roman"/>
              </a:rPr>
              <a:t>	</a:t>
            </a:r>
            <a:r>
              <a:rPr sz="2600" u="sng" spc="-50" dirty="0">
                <a:uFill>
                  <a:solidFill>
                    <a:srgbClr val="000000"/>
                  </a:solidFill>
                </a:uFill>
                <a:latin typeface="Symbol"/>
                <a:cs typeface="Symbol"/>
              </a:rPr>
              <a:t></a:t>
            </a:r>
            <a:r>
              <a:rPr sz="2600" dirty="0">
                <a:latin typeface="Times New Roman"/>
                <a:cs typeface="Times New Roman"/>
              </a:rPr>
              <a:t>	</a:t>
            </a:r>
            <a:r>
              <a:rPr sz="2600" u="sng" spc="-190" dirty="0">
                <a:uFill>
                  <a:solidFill>
                    <a:srgbClr val="000000"/>
                  </a:solidFill>
                </a:uFill>
                <a:latin typeface="Symbol"/>
                <a:cs typeface="Symbol"/>
              </a:rPr>
              <a:t></a:t>
            </a:r>
            <a:endParaRPr sz="2600">
              <a:latin typeface="Symbol"/>
              <a:cs typeface="Symbol"/>
            </a:endParaRPr>
          </a:p>
        </p:txBody>
      </p:sp>
      <p:grpSp>
        <p:nvGrpSpPr>
          <p:cNvPr id="16" name="object 16"/>
          <p:cNvGrpSpPr/>
          <p:nvPr/>
        </p:nvGrpSpPr>
        <p:grpSpPr>
          <a:xfrm>
            <a:off x="6106625" y="3130477"/>
            <a:ext cx="2615565" cy="349885"/>
            <a:chOff x="6106625" y="3130477"/>
            <a:chExt cx="2615565" cy="349885"/>
          </a:xfrm>
        </p:grpSpPr>
        <p:sp>
          <p:nvSpPr>
            <p:cNvPr id="17" name="object 17"/>
            <p:cNvSpPr/>
            <p:nvPr/>
          </p:nvSpPr>
          <p:spPr>
            <a:xfrm>
              <a:off x="6116053" y="3143612"/>
              <a:ext cx="2606040" cy="335280"/>
            </a:xfrm>
            <a:custGeom>
              <a:avLst/>
              <a:gdLst/>
              <a:ahLst/>
              <a:cxnLst/>
              <a:rect l="l" t="t" r="r" b="b"/>
              <a:pathLst>
                <a:path w="2606040" h="335279">
                  <a:moveTo>
                    <a:pt x="0" y="225743"/>
                  </a:moveTo>
                  <a:lnTo>
                    <a:pt x="23729" y="207971"/>
                  </a:lnTo>
                </a:path>
                <a:path w="2606040" h="335279">
                  <a:moveTo>
                    <a:pt x="24688" y="207374"/>
                  </a:moveTo>
                  <a:lnTo>
                    <a:pt x="82774" y="334983"/>
                  </a:lnTo>
                </a:path>
                <a:path w="2606040" h="335279">
                  <a:moveTo>
                    <a:pt x="82774" y="334983"/>
                  </a:moveTo>
                  <a:lnTo>
                    <a:pt x="146652" y="597"/>
                  </a:lnTo>
                </a:path>
                <a:path w="2606040" h="335279">
                  <a:moveTo>
                    <a:pt x="146652" y="0"/>
                  </a:moveTo>
                  <a:lnTo>
                    <a:pt x="2606036" y="0"/>
                  </a:lnTo>
                </a:path>
              </a:pathLst>
            </a:custGeom>
            <a:ln w="3175">
              <a:solidFill>
                <a:srgbClr val="000000"/>
              </a:solidFill>
            </a:ln>
          </p:spPr>
          <p:txBody>
            <a:bodyPr wrap="square" lIns="0" tIns="0" rIns="0" bIns="0" rtlCol="0"/>
            <a:lstStyle/>
            <a:p>
              <a:endParaRPr/>
            </a:p>
          </p:txBody>
        </p:sp>
        <p:sp>
          <p:nvSpPr>
            <p:cNvPr id="18" name="object 18"/>
            <p:cNvSpPr/>
            <p:nvPr/>
          </p:nvSpPr>
          <p:spPr>
            <a:xfrm>
              <a:off x="6106625" y="3130477"/>
              <a:ext cx="2608580" cy="340995"/>
            </a:xfrm>
            <a:custGeom>
              <a:avLst/>
              <a:gdLst/>
              <a:ahLst/>
              <a:cxnLst/>
              <a:rect l="l" t="t" r="r" b="b"/>
              <a:pathLst>
                <a:path w="2608579" h="340995">
                  <a:moveTo>
                    <a:pt x="2608273" y="0"/>
                  </a:moveTo>
                  <a:lnTo>
                    <a:pt x="144236" y="0"/>
                  </a:lnTo>
                  <a:lnTo>
                    <a:pt x="84692" y="310822"/>
                  </a:lnTo>
                  <a:lnTo>
                    <a:pt x="33397" y="204389"/>
                  </a:lnTo>
                  <a:lnTo>
                    <a:pt x="0" y="228071"/>
                  </a:lnTo>
                  <a:lnTo>
                    <a:pt x="4833" y="234301"/>
                  </a:lnTo>
                  <a:lnTo>
                    <a:pt x="20314" y="222698"/>
                  </a:lnTo>
                  <a:lnTo>
                    <a:pt x="78879" y="340655"/>
                  </a:lnTo>
                  <a:lnTo>
                    <a:pt x="90983" y="340655"/>
                  </a:lnTo>
                  <a:lnTo>
                    <a:pt x="153424" y="11940"/>
                  </a:lnTo>
                  <a:lnTo>
                    <a:pt x="2608273" y="11940"/>
                  </a:lnTo>
                  <a:lnTo>
                    <a:pt x="2608273" y="0"/>
                  </a:lnTo>
                  <a:close/>
                </a:path>
              </a:pathLst>
            </a:custGeom>
            <a:solidFill>
              <a:srgbClr val="000000"/>
            </a:solidFill>
          </p:spPr>
          <p:txBody>
            <a:bodyPr wrap="square" lIns="0" tIns="0" rIns="0" bIns="0" rtlCol="0"/>
            <a:lstStyle/>
            <a:p>
              <a:endParaRPr/>
            </a:p>
          </p:txBody>
        </p:sp>
      </p:grpSp>
      <p:sp>
        <p:nvSpPr>
          <p:cNvPr id="19" name="object 19"/>
          <p:cNvSpPr/>
          <p:nvPr/>
        </p:nvSpPr>
        <p:spPr>
          <a:xfrm>
            <a:off x="5741191" y="4649683"/>
            <a:ext cx="1458595" cy="0"/>
          </a:xfrm>
          <a:custGeom>
            <a:avLst/>
            <a:gdLst/>
            <a:ahLst/>
            <a:cxnLst/>
            <a:rect l="l" t="t" r="r" b="b"/>
            <a:pathLst>
              <a:path w="1458595">
                <a:moveTo>
                  <a:pt x="0" y="0"/>
                </a:moveTo>
                <a:lnTo>
                  <a:pt x="1458240" y="0"/>
                </a:lnTo>
              </a:path>
            </a:pathLst>
          </a:custGeom>
          <a:ln w="10127">
            <a:solidFill>
              <a:srgbClr val="000000"/>
            </a:solidFill>
          </a:ln>
        </p:spPr>
        <p:txBody>
          <a:bodyPr wrap="square" lIns="0" tIns="0" rIns="0" bIns="0" rtlCol="0"/>
          <a:lstStyle/>
          <a:p>
            <a:endParaRPr/>
          </a:p>
        </p:txBody>
      </p:sp>
      <p:sp>
        <p:nvSpPr>
          <p:cNvPr id="20" name="object 20"/>
          <p:cNvSpPr txBox="1"/>
          <p:nvPr/>
        </p:nvSpPr>
        <p:spPr>
          <a:xfrm>
            <a:off x="5060060" y="4644167"/>
            <a:ext cx="1883410" cy="661035"/>
          </a:xfrm>
          <a:prstGeom prst="rect">
            <a:avLst/>
          </a:prstGeom>
        </p:spPr>
        <p:txBody>
          <a:bodyPr vert="horz" wrap="square" lIns="0" tIns="40640" rIns="0" bIns="0" rtlCol="0">
            <a:spAutoFit/>
          </a:bodyPr>
          <a:lstStyle/>
          <a:p>
            <a:pPr marL="12700" marR="5080" indent="944880">
              <a:lnSpc>
                <a:spcPct val="90300"/>
              </a:lnSpc>
              <a:spcBef>
                <a:spcPts val="320"/>
              </a:spcBef>
            </a:pPr>
            <a:r>
              <a:rPr sz="1900" i="1" dirty="0">
                <a:latin typeface="Times New Roman"/>
                <a:cs typeface="Times New Roman"/>
              </a:rPr>
              <a:t>R</a:t>
            </a:r>
            <a:r>
              <a:rPr sz="1900" i="1" spc="-145" dirty="0">
                <a:latin typeface="Times New Roman"/>
                <a:cs typeface="Times New Roman"/>
              </a:rPr>
              <a:t> </a:t>
            </a:r>
            <a:r>
              <a:rPr sz="1900" dirty="0">
                <a:latin typeface="Symbol"/>
                <a:cs typeface="Symbol"/>
              </a:rPr>
              <a:t></a:t>
            </a:r>
            <a:r>
              <a:rPr sz="1900" spc="-195" dirty="0">
                <a:latin typeface="Times New Roman"/>
                <a:cs typeface="Times New Roman"/>
              </a:rPr>
              <a:t> </a:t>
            </a:r>
            <a:r>
              <a:rPr sz="1900" i="1" dirty="0">
                <a:latin typeface="Times New Roman"/>
                <a:cs typeface="Times New Roman"/>
              </a:rPr>
              <a:t>G</a:t>
            </a:r>
            <a:r>
              <a:rPr sz="1900" i="1" spc="-110" dirty="0">
                <a:latin typeface="Times New Roman"/>
                <a:cs typeface="Times New Roman"/>
              </a:rPr>
              <a:t> </a:t>
            </a:r>
            <a:r>
              <a:rPr sz="1900" dirty="0">
                <a:latin typeface="Symbol"/>
                <a:cs typeface="Symbol"/>
              </a:rPr>
              <a:t></a:t>
            </a:r>
            <a:r>
              <a:rPr sz="1900" spc="-80" dirty="0">
                <a:latin typeface="Times New Roman"/>
                <a:cs typeface="Times New Roman"/>
              </a:rPr>
              <a:t> </a:t>
            </a:r>
            <a:r>
              <a:rPr sz="1900" i="1" spc="-50" dirty="0">
                <a:latin typeface="Times New Roman"/>
                <a:cs typeface="Times New Roman"/>
              </a:rPr>
              <a:t>B </a:t>
            </a:r>
            <a:r>
              <a:rPr sz="1900" i="1" dirty="0">
                <a:latin typeface="Times New Roman"/>
                <a:cs typeface="Times New Roman"/>
              </a:rPr>
              <a:t>I</a:t>
            </a:r>
            <a:r>
              <a:rPr sz="1900" i="1" spc="160" dirty="0">
                <a:latin typeface="Times New Roman"/>
                <a:cs typeface="Times New Roman"/>
              </a:rPr>
              <a:t> </a:t>
            </a:r>
            <a:r>
              <a:rPr sz="1900" dirty="0">
                <a:latin typeface="Symbol"/>
                <a:cs typeface="Symbol"/>
              </a:rPr>
              <a:t></a:t>
            </a:r>
            <a:r>
              <a:rPr sz="1900" spc="-100" dirty="0">
                <a:latin typeface="Times New Roman"/>
                <a:cs typeface="Times New Roman"/>
              </a:rPr>
              <a:t> </a:t>
            </a:r>
            <a:r>
              <a:rPr sz="3750" spc="-15" baseline="-3333" dirty="0">
                <a:latin typeface="Symbol"/>
                <a:cs typeface="Symbol"/>
              </a:rPr>
              <a:t></a:t>
            </a:r>
            <a:r>
              <a:rPr sz="1900" i="1" spc="-10" dirty="0">
                <a:latin typeface="Times New Roman"/>
                <a:cs typeface="Times New Roman"/>
              </a:rPr>
              <a:t>R</a:t>
            </a:r>
            <a:r>
              <a:rPr sz="1900" i="1" spc="-130" dirty="0">
                <a:latin typeface="Times New Roman"/>
                <a:cs typeface="Times New Roman"/>
              </a:rPr>
              <a:t> </a:t>
            </a:r>
            <a:r>
              <a:rPr sz="1900" dirty="0">
                <a:latin typeface="Symbol"/>
                <a:cs typeface="Symbol"/>
              </a:rPr>
              <a:t></a:t>
            </a:r>
            <a:r>
              <a:rPr sz="1900" spc="-195" dirty="0">
                <a:latin typeface="Times New Roman"/>
                <a:cs typeface="Times New Roman"/>
              </a:rPr>
              <a:t> </a:t>
            </a:r>
            <a:r>
              <a:rPr sz="1900" i="1" dirty="0">
                <a:latin typeface="Times New Roman"/>
                <a:cs typeface="Times New Roman"/>
              </a:rPr>
              <a:t>G</a:t>
            </a:r>
            <a:r>
              <a:rPr sz="1900" i="1" spc="-110" dirty="0">
                <a:latin typeface="Times New Roman"/>
                <a:cs typeface="Times New Roman"/>
              </a:rPr>
              <a:t> </a:t>
            </a:r>
            <a:r>
              <a:rPr sz="1900" dirty="0">
                <a:latin typeface="Symbol"/>
                <a:cs typeface="Symbol"/>
              </a:rPr>
              <a:t></a:t>
            </a:r>
            <a:r>
              <a:rPr sz="1900" spc="-75" dirty="0">
                <a:latin typeface="Times New Roman"/>
                <a:cs typeface="Times New Roman"/>
              </a:rPr>
              <a:t> </a:t>
            </a:r>
            <a:r>
              <a:rPr sz="1900" i="1" spc="-40" dirty="0">
                <a:latin typeface="Times New Roman"/>
                <a:cs typeface="Times New Roman"/>
              </a:rPr>
              <a:t>B</a:t>
            </a:r>
            <a:r>
              <a:rPr sz="3750" spc="-60" baseline="-3333" dirty="0">
                <a:latin typeface="Symbol"/>
                <a:cs typeface="Symbol"/>
              </a:rPr>
              <a:t></a:t>
            </a:r>
            <a:r>
              <a:rPr sz="3750" spc="-547" baseline="-3333" dirty="0">
                <a:latin typeface="Times New Roman"/>
                <a:cs typeface="Times New Roman"/>
              </a:rPr>
              <a:t> </a:t>
            </a:r>
            <a:r>
              <a:rPr sz="1900" spc="95" dirty="0">
                <a:latin typeface="Times New Roman"/>
                <a:cs typeface="Times New Roman"/>
              </a:rPr>
              <a:t>/3 </a:t>
            </a:r>
            <a:endParaRPr sz="1900">
              <a:latin typeface="Times New Roman"/>
              <a:cs typeface="Times New Roman"/>
            </a:endParaRPr>
          </a:p>
        </p:txBody>
      </p:sp>
      <p:sp>
        <p:nvSpPr>
          <p:cNvPr id="21" name="object 21"/>
          <p:cNvSpPr txBox="1"/>
          <p:nvPr/>
        </p:nvSpPr>
        <p:spPr>
          <a:xfrm>
            <a:off x="5752681" y="2898947"/>
            <a:ext cx="172720" cy="194945"/>
          </a:xfrm>
          <a:prstGeom prst="rect">
            <a:avLst/>
          </a:prstGeom>
        </p:spPr>
        <p:txBody>
          <a:bodyPr vert="horz" wrap="square" lIns="0" tIns="13335" rIns="0" bIns="0" rtlCol="0">
            <a:spAutoFit/>
          </a:bodyPr>
          <a:lstStyle/>
          <a:p>
            <a:pPr marL="12700">
              <a:lnSpc>
                <a:spcPct val="100000"/>
              </a:lnSpc>
              <a:spcBef>
                <a:spcPts val="105"/>
              </a:spcBef>
            </a:pPr>
            <a:r>
              <a:rPr sz="1100" spc="-25" dirty="0">
                <a:latin typeface="Symbol"/>
                <a:cs typeface="Symbol"/>
              </a:rPr>
              <a:t></a:t>
            </a:r>
            <a:r>
              <a:rPr sz="1100" spc="-25" dirty="0">
                <a:latin typeface="Times New Roman"/>
                <a:cs typeface="Times New Roman"/>
              </a:rPr>
              <a:t>1</a:t>
            </a:r>
            <a:endParaRPr sz="1100">
              <a:latin typeface="Times New Roman"/>
              <a:cs typeface="Times New Roman"/>
            </a:endParaRPr>
          </a:p>
        </p:txBody>
      </p:sp>
      <p:sp>
        <p:nvSpPr>
          <p:cNvPr id="22" name="object 22"/>
          <p:cNvSpPr txBox="1"/>
          <p:nvPr/>
        </p:nvSpPr>
        <p:spPr>
          <a:xfrm>
            <a:off x="5026664" y="2893766"/>
            <a:ext cx="74295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Symbol"/>
                <a:cs typeface="Symbol"/>
              </a:rPr>
              <a:t></a:t>
            </a:r>
            <a:r>
              <a:rPr sz="2000" spc="155" dirty="0">
                <a:latin typeface="Times New Roman"/>
                <a:cs typeface="Times New Roman"/>
              </a:rPr>
              <a:t> </a:t>
            </a:r>
            <a:r>
              <a:rPr sz="1900" dirty="0">
                <a:latin typeface="Symbol"/>
                <a:cs typeface="Symbol"/>
              </a:rPr>
              <a:t></a:t>
            </a:r>
            <a:r>
              <a:rPr sz="1900" spc="-95" dirty="0">
                <a:latin typeface="Times New Roman"/>
                <a:cs typeface="Times New Roman"/>
              </a:rPr>
              <a:t> </a:t>
            </a:r>
            <a:r>
              <a:rPr sz="1900" spc="-25" dirty="0">
                <a:latin typeface="Times New Roman"/>
                <a:cs typeface="Times New Roman"/>
              </a:rPr>
              <a:t>cos</a:t>
            </a:r>
            <a:endParaRPr sz="1900">
              <a:latin typeface="Times New Roman"/>
              <a:cs typeface="Times New Roman"/>
            </a:endParaRPr>
          </a:p>
        </p:txBody>
      </p:sp>
      <p:sp>
        <p:nvSpPr>
          <p:cNvPr id="23" name="object 23"/>
          <p:cNvSpPr txBox="1"/>
          <p:nvPr/>
        </p:nvSpPr>
        <p:spPr>
          <a:xfrm>
            <a:off x="5031272" y="4304427"/>
            <a:ext cx="2195195" cy="314960"/>
          </a:xfrm>
          <a:prstGeom prst="rect">
            <a:avLst/>
          </a:prstGeom>
        </p:spPr>
        <p:txBody>
          <a:bodyPr vert="horz" wrap="square" lIns="0" tIns="12065" rIns="0" bIns="0" rtlCol="0">
            <a:spAutoFit/>
          </a:bodyPr>
          <a:lstStyle/>
          <a:p>
            <a:pPr marL="38100">
              <a:lnSpc>
                <a:spcPct val="100000"/>
              </a:lnSpc>
              <a:spcBef>
                <a:spcPts val="95"/>
              </a:spcBef>
            </a:pPr>
            <a:r>
              <a:rPr sz="2850" i="1" baseline="-35087" dirty="0">
                <a:latin typeface="Times New Roman"/>
                <a:cs typeface="Times New Roman"/>
              </a:rPr>
              <a:t>S</a:t>
            </a:r>
            <a:r>
              <a:rPr sz="2850" i="1" spc="179" baseline="-35087" dirty="0">
                <a:latin typeface="Times New Roman"/>
                <a:cs typeface="Times New Roman"/>
              </a:rPr>
              <a:t> </a:t>
            </a:r>
            <a:r>
              <a:rPr sz="2850" baseline="-35087" dirty="0">
                <a:latin typeface="Symbol"/>
                <a:cs typeface="Symbol"/>
              </a:rPr>
              <a:t></a:t>
            </a:r>
            <a:r>
              <a:rPr sz="2850" spc="-375" baseline="-35087" dirty="0">
                <a:latin typeface="Times New Roman"/>
                <a:cs typeface="Times New Roman"/>
              </a:rPr>
              <a:t> </a:t>
            </a:r>
            <a:r>
              <a:rPr sz="2850" spc="104" baseline="-35087" dirty="0">
                <a:latin typeface="Times New Roman"/>
                <a:cs typeface="Times New Roman"/>
              </a:rPr>
              <a:t>1</a:t>
            </a:r>
            <a:r>
              <a:rPr sz="2850" spc="104" baseline="-35087" dirty="0">
                <a:latin typeface="Symbol"/>
                <a:cs typeface="Symbol"/>
              </a:rPr>
              <a:t></a:t>
            </a:r>
            <a:r>
              <a:rPr sz="2850" spc="-82" baseline="-35087" dirty="0">
                <a:latin typeface="Times New Roman"/>
                <a:cs typeface="Times New Roman"/>
              </a:rPr>
              <a:t> </a:t>
            </a:r>
            <a:r>
              <a:rPr sz="1900" spc="55" dirty="0">
                <a:latin typeface="Times New Roman"/>
                <a:cs typeface="Times New Roman"/>
              </a:rPr>
              <a:t>3</a:t>
            </a:r>
            <a:r>
              <a:rPr sz="1900" spc="55" dirty="0">
                <a:latin typeface="Symbol"/>
                <a:cs typeface="Symbol"/>
              </a:rPr>
              <a:t></a:t>
            </a:r>
            <a:r>
              <a:rPr sz="1900" spc="55" dirty="0">
                <a:latin typeface="Times New Roman"/>
                <a:cs typeface="Times New Roman"/>
              </a:rPr>
              <a:t>min(</a:t>
            </a:r>
            <a:r>
              <a:rPr sz="1900" i="1" spc="55" dirty="0">
                <a:latin typeface="Times New Roman"/>
                <a:cs typeface="Times New Roman"/>
              </a:rPr>
              <a:t>R</a:t>
            </a:r>
            <a:r>
              <a:rPr sz="1900" spc="55" dirty="0">
                <a:latin typeface="Times New Roman"/>
                <a:cs typeface="Times New Roman"/>
              </a:rPr>
              <a:t>,</a:t>
            </a:r>
            <a:r>
              <a:rPr sz="1900" spc="-300" dirty="0">
                <a:latin typeface="Times New Roman"/>
                <a:cs typeface="Times New Roman"/>
              </a:rPr>
              <a:t> </a:t>
            </a:r>
            <a:r>
              <a:rPr sz="1900" i="1" dirty="0">
                <a:latin typeface="Times New Roman"/>
                <a:cs typeface="Times New Roman"/>
              </a:rPr>
              <a:t>G</a:t>
            </a:r>
            <a:r>
              <a:rPr sz="1900" dirty="0">
                <a:latin typeface="Times New Roman"/>
                <a:cs typeface="Times New Roman"/>
              </a:rPr>
              <a:t>,</a:t>
            </a:r>
            <a:r>
              <a:rPr sz="1900" spc="-175" dirty="0">
                <a:latin typeface="Times New Roman"/>
                <a:cs typeface="Times New Roman"/>
              </a:rPr>
              <a:t> </a:t>
            </a:r>
            <a:r>
              <a:rPr sz="1900" i="1" spc="-25" dirty="0">
                <a:latin typeface="Times New Roman"/>
                <a:cs typeface="Times New Roman"/>
              </a:rPr>
              <a:t>B</a:t>
            </a:r>
            <a:r>
              <a:rPr sz="1900" spc="-25" dirty="0">
                <a:latin typeface="Times New Roman"/>
                <a:cs typeface="Times New Roman"/>
              </a:rPr>
              <a:t>)</a:t>
            </a:r>
            <a:endParaRPr sz="1900">
              <a:latin typeface="Times New Roman"/>
              <a:cs typeface="Times New Roman"/>
            </a:endParaRPr>
          </a:p>
        </p:txBody>
      </p:sp>
      <p:sp>
        <p:nvSpPr>
          <p:cNvPr id="24" name="object 24"/>
          <p:cNvSpPr txBox="1"/>
          <p:nvPr/>
        </p:nvSpPr>
        <p:spPr>
          <a:xfrm>
            <a:off x="5034660" y="3738964"/>
            <a:ext cx="642620" cy="314960"/>
          </a:xfrm>
          <a:prstGeom prst="rect">
            <a:avLst/>
          </a:prstGeom>
        </p:spPr>
        <p:txBody>
          <a:bodyPr vert="horz" wrap="square" lIns="0" tIns="12065" rIns="0" bIns="0" rtlCol="0">
            <a:spAutoFit/>
          </a:bodyPr>
          <a:lstStyle/>
          <a:p>
            <a:pPr marL="38100">
              <a:lnSpc>
                <a:spcPct val="100000"/>
              </a:lnSpc>
              <a:spcBef>
                <a:spcPts val="95"/>
              </a:spcBef>
            </a:pPr>
            <a:r>
              <a:rPr sz="1900" i="1" dirty="0">
                <a:latin typeface="Times New Roman"/>
                <a:cs typeface="Times New Roman"/>
              </a:rPr>
              <a:t>H</a:t>
            </a:r>
            <a:r>
              <a:rPr sz="1900" i="1" spc="185" dirty="0">
                <a:latin typeface="Times New Roman"/>
                <a:cs typeface="Times New Roman"/>
              </a:rPr>
              <a:t> </a:t>
            </a:r>
            <a:r>
              <a:rPr sz="1900" dirty="0">
                <a:latin typeface="Symbol"/>
                <a:cs typeface="Symbol"/>
              </a:rPr>
              <a:t></a:t>
            </a:r>
            <a:r>
              <a:rPr sz="1900" spc="-45" dirty="0">
                <a:latin typeface="Times New Roman"/>
                <a:cs typeface="Times New Roman"/>
              </a:rPr>
              <a:t> </a:t>
            </a:r>
            <a:r>
              <a:rPr sz="2850" spc="-75" baseline="36549" dirty="0">
                <a:latin typeface="Symbol"/>
                <a:cs typeface="Symbol"/>
              </a:rPr>
              <a:t></a:t>
            </a:r>
            <a:endParaRPr sz="2850" baseline="36549">
              <a:latin typeface="Symbol"/>
              <a:cs typeface="Symbol"/>
            </a:endParaRPr>
          </a:p>
        </p:txBody>
      </p:sp>
      <p:sp>
        <p:nvSpPr>
          <p:cNvPr id="25" name="object 25"/>
          <p:cNvSpPr txBox="1"/>
          <p:nvPr/>
        </p:nvSpPr>
        <p:spPr>
          <a:xfrm>
            <a:off x="5945335" y="2677833"/>
            <a:ext cx="145415" cy="314960"/>
          </a:xfrm>
          <a:prstGeom prst="rect">
            <a:avLst/>
          </a:prstGeom>
        </p:spPr>
        <p:txBody>
          <a:bodyPr vert="horz" wrap="square" lIns="0" tIns="12065" rIns="0" bIns="0" rtlCol="0">
            <a:spAutoFit/>
          </a:bodyPr>
          <a:lstStyle/>
          <a:p>
            <a:pPr marL="12700">
              <a:lnSpc>
                <a:spcPct val="100000"/>
              </a:lnSpc>
              <a:spcBef>
                <a:spcPts val="95"/>
              </a:spcBef>
            </a:pPr>
            <a:r>
              <a:rPr sz="1900" spc="-50" dirty="0">
                <a:latin typeface="Symbol"/>
                <a:cs typeface="Symbol"/>
              </a:rPr>
              <a:t></a:t>
            </a:r>
            <a:endParaRPr sz="1900">
              <a:latin typeface="Symbol"/>
              <a:cs typeface="Symbol"/>
            </a:endParaRPr>
          </a:p>
        </p:txBody>
      </p:sp>
      <p:sp>
        <p:nvSpPr>
          <p:cNvPr id="26" name="object 26"/>
          <p:cNvSpPr txBox="1"/>
          <p:nvPr/>
        </p:nvSpPr>
        <p:spPr>
          <a:xfrm>
            <a:off x="8742474" y="2677833"/>
            <a:ext cx="145415" cy="314960"/>
          </a:xfrm>
          <a:prstGeom prst="rect">
            <a:avLst/>
          </a:prstGeom>
        </p:spPr>
        <p:txBody>
          <a:bodyPr vert="horz" wrap="square" lIns="0" tIns="12065" rIns="0" bIns="0" rtlCol="0">
            <a:spAutoFit/>
          </a:bodyPr>
          <a:lstStyle/>
          <a:p>
            <a:pPr marL="12700">
              <a:lnSpc>
                <a:spcPct val="100000"/>
              </a:lnSpc>
              <a:spcBef>
                <a:spcPts val="95"/>
              </a:spcBef>
            </a:pPr>
            <a:r>
              <a:rPr sz="1900" spc="-50" dirty="0">
                <a:latin typeface="Symbol"/>
                <a:cs typeface="Symbol"/>
              </a:rPr>
              <a:t></a:t>
            </a:r>
            <a:endParaRPr sz="1900">
              <a:latin typeface="Symbol"/>
              <a:cs typeface="Symbol"/>
            </a:endParaRPr>
          </a:p>
        </p:txBody>
      </p:sp>
      <p:sp>
        <p:nvSpPr>
          <p:cNvPr id="27" name="object 27"/>
          <p:cNvSpPr txBox="1"/>
          <p:nvPr/>
        </p:nvSpPr>
        <p:spPr>
          <a:xfrm>
            <a:off x="6454506" y="2731169"/>
            <a:ext cx="2293620" cy="314960"/>
          </a:xfrm>
          <a:prstGeom prst="rect">
            <a:avLst/>
          </a:prstGeom>
        </p:spPr>
        <p:txBody>
          <a:bodyPr vert="horz" wrap="square" lIns="0" tIns="12065" rIns="0" bIns="0" rtlCol="0">
            <a:spAutoFit/>
          </a:bodyPr>
          <a:lstStyle/>
          <a:p>
            <a:pPr marL="12700">
              <a:lnSpc>
                <a:spcPct val="100000"/>
              </a:lnSpc>
              <a:spcBef>
                <a:spcPts val="95"/>
              </a:spcBef>
              <a:tabLst>
                <a:tab pos="2280285" algn="l"/>
              </a:tabLst>
            </a:pPr>
            <a:r>
              <a:rPr sz="1900" u="sng" dirty="0">
                <a:uFill>
                  <a:solidFill>
                    <a:srgbClr val="000000"/>
                  </a:solidFill>
                </a:uFill>
                <a:latin typeface="Times New Roman"/>
                <a:cs typeface="Times New Roman"/>
              </a:rPr>
              <a:t>(</a:t>
            </a:r>
            <a:r>
              <a:rPr sz="1900" i="1" u="sng" dirty="0">
                <a:uFill>
                  <a:solidFill>
                    <a:srgbClr val="000000"/>
                  </a:solidFill>
                </a:uFill>
                <a:latin typeface="Times New Roman"/>
                <a:cs typeface="Times New Roman"/>
              </a:rPr>
              <a:t>R</a:t>
            </a:r>
            <a:r>
              <a:rPr sz="1900" i="1" u="sng" spc="-105" dirty="0">
                <a:uFill>
                  <a:solidFill>
                    <a:srgbClr val="000000"/>
                  </a:solidFill>
                </a:uFill>
                <a:latin typeface="Times New Roman"/>
                <a:cs typeface="Times New Roman"/>
              </a:rPr>
              <a:t> </a:t>
            </a:r>
            <a:r>
              <a:rPr sz="1900" u="sng" dirty="0">
                <a:uFill>
                  <a:solidFill>
                    <a:srgbClr val="000000"/>
                  </a:solidFill>
                </a:uFill>
                <a:latin typeface="Symbol"/>
                <a:cs typeface="Symbol"/>
              </a:rPr>
              <a:t></a:t>
            </a:r>
            <a:r>
              <a:rPr sz="1900" u="sng" spc="-200" dirty="0">
                <a:uFill>
                  <a:solidFill>
                    <a:srgbClr val="000000"/>
                  </a:solidFill>
                </a:uFill>
                <a:latin typeface="Times New Roman"/>
                <a:cs typeface="Times New Roman"/>
              </a:rPr>
              <a:t> </a:t>
            </a:r>
            <a:r>
              <a:rPr sz="1900" i="1" u="sng" dirty="0">
                <a:uFill>
                  <a:solidFill>
                    <a:srgbClr val="000000"/>
                  </a:solidFill>
                </a:uFill>
                <a:latin typeface="Times New Roman"/>
                <a:cs typeface="Times New Roman"/>
              </a:rPr>
              <a:t>G</a:t>
            </a:r>
            <a:r>
              <a:rPr sz="1900" u="sng" dirty="0">
                <a:uFill>
                  <a:solidFill>
                    <a:srgbClr val="000000"/>
                  </a:solidFill>
                </a:uFill>
                <a:latin typeface="Times New Roman"/>
                <a:cs typeface="Times New Roman"/>
              </a:rPr>
              <a:t>)</a:t>
            </a:r>
            <a:r>
              <a:rPr sz="1900" u="sng" spc="-135" dirty="0">
                <a:uFill>
                  <a:solidFill>
                    <a:srgbClr val="000000"/>
                  </a:solidFill>
                </a:uFill>
                <a:latin typeface="Times New Roman"/>
                <a:cs typeface="Times New Roman"/>
              </a:rPr>
              <a:t> </a:t>
            </a:r>
            <a:r>
              <a:rPr sz="1900" u="sng" dirty="0">
                <a:uFill>
                  <a:solidFill>
                    <a:srgbClr val="000000"/>
                  </a:solidFill>
                </a:uFill>
                <a:latin typeface="Symbol"/>
                <a:cs typeface="Symbol"/>
              </a:rPr>
              <a:t></a:t>
            </a:r>
            <a:r>
              <a:rPr sz="1900" u="sng" spc="-135" dirty="0">
                <a:uFill>
                  <a:solidFill>
                    <a:srgbClr val="000000"/>
                  </a:solidFill>
                </a:uFill>
                <a:latin typeface="Times New Roman"/>
                <a:cs typeface="Times New Roman"/>
              </a:rPr>
              <a:t> </a:t>
            </a:r>
            <a:r>
              <a:rPr sz="1900" u="sng" dirty="0">
                <a:uFill>
                  <a:solidFill>
                    <a:srgbClr val="000000"/>
                  </a:solidFill>
                </a:uFill>
                <a:latin typeface="Times New Roman"/>
                <a:cs typeface="Times New Roman"/>
              </a:rPr>
              <a:t>(</a:t>
            </a:r>
            <a:r>
              <a:rPr sz="1900" i="1" u="sng" dirty="0">
                <a:uFill>
                  <a:solidFill>
                    <a:srgbClr val="000000"/>
                  </a:solidFill>
                </a:uFill>
                <a:latin typeface="Times New Roman"/>
                <a:cs typeface="Times New Roman"/>
              </a:rPr>
              <a:t>R</a:t>
            </a:r>
            <a:r>
              <a:rPr sz="1900" i="1" u="sng" spc="-110" dirty="0">
                <a:uFill>
                  <a:solidFill>
                    <a:srgbClr val="000000"/>
                  </a:solidFill>
                </a:uFill>
                <a:latin typeface="Times New Roman"/>
                <a:cs typeface="Times New Roman"/>
              </a:rPr>
              <a:t> </a:t>
            </a:r>
            <a:r>
              <a:rPr sz="1900" u="sng" dirty="0">
                <a:uFill>
                  <a:solidFill>
                    <a:srgbClr val="000000"/>
                  </a:solidFill>
                </a:uFill>
                <a:latin typeface="Symbol"/>
                <a:cs typeface="Symbol"/>
              </a:rPr>
              <a:t></a:t>
            </a:r>
            <a:r>
              <a:rPr sz="1900" u="sng" spc="-65" dirty="0">
                <a:uFill>
                  <a:solidFill>
                    <a:srgbClr val="000000"/>
                  </a:solidFill>
                </a:uFill>
                <a:latin typeface="Times New Roman"/>
                <a:cs typeface="Times New Roman"/>
              </a:rPr>
              <a:t> </a:t>
            </a:r>
            <a:r>
              <a:rPr sz="1900" i="1" u="sng" dirty="0">
                <a:uFill>
                  <a:solidFill>
                    <a:srgbClr val="000000"/>
                  </a:solidFill>
                </a:uFill>
                <a:latin typeface="Times New Roman"/>
                <a:cs typeface="Times New Roman"/>
              </a:rPr>
              <a:t>B</a:t>
            </a:r>
            <a:r>
              <a:rPr sz="1900" u="sng" dirty="0">
                <a:uFill>
                  <a:solidFill>
                    <a:srgbClr val="000000"/>
                  </a:solidFill>
                </a:uFill>
                <a:latin typeface="Times New Roman"/>
                <a:cs typeface="Times New Roman"/>
              </a:rPr>
              <a:t>)</a:t>
            </a:r>
            <a:r>
              <a:rPr sz="1900" spc="484" dirty="0">
                <a:latin typeface="Times New Roman"/>
                <a:cs typeface="Times New Roman"/>
              </a:rPr>
              <a:t> </a:t>
            </a:r>
            <a:r>
              <a:rPr sz="1900" u="sng" dirty="0">
                <a:uFill>
                  <a:solidFill>
                    <a:srgbClr val="000000"/>
                  </a:solidFill>
                </a:uFill>
                <a:latin typeface="Times New Roman"/>
                <a:cs typeface="Times New Roman"/>
              </a:rPr>
              <a:t>/</a:t>
            </a:r>
            <a:r>
              <a:rPr sz="1900" u="sng" spc="-125" dirty="0">
                <a:uFill>
                  <a:solidFill>
                    <a:srgbClr val="000000"/>
                  </a:solidFill>
                </a:uFill>
                <a:latin typeface="Times New Roman"/>
                <a:cs typeface="Times New Roman"/>
              </a:rPr>
              <a:t> </a:t>
            </a:r>
            <a:r>
              <a:rPr sz="1900" u="sng" spc="-50" dirty="0">
                <a:uFill>
                  <a:solidFill>
                    <a:srgbClr val="000000"/>
                  </a:solidFill>
                </a:uFill>
                <a:latin typeface="Times New Roman"/>
                <a:cs typeface="Times New Roman"/>
              </a:rPr>
              <a:t>2</a:t>
            </a:r>
            <a:r>
              <a:rPr sz="1900" u="sng" dirty="0">
                <a:uFill>
                  <a:solidFill>
                    <a:srgbClr val="000000"/>
                  </a:solidFill>
                </a:uFill>
                <a:latin typeface="Times New Roman"/>
                <a:cs typeface="Times New Roman"/>
              </a:rPr>
              <a:t>	</a:t>
            </a:r>
            <a:endParaRPr sz="1900">
              <a:latin typeface="Times New Roman"/>
              <a:cs typeface="Times New Roman"/>
            </a:endParaRPr>
          </a:p>
        </p:txBody>
      </p:sp>
      <p:sp>
        <p:nvSpPr>
          <p:cNvPr id="28" name="object 28"/>
          <p:cNvSpPr txBox="1"/>
          <p:nvPr/>
        </p:nvSpPr>
        <p:spPr>
          <a:xfrm>
            <a:off x="5945335" y="2767390"/>
            <a:ext cx="145415" cy="314960"/>
          </a:xfrm>
          <a:prstGeom prst="rect">
            <a:avLst/>
          </a:prstGeom>
        </p:spPr>
        <p:txBody>
          <a:bodyPr vert="horz" wrap="square" lIns="0" tIns="12065" rIns="0" bIns="0" rtlCol="0">
            <a:spAutoFit/>
          </a:bodyPr>
          <a:lstStyle/>
          <a:p>
            <a:pPr marL="12700">
              <a:lnSpc>
                <a:spcPct val="100000"/>
              </a:lnSpc>
              <a:spcBef>
                <a:spcPts val="95"/>
              </a:spcBef>
            </a:pPr>
            <a:r>
              <a:rPr sz="1900" spc="-50" dirty="0">
                <a:latin typeface="Symbol"/>
                <a:cs typeface="Symbol"/>
              </a:rPr>
              <a:t></a:t>
            </a:r>
            <a:endParaRPr sz="1900">
              <a:latin typeface="Symbol"/>
              <a:cs typeface="Symbol"/>
            </a:endParaRPr>
          </a:p>
        </p:txBody>
      </p:sp>
      <p:sp>
        <p:nvSpPr>
          <p:cNvPr id="29" name="object 29"/>
          <p:cNvSpPr txBox="1"/>
          <p:nvPr/>
        </p:nvSpPr>
        <p:spPr>
          <a:xfrm>
            <a:off x="8742474" y="2767390"/>
            <a:ext cx="145415" cy="314960"/>
          </a:xfrm>
          <a:prstGeom prst="rect">
            <a:avLst/>
          </a:prstGeom>
        </p:spPr>
        <p:txBody>
          <a:bodyPr vert="horz" wrap="square" lIns="0" tIns="12065" rIns="0" bIns="0" rtlCol="0">
            <a:spAutoFit/>
          </a:bodyPr>
          <a:lstStyle/>
          <a:p>
            <a:pPr marL="12700">
              <a:lnSpc>
                <a:spcPct val="100000"/>
              </a:lnSpc>
              <a:spcBef>
                <a:spcPts val="95"/>
              </a:spcBef>
            </a:pPr>
            <a:r>
              <a:rPr sz="1900" spc="-50" dirty="0">
                <a:latin typeface="Symbol"/>
                <a:cs typeface="Symbol"/>
              </a:rPr>
              <a:t></a:t>
            </a:r>
            <a:endParaRPr sz="1900">
              <a:latin typeface="Symbol"/>
              <a:cs typeface="Symbol"/>
            </a:endParaRPr>
          </a:p>
        </p:txBody>
      </p:sp>
      <p:sp>
        <p:nvSpPr>
          <p:cNvPr id="30" name="object 30"/>
          <p:cNvSpPr txBox="1"/>
          <p:nvPr/>
        </p:nvSpPr>
        <p:spPr>
          <a:xfrm>
            <a:off x="5945335" y="2948295"/>
            <a:ext cx="145415" cy="314960"/>
          </a:xfrm>
          <a:prstGeom prst="rect">
            <a:avLst/>
          </a:prstGeom>
        </p:spPr>
        <p:txBody>
          <a:bodyPr vert="horz" wrap="square" lIns="0" tIns="12065" rIns="0" bIns="0" rtlCol="0">
            <a:spAutoFit/>
          </a:bodyPr>
          <a:lstStyle/>
          <a:p>
            <a:pPr marL="12700">
              <a:lnSpc>
                <a:spcPct val="100000"/>
              </a:lnSpc>
              <a:spcBef>
                <a:spcPts val="95"/>
              </a:spcBef>
            </a:pPr>
            <a:r>
              <a:rPr sz="1900" spc="-50" dirty="0">
                <a:latin typeface="Symbol"/>
                <a:cs typeface="Symbol"/>
              </a:rPr>
              <a:t></a:t>
            </a:r>
            <a:endParaRPr sz="1900">
              <a:latin typeface="Symbol"/>
              <a:cs typeface="Symbol"/>
            </a:endParaRPr>
          </a:p>
        </p:txBody>
      </p:sp>
      <p:sp>
        <p:nvSpPr>
          <p:cNvPr id="31" name="object 31"/>
          <p:cNvSpPr txBox="1"/>
          <p:nvPr/>
        </p:nvSpPr>
        <p:spPr>
          <a:xfrm>
            <a:off x="8742474" y="2948295"/>
            <a:ext cx="145415" cy="314960"/>
          </a:xfrm>
          <a:prstGeom prst="rect">
            <a:avLst/>
          </a:prstGeom>
        </p:spPr>
        <p:txBody>
          <a:bodyPr vert="horz" wrap="square" lIns="0" tIns="12065" rIns="0" bIns="0" rtlCol="0">
            <a:spAutoFit/>
          </a:bodyPr>
          <a:lstStyle/>
          <a:p>
            <a:pPr marL="12700">
              <a:lnSpc>
                <a:spcPct val="100000"/>
              </a:lnSpc>
              <a:spcBef>
                <a:spcPts val="95"/>
              </a:spcBef>
            </a:pPr>
            <a:r>
              <a:rPr sz="1900" spc="-50" dirty="0">
                <a:latin typeface="Symbol"/>
                <a:cs typeface="Symbol"/>
              </a:rPr>
              <a:t></a:t>
            </a:r>
            <a:endParaRPr sz="1900">
              <a:latin typeface="Symbol"/>
              <a:cs typeface="Symbol"/>
            </a:endParaRPr>
          </a:p>
        </p:txBody>
      </p:sp>
      <p:sp>
        <p:nvSpPr>
          <p:cNvPr id="32" name="object 32"/>
          <p:cNvSpPr txBox="1"/>
          <p:nvPr/>
        </p:nvSpPr>
        <p:spPr>
          <a:xfrm>
            <a:off x="5861849" y="3102399"/>
            <a:ext cx="254000" cy="777240"/>
          </a:xfrm>
          <a:prstGeom prst="rect">
            <a:avLst/>
          </a:prstGeom>
        </p:spPr>
        <p:txBody>
          <a:bodyPr vert="horz" wrap="square" lIns="0" tIns="88900" rIns="0" bIns="0" rtlCol="0">
            <a:spAutoFit/>
          </a:bodyPr>
          <a:lstStyle/>
          <a:p>
            <a:pPr marL="95885">
              <a:lnSpc>
                <a:spcPct val="100000"/>
              </a:lnSpc>
              <a:spcBef>
                <a:spcPts val="700"/>
              </a:spcBef>
            </a:pPr>
            <a:r>
              <a:rPr sz="1900" spc="-500" dirty="0">
                <a:latin typeface="Symbol"/>
                <a:cs typeface="Symbol"/>
              </a:rPr>
              <a:t></a:t>
            </a:r>
            <a:r>
              <a:rPr sz="2850" spc="-750" baseline="-8771" dirty="0">
                <a:latin typeface="Symbol"/>
                <a:cs typeface="Symbol"/>
              </a:rPr>
              <a:t></a:t>
            </a:r>
            <a:endParaRPr sz="2850" baseline="-8771">
              <a:latin typeface="Symbol"/>
              <a:cs typeface="Symbol"/>
            </a:endParaRPr>
          </a:p>
          <a:p>
            <a:pPr marL="38100">
              <a:lnSpc>
                <a:spcPct val="100000"/>
              </a:lnSpc>
              <a:spcBef>
                <a:spcPts val="635"/>
              </a:spcBef>
            </a:pPr>
            <a:r>
              <a:rPr sz="2000" spc="-50" dirty="0">
                <a:latin typeface="Symbol"/>
                <a:cs typeface="Symbol"/>
              </a:rPr>
              <a:t></a:t>
            </a:r>
            <a:endParaRPr sz="2000">
              <a:latin typeface="Symbol"/>
              <a:cs typeface="Symbol"/>
            </a:endParaRPr>
          </a:p>
        </p:txBody>
      </p:sp>
      <p:sp>
        <p:nvSpPr>
          <p:cNvPr id="33" name="object 33"/>
          <p:cNvSpPr txBox="1"/>
          <p:nvPr/>
        </p:nvSpPr>
        <p:spPr>
          <a:xfrm>
            <a:off x="6223887" y="3015805"/>
            <a:ext cx="2689225" cy="861060"/>
          </a:xfrm>
          <a:prstGeom prst="rect">
            <a:avLst/>
          </a:prstGeom>
        </p:spPr>
        <p:txBody>
          <a:bodyPr vert="horz" wrap="square" lIns="0" tIns="140970" rIns="0" bIns="0" rtlCol="0">
            <a:spAutoFit/>
          </a:bodyPr>
          <a:lstStyle/>
          <a:p>
            <a:pPr marL="38100">
              <a:lnSpc>
                <a:spcPct val="100000"/>
              </a:lnSpc>
              <a:spcBef>
                <a:spcPts val="1110"/>
              </a:spcBef>
            </a:pPr>
            <a:r>
              <a:rPr sz="1900" dirty="0">
                <a:latin typeface="Times New Roman"/>
                <a:cs typeface="Times New Roman"/>
              </a:rPr>
              <a:t>(</a:t>
            </a:r>
            <a:r>
              <a:rPr sz="1900" i="1" dirty="0">
                <a:latin typeface="Times New Roman"/>
                <a:cs typeface="Times New Roman"/>
              </a:rPr>
              <a:t>R</a:t>
            </a:r>
            <a:r>
              <a:rPr sz="1900" i="1" spc="-100" dirty="0">
                <a:latin typeface="Times New Roman"/>
                <a:cs typeface="Times New Roman"/>
              </a:rPr>
              <a:t> </a:t>
            </a:r>
            <a:r>
              <a:rPr sz="1900" dirty="0">
                <a:latin typeface="Symbol"/>
                <a:cs typeface="Symbol"/>
              </a:rPr>
              <a:t></a:t>
            </a:r>
            <a:r>
              <a:rPr sz="1900" spc="-195" dirty="0">
                <a:latin typeface="Times New Roman"/>
                <a:cs typeface="Times New Roman"/>
              </a:rPr>
              <a:t> </a:t>
            </a:r>
            <a:r>
              <a:rPr sz="1900" i="1" dirty="0">
                <a:latin typeface="Times New Roman"/>
                <a:cs typeface="Times New Roman"/>
              </a:rPr>
              <a:t>G</a:t>
            </a:r>
            <a:r>
              <a:rPr sz="1900" dirty="0">
                <a:latin typeface="Times New Roman"/>
                <a:cs typeface="Times New Roman"/>
              </a:rPr>
              <a:t>)</a:t>
            </a:r>
            <a:r>
              <a:rPr sz="1650" baseline="42929" dirty="0">
                <a:latin typeface="Times New Roman"/>
                <a:cs typeface="Times New Roman"/>
              </a:rPr>
              <a:t>2</a:t>
            </a:r>
            <a:r>
              <a:rPr sz="1650" spc="419" baseline="42929" dirty="0">
                <a:latin typeface="Times New Roman"/>
                <a:cs typeface="Times New Roman"/>
              </a:rPr>
              <a:t> </a:t>
            </a:r>
            <a:r>
              <a:rPr sz="1900" dirty="0">
                <a:latin typeface="Symbol"/>
                <a:cs typeface="Symbol"/>
              </a:rPr>
              <a:t></a:t>
            </a:r>
            <a:r>
              <a:rPr sz="1900" spc="-135" dirty="0">
                <a:latin typeface="Times New Roman"/>
                <a:cs typeface="Times New Roman"/>
              </a:rPr>
              <a:t> </a:t>
            </a:r>
            <a:r>
              <a:rPr sz="1900" dirty="0">
                <a:latin typeface="Times New Roman"/>
                <a:cs typeface="Times New Roman"/>
              </a:rPr>
              <a:t>(</a:t>
            </a:r>
            <a:r>
              <a:rPr sz="1900" i="1" dirty="0">
                <a:latin typeface="Times New Roman"/>
                <a:cs typeface="Times New Roman"/>
              </a:rPr>
              <a:t>R</a:t>
            </a:r>
            <a:r>
              <a:rPr sz="1900" i="1" spc="-100" dirty="0">
                <a:latin typeface="Times New Roman"/>
                <a:cs typeface="Times New Roman"/>
              </a:rPr>
              <a:t> </a:t>
            </a:r>
            <a:r>
              <a:rPr sz="1900" dirty="0">
                <a:latin typeface="Symbol"/>
                <a:cs typeface="Symbol"/>
              </a:rPr>
              <a:t></a:t>
            </a:r>
            <a:r>
              <a:rPr sz="1900" spc="-65" dirty="0">
                <a:latin typeface="Times New Roman"/>
                <a:cs typeface="Times New Roman"/>
              </a:rPr>
              <a:t> </a:t>
            </a:r>
            <a:r>
              <a:rPr sz="1900" i="1" dirty="0">
                <a:latin typeface="Times New Roman"/>
                <a:cs typeface="Times New Roman"/>
              </a:rPr>
              <a:t>B</a:t>
            </a:r>
            <a:r>
              <a:rPr sz="1900" dirty="0">
                <a:latin typeface="Times New Roman"/>
                <a:cs typeface="Times New Roman"/>
              </a:rPr>
              <a:t>)(</a:t>
            </a:r>
            <a:r>
              <a:rPr sz="1900" i="1" dirty="0">
                <a:latin typeface="Times New Roman"/>
                <a:cs typeface="Times New Roman"/>
              </a:rPr>
              <a:t>G</a:t>
            </a:r>
            <a:r>
              <a:rPr sz="1900" i="1" spc="-75" dirty="0">
                <a:latin typeface="Times New Roman"/>
                <a:cs typeface="Times New Roman"/>
              </a:rPr>
              <a:t> </a:t>
            </a:r>
            <a:r>
              <a:rPr sz="1900" dirty="0">
                <a:latin typeface="Symbol"/>
                <a:cs typeface="Symbol"/>
              </a:rPr>
              <a:t></a:t>
            </a:r>
            <a:r>
              <a:rPr sz="1900" spc="-65" dirty="0">
                <a:latin typeface="Times New Roman"/>
                <a:cs typeface="Times New Roman"/>
              </a:rPr>
              <a:t> </a:t>
            </a:r>
            <a:r>
              <a:rPr sz="1900" i="1" dirty="0">
                <a:latin typeface="Times New Roman"/>
                <a:cs typeface="Times New Roman"/>
              </a:rPr>
              <a:t>B</a:t>
            </a:r>
            <a:r>
              <a:rPr sz="1900" dirty="0">
                <a:latin typeface="Times New Roman"/>
                <a:cs typeface="Times New Roman"/>
              </a:rPr>
              <a:t>)</a:t>
            </a:r>
            <a:r>
              <a:rPr sz="1900" spc="-25" dirty="0">
                <a:latin typeface="Times New Roman"/>
                <a:cs typeface="Times New Roman"/>
              </a:rPr>
              <a:t> </a:t>
            </a:r>
            <a:r>
              <a:rPr sz="2850" spc="-750" baseline="-7309" dirty="0">
                <a:latin typeface="Symbol"/>
                <a:cs typeface="Symbol"/>
              </a:rPr>
              <a:t></a:t>
            </a:r>
            <a:r>
              <a:rPr sz="2850" spc="-750" baseline="-17543" dirty="0">
                <a:latin typeface="Symbol"/>
                <a:cs typeface="Symbol"/>
              </a:rPr>
              <a:t></a:t>
            </a:r>
            <a:endParaRPr sz="2850" baseline="-17543">
              <a:latin typeface="Symbol"/>
              <a:cs typeface="Symbol"/>
            </a:endParaRPr>
          </a:p>
          <a:p>
            <a:pPr marL="353060">
              <a:lnSpc>
                <a:spcPct val="100000"/>
              </a:lnSpc>
              <a:spcBef>
                <a:spcPts val="1005"/>
              </a:spcBef>
            </a:pPr>
            <a:r>
              <a:rPr sz="1900" i="1" dirty="0">
                <a:latin typeface="Times New Roman"/>
                <a:cs typeface="Times New Roman"/>
              </a:rPr>
              <a:t>B</a:t>
            </a:r>
            <a:r>
              <a:rPr sz="1900" i="1" spc="-45" dirty="0">
                <a:latin typeface="Times New Roman"/>
                <a:cs typeface="Times New Roman"/>
              </a:rPr>
              <a:t> </a:t>
            </a:r>
            <a:r>
              <a:rPr sz="1900" dirty="0">
                <a:latin typeface="Symbol"/>
                <a:cs typeface="Symbol"/>
              </a:rPr>
              <a:t></a:t>
            </a:r>
            <a:r>
              <a:rPr sz="1900" spc="-105" dirty="0">
                <a:latin typeface="Times New Roman"/>
                <a:cs typeface="Times New Roman"/>
              </a:rPr>
              <a:t> </a:t>
            </a:r>
            <a:r>
              <a:rPr sz="1900" i="1" spc="-50" dirty="0">
                <a:latin typeface="Times New Roman"/>
                <a:cs typeface="Times New Roman"/>
              </a:rPr>
              <a:t>G</a:t>
            </a:r>
            <a:endParaRPr sz="1900">
              <a:latin typeface="Times New Roman"/>
              <a:cs typeface="Times New Roman"/>
            </a:endParaRPr>
          </a:p>
        </p:txBody>
      </p:sp>
      <p:sp>
        <p:nvSpPr>
          <p:cNvPr id="34" name="object 34"/>
          <p:cNvSpPr txBox="1"/>
          <p:nvPr/>
        </p:nvSpPr>
        <p:spPr>
          <a:xfrm>
            <a:off x="5506814" y="3780359"/>
            <a:ext cx="145415" cy="314960"/>
          </a:xfrm>
          <a:prstGeom prst="rect">
            <a:avLst/>
          </a:prstGeom>
        </p:spPr>
        <p:txBody>
          <a:bodyPr vert="horz" wrap="square" lIns="0" tIns="12065" rIns="0" bIns="0" rtlCol="0">
            <a:spAutoFit/>
          </a:bodyPr>
          <a:lstStyle/>
          <a:p>
            <a:pPr marL="12700">
              <a:lnSpc>
                <a:spcPct val="100000"/>
              </a:lnSpc>
              <a:spcBef>
                <a:spcPts val="95"/>
              </a:spcBef>
            </a:pPr>
            <a:r>
              <a:rPr sz="1900" spc="-50" dirty="0">
                <a:latin typeface="Symbol"/>
                <a:cs typeface="Symbol"/>
              </a:rPr>
              <a:t></a:t>
            </a:r>
            <a:endParaRPr sz="1900">
              <a:latin typeface="Symbol"/>
              <a:cs typeface="Symbol"/>
            </a:endParaRPr>
          </a:p>
        </p:txBody>
      </p:sp>
      <p:sp>
        <p:nvSpPr>
          <p:cNvPr id="35" name="object 35"/>
          <p:cNvSpPr txBox="1"/>
          <p:nvPr/>
        </p:nvSpPr>
        <p:spPr>
          <a:xfrm>
            <a:off x="5468714" y="3910139"/>
            <a:ext cx="1706245" cy="330835"/>
          </a:xfrm>
          <a:prstGeom prst="rect">
            <a:avLst/>
          </a:prstGeom>
        </p:spPr>
        <p:txBody>
          <a:bodyPr vert="horz" wrap="square" lIns="0" tIns="12700" rIns="0" bIns="0" rtlCol="0">
            <a:spAutoFit/>
          </a:bodyPr>
          <a:lstStyle/>
          <a:p>
            <a:pPr marL="50800">
              <a:lnSpc>
                <a:spcPct val="100000"/>
              </a:lnSpc>
              <a:spcBef>
                <a:spcPts val="100"/>
              </a:spcBef>
              <a:tabLst>
                <a:tab pos="1106170" algn="l"/>
              </a:tabLst>
            </a:pPr>
            <a:r>
              <a:rPr sz="2850" spc="-15" baseline="-13157" dirty="0">
                <a:latin typeface="Symbol"/>
                <a:cs typeface="Symbol"/>
              </a:rPr>
              <a:t></a:t>
            </a:r>
            <a:r>
              <a:rPr sz="1900" spc="-10" dirty="0">
                <a:latin typeface="Times New Roman"/>
                <a:cs typeface="Times New Roman"/>
              </a:rPr>
              <a:t>360</a:t>
            </a:r>
            <a:r>
              <a:rPr sz="1900" spc="-190" dirty="0">
                <a:latin typeface="Times New Roman"/>
                <a:cs typeface="Times New Roman"/>
              </a:rPr>
              <a:t> </a:t>
            </a:r>
            <a:r>
              <a:rPr sz="1900" spc="-25" dirty="0">
                <a:latin typeface="Symbol"/>
                <a:cs typeface="Symbol"/>
              </a:rPr>
              <a:t></a:t>
            </a:r>
            <a:r>
              <a:rPr sz="2000" spc="-25" dirty="0">
                <a:latin typeface="Symbol"/>
                <a:cs typeface="Symbol"/>
              </a:rPr>
              <a:t></a:t>
            </a:r>
            <a:r>
              <a:rPr sz="2000" dirty="0">
                <a:latin typeface="Times New Roman"/>
                <a:cs typeface="Times New Roman"/>
              </a:rPr>
              <a:t>	</a:t>
            </a:r>
            <a:r>
              <a:rPr sz="1900" i="1" dirty="0">
                <a:latin typeface="Times New Roman"/>
                <a:cs typeface="Times New Roman"/>
              </a:rPr>
              <a:t>B</a:t>
            </a:r>
            <a:r>
              <a:rPr sz="1900" i="1" spc="-15" dirty="0">
                <a:latin typeface="Times New Roman"/>
                <a:cs typeface="Times New Roman"/>
              </a:rPr>
              <a:t> </a:t>
            </a:r>
            <a:r>
              <a:rPr sz="1900" dirty="0">
                <a:latin typeface="Symbol"/>
                <a:cs typeface="Symbol"/>
              </a:rPr>
              <a:t></a:t>
            </a:r>
            <a:r>
              <a:rPr sz="1900" spc="-105" dirty="0">
                <a:latin typeface="Times New Roman"/>
                <a:cs typeface="Times New Roman"/>
              </a:rPr>
              <a:t> </a:t>
            </a:r>
            <a:r>
              <a:rPr sz="1900" i="1" spc="-50" dirty="0">
                <a:latin typeface="Times New Roman"/>
                <a:cs typeface="Times New Roman"/>
              </a:rPr>
              <a:t>G</a:t>
            </a:r>
            <a:endParaRPr sz="19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TotalTime>
  <Words>3800</Words>
  <Application>Microsoft Office PowerPoint</Application>
  <PresentationFormat>On-screen Show (4:3)</PresentationFormat>
  <Paragraphs>529</Paragraphs>
  <Slides>75</Slides>
  <Notes>0</Notes>
  <HiddenSlides>0</HiddenSlides>
  <MMClips>0</MMClips>
  <ScaleCrop>false</ScaleCrop>
  <HeadingPairs>
    <vt:vector size="4" baseType="variant">
      <vt:variant>
        <vt:lpstr>Theme</vt:lpstr>
      </vt:variant>
      <vt:variant>
        <vt:i4>1</vt:i4>
      </vt:variant>
      <vt:variant>
        <vt:lpstr>Slide Titles</vt:lpstr>
      </vt:variant>
      <vt:variant>
        <vt:i4>75</vt:i4>
      </vt:variant>
    </vt:vector>
  </HeadingPairs>
  <TitlesOfParts>
    <vt:vector size="76" baseType="lpstr">
      <vt:lpstr>Office Theme</vt:lpstr>
      <vt:lpstr>Digital Image Processing: Introduction</vt:lpstr>
      <vt:lpstr>6CS3-01: Digital Image Processing SYLLABUS</vt:lpstr>
      <vt:lpstr>COURSE OUTCOME</vt:lpstr>
      <vt:lpstr>What is Image Processing ? </vt:lpstr>
      <vt:lpstr>What are Digital images? </vt:lpstr>
      <vt:lpstr>What is Digital Image Processing? </vt:lpstr>
      <vt:lpstr>Origin of Digital Image Processing </vt:lpstr>
      <vt:lpstr>Applications of Digital Image Processing </vt:lpstr>
      <vt:lpstr>Fundamental Steps in Digital Image Processing:</vt:lpstr>
      <vt:lpstr>Slide 10</vt:lpstr>
      <vt:lpstr>Slide 11</vt:lpstr>
      <vt:lpstr>Step 3: Image Restoration</vt:lpstr>
      <vt:lpstr>Slide 13</vt:lpstr>
      <vt:lpstr>Slide 14</vt:lpstr>
      <vt:lpstr>Slide 15</vt:lpstr>
      <vt:lpstr>Step 7: Morphological Processing</vt:lpstr>
      <vt:lpstr>Slide 17</vt:lpstr>
      <vt:lpstr>Slide 18</vt:lpstr>
      <vt:lpstr>Slide 19</vt:lpstr>
      <vt:lpstr>Slide 20</vt:lpstr>
      <vt:lpstr>Components of an Image Processing System Network</vt:lpstr>
      <vt:lpstr>Components of an Image Processing System</vt:lpstr>
      <vt:lpstr>Components of an Image Processing System</vt:lpstr>
      <vt:lpstr>Components of an Image Processing System</vt:lpstr>
      <vt:lpstr>Components of an Image Processing System</vt:lpstr>
      <vt:lpstr>Components of an Image Processing System</vt:lpstr>
      <vt:lpstr>Components of an Image Processing System</vt:lpstr>
      <vt:lpstr>Components of an Image Processing System</vt:lpstr>
      <vt:lpstr>Sampling, Quantisation And Resolution</vt:lpstr>
      <vt:lpstr>Image Sampling And Quantisation</vt:lpstr>
      <vt:lpstr>Image Sampling And Quantisation</vt:lpstr>
      <vt:lpstr>Image Sampling And Quantisation</vt:lpstr>
      <vt:lpstr>Image Sampling And Quantisation (cont…)</vt:lpstr>
      <vt:lpstr>Light And The Electromagnetic Spectrum</vt:lpstr>
      <vt:lpstr>Reflected Light</vt:lpstr>
      <vt:lpstr>Image Representation</vt:lpstr>
      <vt:lpstr>Image Acquisition</vt:lpstr>
      <vt:lpstr>Image Sensing</vt:lpstr>
      <vt:lpstr>Idea behind image sensing</vt:lpstr>
      <vt:lpstr>Image Sensors</vt:lpstr>
      <vt:lpstr>Image Sensors : Single Sensor</vt:lpstr>
      <vt:lpstr>Single sensor</vt:lpstr>
      <vt:lpstr>Slide 43</vt:lpstr>
      <vt:lpstr>Line sensor</vt:lpstr>
      <vt:lpstr>ARRAY SENSOR</vt:lpstr>
      <vt:lpstr>ARRAY SENSORS CONTD…</vt:lpstr>
      <vt:lpstr>Slide 47</vt:lpstr>
      <vt:lpstr>Conventional Coordinate for Image Representation</vt:lpstr>
      <vt:lpstr>Image Types : Binary Image</vt:lpstr>
      <vt:lpstr>Slide 50</vt:lpstr>
      <vt:lpstr>Digital Image Types : Intensity Image(GRAYSCALE IMAGE)</vt:lpstr>
      <vt:lpstr>Slide 52</vt:lpstr>
      <vt:lpstr>Digital Image Types : RGB Image</vt:lpstr>
      <vt:lpstr>Slide 54</vt:lpstr>
      <vt:lpstr>Color Imaging</vt:lpstr>
      <vt:lpstr>Introduction</vt:lpstr>
      <vt:lpstr>Color Fundamentals</vt:lpstr>
      <vt:lpstr>Color Fundamentals (cont…)</vt:lpstr>
      <vt:lpstr>Color Fundamentals (cont…)</vt:lpstr>
      <vt:lpstr>Color Fundamentals (cont…)</vt:lpstr>
      <vt:lpstr>Describing Chromatic lights</vt:lpstr>
      <vt:lpstr>Primary Colors</vt:lpstr>
      <vt:lpstr>Primary and Secondary Colors of Lights and Pigments</vt:lpstr>
      <vt:lpstr>Color Models</vt:lpstr>
      <vt:lpstr>RGB Color Model</vt:lpstr>
      <vt:lpstr>Color Models</vt:lpstr>
      <vt:lpstr>RGB</vt:lpstr>
      <vt:lpstr>RGB (cont…)</vt:lpstr>
      <vt:lpstr>The HSI Color Model</vt:lpstr>
      <vt:lpstr>The HSI Color Model (cont…)</vt:lpstr>
      <vt:lpstr>HSI, Intensity &amp; RGB</vt:lpstr>
      <vt:lpstr>HSI, Intensity &amp; RGB (cont…)</vt:lpstr>
      <vt:lpstr>HSI, Hue &amp; RGB</vt:lpstr>
      <vt:lpstr>HSI Color Model</vt:lpstr>
      <vt:lpstr>Color Coordinate Transform</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Image Processing: Introduction</dc:title>
  <cp:lastModifiedBy>arya</cp:lastModifiedBy>
  <cp:revision>16</cp:revision>
  <dcterms:created xsi:type="dcterms:W3CDTF">2025-01-28T04:11:43Z</dcterms:created>
  <dcterms:modified xsi:type="dcterms:W3CDTF">2025-01-29T04:47:16Z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2025-01-28T00:00:00Z</vt:filetime>
  </property>
  <property fmtid="{D5CDD505-2E9C-101B-9397-08002B2CF9AE}" pid="3" name="LastSaved">
    <vt:filetime>2025-01-28T00:00:00Z</vt:filetime>
  </property>
  <property fmtid="{D5CDD505-2E9C-101B-9397-08002B2CF9AE}" pid="4" name="Producer">
    <vt:lpwstr>iLovePDF</vt:lpwstr>
  </property>
</Properties>
</file>